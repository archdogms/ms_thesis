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ef98e4a694b06" /><Relationship Type="http://schemas.openxmlformats.org/officeDocument/2006/relationships/extended-properties" Target="/docProps/app.xml" Id="Rb4684d0897864100" /><Relationship Type="http://schemas.openxmlformats.org/officeDocument/2006/relationships/officeDocument" Target="/ppt/presentation.xml" Id="R57e912f59a87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24d54ac2034a53"/>
  </p:sldMasterIdLst>
  <p:notesMasterIdLst>
    <p:notesMasterId xmlns:r="http://schemas.openxmlformats.org/officeDocument/2006/relationships" r:id="R8cc0306fcd3748c4"/>
  </p:notesMasterIdLst>
  <p:sldIdLst>
    <p:sldId xmlns:r="http://schemas.openxmlformats.org/officeDocument/2006/relationships" id="256" r:id="Ra7218f15d7d64fd7"/>
    <p:sldId xmlns:r="http://schemas.openxmlformats.org/officeDocument/2006/relationships" id="257" r:id="Rdb512396d5334406"/>
    <p:sldId xmlns:r="http://schemas.openxmlformats.org/officeDocument/2006/relationships" id="258" r:id="R6872aba1357444e2"/>
    <p:sldId xmlns:r="http://schemas.openxmlformats.org/officeDocument/2006/relationships" id="259" r:id="R84cff7c604ee47bd"/>
    <p:sldId xmlns:r="http://schemas.openxmlformats.org/officeDocument/2006/relationships" id="260" r:id="R0cd13187fea74c80"/>
    <p:sldId xmlns:r="http://schemas.openxmlformats.org/officeDocument/2006/relationships" id="261" r:id="R40c196be97bd49ae"/>
    <p:sldId xmlns:r="http://schemas.openxmlformats.org/officeDocument/2006/relationships" id="262" r:id="R1160bac8f27d4464"/>
    <p:sldId xmlns:r="http://schemas.openxmlformats.org/officeDocument/2006/relationships" id="263" r:id="Rad822f3654414500"/>
    <p:sldId xmlns:r="http://schemas.openxmlformats.org/officeDocument/2006/relationships" id="264" r:id="R0cd1abb66d5d4da9"/>
    <p:sldId xmlns:r="http://schemas.openxmlformats.org/officeDocument/2006/relationships" id="265" r:id="R30b2b1de747c4f7f"/>
    <p:sldId xmlns:r="http://schemas.openxmlformats.org/officeDocument/2006/relationships" id="266" r:id="R92e6841b00654c0d"/>
    <p:sldId xmlns:r="http://schemas.openxmlformats.org/officeDocument/2006/relationships" id="267" r:id="R93f90eccc0de47f8"/>
    <p:sldId xmlns:r="http://schemas.openxmlformats.org/officeDocument/2006/relationships" id="268" r:id="R8ff6e8ac8d864d7c"/>
    <p:sldId xmlns:r="http://schemas.openxmlformats.org/officeDocument/2006/relationships" id="269" r:id="R10c9eae607354a12"/>
    <p:sldId xmlns:r="http://schemas.openxmlformats.org/officeDocument/2006/relationships" id="270" r:id="R94b2072e992b449c"/>
    <p:sldId xmlns:r="http://schemas.openxmlformats.org/officeDocument/2006/relationships" id="271" r:id="R6e544f9953a64d74"/>
    <p:sldId xmlns:r="http://schemas.openxmlformats.org/officeDocument/2006/relationships" id="272" r:id="R3f27290e31274ede"/>
    <p:sldId xmlns:r="http://schemas.openxmlformats.org/officeDocument/2006/relationships" id="273" r:id="R14ccb203dcc84c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4d54ac2034a53" /><Relationship Type="http://schemas.openxmlformats.org/officeDocument/2006/relationships/theme" Target="/ppt/theme/theme1.xml" Id="R7110d99e29f64992" /><Relationship Type="http://schemas.openxmlformats.org/officeDocument/2006/relationships/notesMaster" Target="/ppt/notesMasters/notesMaster1.xml" Id="R8cc0306fcd3748c4" /><Relationship Type="http://schemas.openxmlformats.org/officeDocument/2006/relationships/presProps" Target="/ppt/presProps.xml" Id="Rcc57303575434000" /><Relationship Type="http://schemas.openxmlformats.org/officeDocument/2006/relationships/viewProps" Target="/ppt/viewProps.xml" Id="R3621e2dc229f40bf" /><Relationship Type="http://schemas.openxmlformats.org/officeDocument/2006/relationships/tableStyles" Target="/ppt/tableStyles.xml" Id="R06c424d0850045ab" /><Relationship Type="http://schemas.openxmlformats.org/officeDocument/2006/relationships/slide" Target="/ppt/slides/slide1.xml" Id="Ra7218f15d7d64fd7" /><Relationship Type="http://schemas.openxmlformats.org/officeDocument/2006/relationships/slide" Target="/ppt/slides/slide2.xml" Id="Rdb512396d5334406" /><Relationship Type="http://schemas.openxmlformats.org/officeDocument/2006/relationships/slide" Target="/ppt/slides/slide3.xml" Id="R6872aba1357444e2" /><Relationship Type="http://schemas.openxmlformats.org/officeDocument/2006/relationships/slide" Target="/ppt/slides/slide4.xml" Id="R84cff7c604ee47bd" /><Relationship Type="http://schemas.openxmlformats.org/officeDocument/2006/relationships/slide" Target="/ppt/slides/slide5.xml" Id="R0cd13187fea74c80" /><Relationship Type="http://schemas.openxmlformats.org/officeDocument/2006/relationships/slide" Target="/ppt/slides/slide6.xml" Id="R40c196be97bd49ae" /><Relationship Type="http://schemas.openxmlformats.org/officeDocument/2006/relationships/slide" Target="/ppt/slides/slide7.xml" Id="R1160bac8f27d4464" /><Relationship Type="http://schemas.openxmlformats.org/officeDocument/2006/relationships/slide" Target="/ppt/slides/slide8.xml" Id="Rad822f3654414500" /><Relationship Type="http://schemas.openxmlformats.org/officeDocument/2006/relationships/slide" Target="/ppt/slides/slide9.xml" Id="R0cd1abb66d5d4da9" /><Relationship Type="http://schemas.openxmlformats.org/officeDocument/2006/relationships/slide" Target="/ppt/slides/slide10.xml" Id="R30b2b1de747c4f7f" /><Relationship Type="http://schemas.openxmlformats.org/officeDocument/2006/relationships/slide" Target="/ppt/slides/slide11.xml" Id="R92e6841b00654c0d" /><Relationship Type="http://schemas.openxmlformats.org/officeDocument/2006/relationships/slide" Target="/ppt/slides/slide12.xml" Id="R93f90eccc0de47f8" /><Relationship Type="http://schemas.openxmlformats.org/officeDocument/2006/relationships/slide" Target="/ppt/slides/slide13.xml" Id="R8ff6e8ac8d864d7c" /><Relationship Type="http://schemas.openxmlformats.org/officeDocument/2006/relationships/slide" Target="/ppt/slides/slide14.xml" Id="R10c9eae607354a12" /><Relationship Type="http://schemas.openxmlformats.org/officeDocument/2006/relationships/slide" Target="/ppt/slides/slide15.xml" Id="R94b2072e992b449c" /><Relationship Type="http://schemas.openxmlformats.org/officeDocument/2006/relationships/slide" Target="/ppt/slides/slide16.xml" Id="R6e544f9953a64d74" /><Relationship Type="http://schemas.openxmlformats.org/officeDocument/2006/relationships/slide" Target="/ppt/slides/slide17.xml" Id="R3f27290e31274ede" /><Relationship Type="http://schemas.openxmlformats.org/officeDocument/2006/relationships/slide" Target="/ppt/slides/slide18.xml" Id="R14ccb203dcc8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4e9bd8401946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6401aaa9147f6" /><Relationship Type="http://schemas.openxmlformats.org/officeDocument/2006/relationships/notesMaster" Target="/ppt/notesMasters/notesMaster1.xml" Id="R650629959f27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d1417b225414b" /><Relationship Type="http://schemas.openxmlformats.org/officeDocument/2006/relationships/notesMaster" Target="/ppt/notesMasters/notesMaster1.xml" Id="Rfe5233fb77dc4d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734c55edf44ae" /><Relationship Type="http://schemas.openxmlformats.org/officeDocument/2006/relationships/notesMaster" Target="/ppt/notesMasters/notesMaster1.xml" Id="R2a4a850c761546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3fc03b314948d2" /><Relationship Type="http://schemas.openxmlformats.org/officeDocument/2006/relationships/notesMaster" Target="/ppt/notesMasters/notesMaster1.xml" Id="R5d4680406b8f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9a3045570c457f" /><Relationship Type="http://schemas.openxmlformats.org/officeDocument/2006/relationships/notesMaster" Target="/ppt/notesMasters/notesMaster1.xml" Id="R6a75379bad42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4ea8dfad0c4edc" /><Relationship Type="http://schemas.openxmlformats.org/officeDocument/2006/relationships/notesMaster" Target="/ppt/notesMasters/notesMaster1.xml" Id="R6a5fe3b6d72249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b0b6d2a234b56" /><Relationship Type="http://schemas.openxmlformats.org/officeDocument/2006/relationships/notesMaster" Target="/ppt/notesMasters/notesMaster1.xml" Id="Ra79679c6b15846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68ec4df51e49e6" /><Relationship Type="http://schemas.openxmlformats.org/officeDocument/2006/relationships/notesMaster" Target="/ppt/notesMasters/notesMaster1.xml" Id="Rf9357f050f3143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4e95b98dce4498" /><Relationship Type="http://schemas.openxmlformats.org/officeDocument/2006/relationships/notesMaster" Target="/ppt/notesMasters/notesMaster1.xml" Id="R9af8dfd0a97f4b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ae6d5dfb5845c7" /><Relationship Type="http://schemas.openxmlformats.org/officeDocument/2006/relationships/notesMaster" Target="/ppt/notesMasters/notesMaster1.xml" Id="R98a197d8c1c04c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c27ec63fc04216" /><Relationship Type="http://schemas.openxmlformats.org/officeDocument/2006/relationships/notesMaster" Target="/ppt/notesMasters/notesMaster1.xml" Id="R0ae69f1149c149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c9c67e7c12489b" /><Relationship Type="http://schemas.openxmlformats.org/officeDocument/2006/relationships/notesMaster" Target="/ppt/notesMasters/notesMaster1.xml" Id="Rb97b2a25514c47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856214778b4b85" /><Relationship Type="http://schemas.openxmlformats.org/officeDocument/2006/relationships/notesMaster" Target="/ppt/notesMasters/notesMaster1.xml" Id="Rb669e3602d234f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f0986511034e1e" /><Relationship Type="http://schemas.openxmlformats.org/officeDocument/2006/relationships/notesMaster" Target="/ppt/notesMasters/notesMaster1.xml" Id="Rbe505d41d3514b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62d13cd7c9448c" /><Relationship Type="http://schemas.openxmlformats.org/officeDocument/2006/relationships/notesMaster" Target="/ppt/notesMasters/notesMaster1.xml" Id="R73e5b0a2f9d544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784eedb4f04d58" /><Relationship Type="http://schemas.openxmlformats.org/officeDocument/2006/relationships/notesMaster" Target="/ppt/notesMasters/notesMaster1.xml" Id="Re551fff2b93a4d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28714c262d40bc" /><Relationship Type="http://schemas.openxmlformats.org/officeDocument/2006/relationships/notesMaster" Target="/ppt/notesMasters/notesMaster1.xml" Id="R86c8bf8c1b154a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9bf8a74907497b" /><Relationship Type="http://schemas.openxmlformats.org/officeDocument/2006/relationships/notesMaster" Target="/ppt/notesMasters/notesMaster1.xml" Id="R8a68fcc2056645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73cb7530d4357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013666265604f39" /><Relationship Type="http://schemas.openxmlformats.org/officeDocument/2006/relationships/slideLayout" Target="/ppt/slideLayouts/slideLayout2.xml" Id="Rb2bc3609c88b44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c3609c88b441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3f3bbf6ce4535" /><Relationship Type="http://schemas.openxmlformats.org/officeDocument/2006/relationships/image" Target="/ppt/media/image.png" Id="R386f62e6546d4f13" /><Relationship Type="http://schemas.openxmlformats.org/officeDocument/2006/relationships/notesSlide" Target="/ppt/notesSlides/notesSlide1.xml" Id="R4190481a0029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e276a110624539" /><Relationship Type="http://schemas.openxmlformats.org/officeDocument/2006/relationships/image" Target="/ppt/media/image2.png" Id="R1c7fd72fdcf247a4" /><Relationship Type="http://schemas.openxmlformats.org/officeDocument/2006/relationships/notesSlide" Target="/ppt/notesSlides/notesSlide2.xml" Id="Radfd1ffef2d14e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011dc79a84840" /><Relationship Type="http://schemas.openxmlformats.org/officeDocument/2006/relationships/image" Target="/ppt/media/image3.png" Id="Rf13c85eb664a4360" /><Relationship Type="http://schemas.openxmlformats.org/officeDocument/2006/relationships/notesSlide" Target="/ppt/notesSlides/notesSlide3.xml" Id="Rd03b6825a9b342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07a5daa80f46df" /><Relationship Type="http://schemas.openxmlformats.org/officeDocument/2006/relationships/image" Target="/ppt/media/image4.png" Id="R1fac9599762141ae" /><Relationship Type="http://schemas.openxmlformats.org/officeDocument/2006/relationships/notesSlide" Target="/ppt/notesSlides/notesSlide4.xml" Id="R85f0e13c6ca346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ac4501cbe4496" /><Relationship Type="http://schemas.openxmlformats.org/officeDocument/2006/relationships/image" Target="/ppt/media/image5.png" Id="R163a831557974b5b" /><Relationship Type="http://schemas.openxmlformats.org/officeDocument/2006/relationships/notesSlide" Target="/ppt/notesSlides/notesSlide5.xml" Id="R1ffb864fbe33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dcb7b11b014828" /><Relationship Type="http://schemas.openxmlformats.org/officeDocument/2006/relationships/image" Target="/ppt/media/image6.png" Id="R390f7d6ce6f144cf" /><Relationship Type="http://schemas.openxmlformats.org/officeDocument/2006/relationships/notesSlide" Target="/ppt/notesSlides/notesSlide6.xml" Id="R8ae76f1909e14f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7904bb76ae49e5" /><Relationship Type="http://schemas.openxmlformats.org/officeDocument/2006/relationships/image" Target="/ppt/media/image7.png" Id="R2ea617f5fe0f499a" /><Relationship Type="http://schemas.openxmlformats.org/officeDocument/2006/relationships/notesSlide" Target="/ppt/notesSlides/notesSlide7.xml" Id="R2251af53920846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24e61e0b543f4" /><Relationship Type="http://schemas.openxmlformats.org/officeDocument/2006/relationships/image" Target="/ppt/media/image8.png" Id="Radbcdf7513a64e80" /><Relationship Type="http://schemas.openxmlformats.org/officeDocument/2006/relationships/notesSlide" Target="/ppt/notesSlides/notesSlide8.xml" Id="Rd64b8067472b40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dfa1f03b1429d" /><Relationship Type="http://schemas.openxmlformats.org/officeDocument/2006/relationships/image" Target="/ppt/media/image9.png" Id="Rc65f153cd3a2490f" /><Relationship Type="http://schemas.openxmlformats.org/officeDocument/2006/relationships/notesSlide" Target="/ppt/notesSlides/notesSlide9.xml" Id="R4ee17825561642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cb1eba41e14932" /><Relationship Type="http://schemas.openxmlformats.org/officeDocument/2006/relationships/image" Target="/ppt/media/image10.png" Id="R4bfd1d1fa3f24cd1" /><Relationship Type="http://schemas.openxmlformats.org/officeDocument/2006/relationships/notesSlide" Target="/ppt/notesSlides/notesSlide10.xml" Id="R31844c08fb4946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76bab74d04d22" /><Relationship Type="http://schemas.openxmlformats.org/officeDocument/2006/relationships/image" Target="/ppt/media/image11.png" Id="R3eae27b1ae844897" /><Relationship Type="http://schemas.openxmlformats.org/officeDocument/2006/relationships/notesSlide" Target="/ppt/notesSlides/notesSlide11.xml" Id="R0a39d0c6d2404c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26c2e3ca740c0" /><Relationship Type="http://schemas.openxmlformats.org/officeDocument/2006/relationships/image" Target="/ppt/media/image12.png" Id="R43802bbf1d52476f" /><Relationship Type="http://schemas.openxmlformats.org/officeDocument/2006/relationships/notesSlide" Target="/ppt/notesSlides/notesSlide12.xml" Id="R1ea39c6de91644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81d7d5ddc40cf" /><Relationship Type="http://schemas.openxmlformats.org/officeDocument/2006/relationships/image" Target="/ppt/media/image13.png" Id="R373ab6621fed4bf1" /><Relationship Type="http://schemas.openxmlformats.org/officeDocument/2006/relationships/notesSlide" Target="/ppt/notesSlides/notesSlide13.xml" Id="Rfcc02bb1b0a446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29a4b45e3442c" /><Relationship Type="http://schemas.openxmlformats.org/officeDocument/2006/relationships/image" Target="/ppt/media/image14.png" Id="R93b32a3019054ca0" /><Relationship Type="http://schemas.openxmlformats.org/officeDocument/2006/relationships/notesSlide" Target="/ppt/notesSlides/notesSlide14.xml" Id="R553a7a657bb14c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f7ce1db224f08" /><Relationship Type="http://schemas.openxmlformats.org/officeDocument/2006/relationships/image" Target="/ppt/media/image15.png" Id="R7f882bc28e064251" /><Relationship Type="http://schemas.openxmlformats.org/officeDocument/2006/relationships/notesSlide" Target="/ppt/notesSlides/notesSlide15.xml" Id="Re6eee6eda4f041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572bbeacf45bd" /><Relationship Type="http://schemas.openxmlformats.org/officeDocument/2006/relationships/image" Target="/ppt/media/image16.png" Id="R902750007fa841f1" /><Relationship Type="http://schemas.openxmlformats.org/officeDocument/2006/relationships/notesSlide" Target="/ppt/notesSlides/notesSlide16.xml" Id="R895853f6de9143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2f74ac17a84694" /><Relationship Type="http://schemas.openxmlformats.org/officeDocument/2006/relationships/image" Target="/ppt/media/image17.png" Id="Rf5f962eccaaa4401" /><Relationship Type="http://schemas.openxmlformats.org/officeDocument/2006/relationships/notesSlide" Target="/ppt/notesSlides/notesSlide17.xml" Id="Recc2fc5bc8ed4a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d399c42684f38" /><Relationship Type="http://schemas.openxmlformats.org/officeDocument/2006/relationships/image" Target="/ppt/media/image18.png" Id="Rb95bd593b7234198" /><Relationship Type="http://schemas.openxmlformats.org/officeDocument/2006/relationships/notesSlide" Target="/ppt/notesSlides/notesSlide18.xml" Id="R9bf53d1a75f948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f62e6546d4f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73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fd72fdcf247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0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c85eb664a43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c9599762141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36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a831557974b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5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f7d6ce6f144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28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617f5fe0f49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cdf7513a64e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2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f153cd3a2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76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d1d1fa3f24c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81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e27b1ae8448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02bbf1d5247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45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ab6621fed4b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32a3019054c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82bc28e0642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49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750007fa841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962eccaaa44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bd593b72341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541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2026-05-26T17:20:31.7700000Z</dcterms:created>
  <dcterms:modified xsi:type="dcterms:W3CDTF">2026-05-26T17:20:31.7700000Z</dcterms:modified>
</coreProperties>
</file>