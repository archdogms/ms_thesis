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3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AC1730-0838-4881-A092-15CE7443B1E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DD2161-487E-45FF-865B-43EDE840D0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973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DFD906-733B-E92E-6A9F-469DEBA87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1B195AB-F695-9ED8-7E9C-F2E124BC3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C1D211-F782-113D-4A6B-27713B23D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E9A3-94EC-445C-9B9A-6CAA2E4D6770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4226B4-975F-1128-B520-5E46729E5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F23BDF-418D-5FA4-9FB1-EB4486DC9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A539-81DB-48ED-AD05-72E9962FEC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9865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27AF77-C823-A569-91A9-E2AD627B8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69F9FD-55AD-12AF-4B2B-1CA464327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E20CA5-1614-A872-BA83-C5E50D57D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E9A3-94EC-445C-9B9A-6CAA2E4D6770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F5F7FD-E60C-5C8B-1CE1-9F7D48A1A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C57A69-C720-3ABB-890F-0BE8D90F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A539-81DB-48ED-AD05-72E9962FEC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98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33C7AC-0943-7606-6976-36C265BE0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44DAA3-AE69-4604-B19A-DA22B107F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CE6E9D-2721-73E7-4D34-91349EB41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E9A3-94EC-445C-9B9A-6CAA2E4D6770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FE1EC4-3DCB-55B7-7B27-E1B29DF6A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43B6E0-920E-7797-304D-C95233381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A539-81DB-48ED-AD05-72E9962FEC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349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F2DCC5-371E-7067-F6E9-251419187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CFA093-8762-D6F9-F68E-79CB6BED1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98F9A7-1B28-E9C3-D228-279762D124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9B186D-F949-9284-0AC4-DC1CC3705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E9A3-94EC-445C-9B9A-6CAA2E4D6770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791992-2769-33FF-E66C-845549BF5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25615F-2434-2341-593F-144F5E95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A539-81DB-48ED-AD05-72E9962FEC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3554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F69EEE-AA90-B680-DC2F-2C54AB47D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031FED-1F6F-EF5A-4342-505417314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1973A7-72A4-6387-6CB1-D65F8B9EA7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8538D01-BDD8-A879-E5AF-21941E41B4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BA39033-A9C4-8BC0-66B5-456A39D0B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7E80F91-ED73-5F63-4FF3-75307D276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E9A3-94EC-445C-9B9A-6CAA2E4D6770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E93E84A-3ED9-46D9-93E4-7B9DCAA27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0B7005D-FD6D-DB56-E6A6-C5B5F2A47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A539-81DB-48ED-AD05-72E9962FEC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494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12A42C-B341-C82E-22F6-887F8865A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40D9D8-5817-EFBB-B1B8-2D684F159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E9A3-94EC-445C-9B9A-6CAA2E4D6770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DBE922-0741-0F58-2089-2DD31B762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DEF375-8AE5-3A19-5B54-004DEC59B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A539-81DB-48ED-AD05-72E9962FEC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299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1F1ED8D-E472-AF0D-F2C2-57096B40F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E9A3-94EC-445C-9B9A-6CAA2E4D6770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A5CA007-4FC7-545C-1379-FFC191729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A8E578-3E23-9976-DC03-AFC1FAC47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A539-81DB-48ED-AD05-72E9962FEC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384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CB34A4-E6AC-4631-E976-C0E4A06B5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0328CC-9583-46E0-2D82-8C06AFCA7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036148-D5D1-A708-632D-19E328AA9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0D2E5C-4981-98D3-CA4F-834639FD2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E9A3-94EC-445C-9B9A-6CAA2E4D6770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090A75-BBE3-8343-ED79-945924A8D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B99EBD-9F99-48F1-1451-9772728C9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A539-81DB-48ED-AD05-72E9962FEC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9725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2A7320-2A11-54E7-150F-62BC46604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2CA4D0F-B218-2B48-6840-FD2EA416EF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B8FB12-E9B3-C053-66A3-1837A45BC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17FE13-9457-40F4-058C-444B4F17D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E9A3-94EC-445C-9B9A-6CAA2E4D6770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E108CC-18CC-1DDA-5BD2-1D47D34D2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D521D1-BD98-8169-3B1C-1BB6C271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A539-81DB-48ED-AD05-72E9962FEC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059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C34E36-58AA-60D5-8898-414525CAB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1B3857-DDC9-B8FB-F38E-A5184A5DE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A3AA3B-345F-8724-3F4B-63DB5F541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E9A3-94EC-445C-9B9A-6CAA2E4D6770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9F1A8F-9698-F2D2-76FE-29638198D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8296A0-9B75-5785-BB6C-2A25BDE6E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A539-81DB-48ED-AD05-72E9962FEC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5288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C2A99DF-2A72-0AF6-A32E-3D0FC86E27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39699A-24F9-3794-1CBF-2B9C9FD59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E79302-541A-D920-6A74-E355544E1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E9A3-94EC-445C-9B9A-6CAA2E4D6770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5244A0-C7A0-D460-81BB-E86E200FC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133D92-C9A4-FC03-27F3-32BAA670D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A539-81DB-48ED-AD05-72E9962FEC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3674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5906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8AF07F7-6F16-5BD0-988C-29878A94B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6956C9-68BB-A06D-64B9-134FCB555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50B281-24CC-80CB-BE39-9C749548CE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EE9A3-94EC-445C-9B9A-6CAA2E4D6770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75C10A-3007-19D1-7630-9CB7CA7DB2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3E9267-FA07-C002-4B12-495FB5EF9E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9A539-81DB-48ED-AD05-72E9962FEC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53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9F2CD69-0AA9-474E-8D81-C4477A0C70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4AE2FF-A4D1-4713-867B-1197911D5FD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0F1E86-E9E3-4394-8B28-266E0CD2865E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18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AE67CD8-F365-4434-9BF1-E4F2B17CCEF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章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9C6C48-7311-4FB4-9788-70E11E58C48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5889FA-8080-41A3-98B0-11EC90C8DA3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贡献与边界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1B2B777-FD99-445A-A10F-3DE6F4755D7D}"/>
              </a:ext>
            </a:extLst>
          </p:cNvPr>
          <p:cNvSpPr>
            <a:spLocks noGrp="1"/>
          </p:cNvSpPr>
          <p:nvPr/>
        </p:nvSpPr>
        <p:spPr>
          <a:xfrm>
            <a:off x="819150" y="2286000"/>
            <a:ext cx="4629150" cy="22098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D0E5E75-BF72-42D9-A0D4-A5AB05C33535}"/>
              </a:ext>
            </a:extLst>
          </p:cNvPr>
          <p:cNvSpPr>
            <a:spLocks noGrp="1"/>
          </p:cNvSpPr>
          <p:nvPr/>
        </p:nvSpPr>
        <p:spPr>
          <a:xfrm>
            <a:off x="6724650" y="2286000"/>
            <a:ext cx="4629150" cy="22098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5A83A8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80FEBAC-8358-4EA2-81A1-060DF08858CB}"/>
              </a:ext>
            </a:extLst>
          </p:cNvPr>
          <p:cNvSpPr>
            <a:spLocks noGrp="1"/>
          </p:cNvSpPr>
          <p:nvPr/>
        </p:nvSpPr>
        <p:spPr>
          <a:xfrm>
            <a:off x="12382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6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主要贡献</a:t>
            </a:r>
            <a:endParaRPr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0BF9B4A-7CE0-4721-B4CD-3F38E1A6381B}"/>
              </a:ext>
            </a:extLst>
          </p:cNvPr>
          <p:cNvSpPr>
            <a:spLocks noGrp="1"/>
          </p:cNvSpPr>
          <p:nvPr/>
        </p:nvSpPr>
        <p:spPr>
          <a:xfrm>
            <a:off x="71437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6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研究边界</a:t>
            </a:r>
            <a:endParaRPr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8E7B54-47A6-4B26-A10E-3EA01A39A8B0}"/>
              </a:ext>
            </a:extLst>
          </p:cNvPr>
          <p:cNvSpPr>
            <a:spLocks noGrp="1"/>
          </p:cNvSpPr>
          <p:nvPr/>
        </p:nvSpPr>
        <p:spPr>
          <a:xfrm>
            <a:off x="1257300" y="33242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D59E653-0BA6-4D11-8AA6-ABAD94916635}"/>
              </a:ext>
            </a:extLst>
          </p:cNvPr>
          <p:cNvSpPr>
            <a:spLocks noGrp="1"/>
          </p:cNvSpPr>
          <p:nvPr/>
        </p:nvSpPr>
        <p:spPr>
          <a:xfrm>
            <a:off x="14097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对象下沉到景点级文旅载体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49BF5C-60F2-4619-9470-716D3397146F}"/>
              </a:ext>
            </a:extLst>
          </p:cNvPr>
          <p:cNvSpPr>
            <a:spLocks noGrp="1"/>
          </p:cNvSpPr>
          <p:nvPr/>
        </p:nvSpPr>
        <p:spPr>
          <a:xfrm>
            <a:off x="1257300" y="37242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87A6DA2-7A5F-4186-8E10-204FB0ECE628}"/>
              </a:ext>
            </a:extLst>
          </p:cNvPr>
          <p:cNvSpPr>
            <a:spLocks noGrp="1"/>
          </p:cNvSpPr>
          <p:nvPr/>
        </p:nvSpPr>
        <p:spPr>
          <a:xfrm>
            <a:off x="14097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建立文化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—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旅游双谱系对照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4AF04B-B021-49CF-B7BE-3615D0852CA1}"/>
              </a:ext>
            </a:extLst>
          </p:cNvPr>
          <p:cNvSpPr>
            <a:spLocks noGrp="1"/>
          </p:cNvSpPr>
          <p:nvPr/>
        </p:nvSpPr>
        <p:spPr>
          <a:xfrm>
            <a:off x="1257300" y="41243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AE7A728-F4F5-40DD-90B8-E09273A2F6B2}"/>
              </a:ext>
            </a:extLst>
          </p:cNvPr>
          <p:cNvSpPr>
            <a:spLocks noGrp="1"/>
          </p:cNvSpPr>
          <p:nvPr/>
        </p:nvSpPr>
        <p:spPr>
          <a:xfrm>
            <a:off x="14097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把错位结果转译为空间与规划建议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FD7D03-CFF4-4E2D-B4F0-6B2E1F012FE5}"/>
              </a:ext>
            </a:extLst>
          </p:cNvPr>
          <p:cNvSpPr>
            <a:spLocks noGrp="1"/>
          </p:cNvSpPr>
          <p:nvPr/>
        </p:nvSpPr>
        <p:spPr>
          <a:xfrm>
            <a:off x="7162800" y="33242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F87C4FF-0937-4BCC-8CB2-3B6BF86B2A5E}"/>
              </a:ext>
            </a:extLst>
          </p:cNvPr>
          <p:cNvSpPr>
            <a:spLocks noGrp="1"/>
          </p:cNvSpPr>
          <p:nvPr/>
        </p:nvSpPr>
        <p:spPr>
          <a:xfrm>
            <a:off x="73152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餐饮与夜间活力数据仍需补充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3F981CD-16F2-4580-B302-1343921B8780}"/>
              </a:ext>
            </a:extLst>
          </p:cNvPr>
          <p:cNvSpPr>
            <a:spLocks noGrp="1"/>
          </p:cNvSpPr>
          <p:nvPr/>
        </p:nvSpPr>
        <p:spPr>
          <a:xfrm>
            <a:off x="7162800" y="372427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5F245E6-823F-4F22-B7A2-8DB208E2538C}"/>
              </a:ext>
            </a:extLst>
          </p:cNvPr>
          <p:cNvSpPr>
            <a:spLocks noGrp="1"/>
          </p:cNvSpPr>
          <p:nvPr/>
        </p:nvSpPr>
        <p:spPr>
          <a:xfrm>
            <a:off x="73152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权重设置具有本科阶段的简化性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DDCF792-3596-4056-826E-13953E63B11A}"/>
              </a:ext>
            </a:extLst>
          </p:cNvPr>
          <p:cNvSpPr>
            <a:spLocks noGrp="1"/>
          </p:cNvSpPr>
          <p:nvPr/>
        </p:nvSpPr>
        <p:spPr>
          <a:xfrm>
            <a:off x="7162800" y="41243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B1AE4976-D4EE-4422-B72D-C75A2C876B16}"/>
              </a:ext>
            </a:extLst>
          </p:cNvPr>
          <p:cNvSpPr>
            <a:spLocks noGrp="1"/>
          </p:cNvSpPr>
          <p:nvPr/>
        </p:nvSpPr>
        <p:spPr>
          <a:xfrm>
            <a:off x="73152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评论语义仍是补充检验而非全量模型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D1B32E-1494-461B-9127-6F82094FA85B}"/>
              </a:ext>
            </a:extLst>
          </p:cNvPr>
          <p:cNvSpPr>
            <a:spLocks noGrp="1"/>
          </p:cNvSpPr>
          <p:nvPr/>
        </p:nvSpPr>
        <p:spPr>
          <a:xfrm>
            <a:off x="2857500" y="5334000"/>
            <a:ext cx="6477000" cy="4191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7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8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文化记忆能否通过空间载体进入游客体验</a:t>
            </a:r>
            <a:endParaRPr sz="18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B38CAC7-645E-AE62-0548-9C4D7C923B9B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规划转译与结论边界</a:t>
            </a:r>
          </a:p>
        </p:txBody>
      </p:sp>
    </p:spTree>
    <p:extLst>
      <p:ext uri="{BB962C8B-B14F-4D97-AF65-F5344CB8AC3E}">
        <p14:creationId xmlns:p14="http://schemas.microsoft.com/office/powerpoint/2010/main" val="1383448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</Words>
  <Application>Microsoft Office PowerPoint</Application>
  <PresentationFormat>自定义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2026-06-03T05:48:50Z</dcterms:created>
  <dcterms:modified xsi:type="dcterms:W3CDTF">2026-06-03T05:48:50Z</dcterms:modified>
</cp:coreProperties>
</file>