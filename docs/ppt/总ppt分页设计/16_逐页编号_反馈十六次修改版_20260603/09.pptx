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E92DE-6225-43DA-B771-61F4233675E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1913E-F4BD-4556-B753-7FAF3769FA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480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8B825-DA08-D3F3-EAE6-78BC1C6B7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DDBD54-C110-BA17-7D67-FA7E9E067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CDC5B-F209-C7EE-147E-30A07D13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77562-5CD4-DEFF-EA09-A5F20752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523029-C1A3-1A59-0ABE-E12A5AEB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34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22486-ABBA-10B0-A286-5C9D038D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AAA72B-C4A2-5DBE-8112-F7E4856BC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10B041-2FEF-F5D4-9ABA-37AFE990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5F8AA-DBEB-8D23-6FA9-2FE3F560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761A36-CB36-D95D-0849-C958C809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92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94FB3-3FBD-3FB1-0CF7-4BCE3211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1E213-8127-FA23-98DE-B51DA6911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8071A1-BD81-F6E5-E4F5-F859BA28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C7E8F4-1B7B-3DB5-37A2-F78FE3E9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3BEF7-E118-0043-401C-77600951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066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A4B92-26F9-C214-6508-EAB4F7E8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F36E24-03D5-28FE-54F7-6B790E736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7A9CC4-4719-DE23-5086-5811B43FF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178EB7-CEBD-FEB0-54CC-FFA822C5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CDB06D-294F-A332-0422-FFDB2881F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44C64E-5874-93E6-0AA1-B74EE557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6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A52B6-4619-8547-3C36-29789429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E0D903-7B0E-E469-BA78-E0314C0BE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2C1E88-2B1D-2811-2C66-DE2CBC511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51D40F-8B39-0E9D-AF4C-4065F6E9E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C317E7-FA73-545E-A173-C9C8FF878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896835-1D40-5459-888D-FAD3E204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69EAD5-EDA3-24B5-6F91-59ABC6AB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1D4B14-2000-E81A-6E07-37ECBA70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8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462F4-AB62-9236-38B2-E06951D7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211E60-A7FF-2C51-6674-F5F61AD3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B13988-C6F9-7E91-34CB-34737BAA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6CC2C6-2A7A-4B30-C024-80C86D7E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5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E7B885-C988-91EB-0C98-54A8ADBB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9CE345-34F2-E975-5D36-07264E37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9AD38B-A8C9-23CE-EA99-C6F3B2DE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47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021F1-9486-0906-D24A-45ABCC87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EB7E53-8C5A-07C3-43F8-D6308404E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ECC082-8B0D-D90F-356E-835BC4E01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C3C1FC-B5E8-17EB-BA56-89D37F31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E8CCBA-498F-19DB-139A-E0513E4E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CD6BC9-7E87-CB02-AB84-D27DB730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9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81DE2-E679-11B0-FA2D-D53C50F0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0B6BAD-DA1F-1BBC-FACB-542BEC30E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FBE1EC-9C86-99BB-F9CA-B09A37701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4ABC01-828C-E9DA-50AA-11229071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8D9113-90A7-11F0-B2A8-8AF7DAF8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7EEF9-8464-BCBC-6A33-A0BC9A13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18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F9FD9-7D3D-A6BE-F766-2D13DA7A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99596-B645-235E-AF2F-D5219D327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93FA9-C036-0321-A94C-27C96E28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859C2-9963-2A38-5954-74E280EF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2A352-89C7-C0FA-6E37-3676C5E8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90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91A29F-D10E-48CE-999E-BDA54FB20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7F8F6F-9935-D599-E9D9-763F75C44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897DC-1673-34C8-DA0A-7F49B7C2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520F62-94B9-188B-24F9-C8CD23D8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309ED-0BFF-C281-BB70-7ABD8D60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04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96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D376D5-39AB-FCB5-7090-3D27744A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191F87-391D-DFC1-0F72-69F540CD4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164104-D1C7-F85C-92C8-E36FF3A6D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8562A-394E-4E47-8A50-B28D27E19FF9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B8ED8-934A-E55F-9403-2E401A02A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27C1B3-7475-9C67-B663-230226E0D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E727E-E72D-4125-B16D-1E326739B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6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自定义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2026-06-03T05:48:48Z</dcterms:created>
  <dcterms:modified xsi:type="dcterms:W3CDTF">2026-06-03T05:48:48Z</dcterms:modified>
</cp:coreProperties>
</file>