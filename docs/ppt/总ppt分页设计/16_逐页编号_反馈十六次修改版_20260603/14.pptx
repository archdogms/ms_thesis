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1AD52-8D28-481B-8463-84D81C2FEC2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1644E-3D41-4CA7-9A65-BAA41785A8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7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BE309-1503-979D-63A4-2341357A8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7CAD22-9ABB-8430-F401-3428898E0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CC650-614D-927F-FCB2-61D9842D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E829D7-7E50-0C25-D751-718AF70FF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CD3E28-EBDF-2173-37C6-8E01A21D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3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3A104-D318-8DCE-68FA-6FB08CA9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03923-0CC7-953D-2B43-A0F61331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7E0751-FA54-664C-B096-8424288D3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DE9646-3457-AB4D-7BE5-6BDFB835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8931B-AEA7-CEDC-A576-61765DC6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74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BB929-F74B-09AF-3380-4A066118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734A3-8C5E-5010-432B-C2B971AA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D6513-3C5D-7958-6352-3A0C5D38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3128F-AC98-1FAD-277B-B00314A1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857C6-45E3-6B58-939D-2CE67E59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84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95A3C-FBBF-3F16-809C-6FF9AE68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A0D259-D4C3-5C49-35AE-FC53F5B23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4A6507-E8D7-631C-F504-F1C4CCF1D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48F12C-5ECA-710A-7C45-B5B076B9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859B24-4949-21DC-AE63-66CD84ED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368D8E-C72C-AA73-64FD-9A9585BE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06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40073-68C6-FAE6-0D3E-BB9EA30F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74DE18-528C-3B47-D0ED-BEB4C8647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F48511-372B-AE23-E2D4-7C8FEA976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82C357-4EBE-2CE8-E5A6-83E9C9101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3BF49F-BFD4-431A-13FF-D6F7EDA50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8D9212-BD8A-5C69-7E0D-C3D8FCF6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64A499-6DE3-2F0D-CEC2-7336C5E7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481E7B-1DCF-FCE2-A547-70E44138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18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853B7-F3D8-46A6-0FCF-81DC9DDA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059991-44C7-20A5-32B6-0756CA84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A5D73A-C56C-9ED8-BA54-E974FA20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07C303-0D49-2953-30AA-6BB6ABE4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03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AABA36-F55A-ED3E-520F-4B774955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D04C10-9D73-FCBA-9F41-18D2336E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9A7FF9-2C50-606B-0D9E-52BC76D9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32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A01EF-D4CA-B907-E8A0-FEEF340F2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19CB0-30C2-6BEF-694C-464EBA722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4BD9AE-B193-FFF5-3B9B-00EC8A49D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0E641A-6042-9B6B-9898-16952DAB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5C2CC0-1A6D-4A19-69D8-599E3F2A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D76C9B-4767-172D-CA3B-569D902C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1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823B7-7849-5DB8-21FA-1227A59C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9E5154-E084-195E-E00D-6A35C7258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8B3BBD-2673-FB54-AD93-1DA6A2E36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061036-29B0-4E40-164B-3411171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CCDA7C-A20B-B8FC-33CC-085D40F0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5DFB4F-D8FF-93B0-85F8-D82CFD72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05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71D21-9BBD-C546-7D08-4E98E438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91B05E-5477-44AE-7C0D-2677FD7D1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B4B823-E0BD-50BA-3C75-63192FE8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3111F-F2F1-ECB6-1E27-AAE908A6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301B1-B803-6901-3538-C7C4E252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77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732A96-CA72-709B-C4AE-740566794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062B07-D466-573C-DFF4-8FA57F638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5E0D0A-5F00-61A7-DF01-E7A4C334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B0D72-3108-8D39-6170-C8A1D1B2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D73E1-B0FF-3EB0-5EFC-9D14F19B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484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30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AD0B87-F5C8-B862-973A-7BDAB78F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386A4F-3A8E-EA4B-EC0A-14FAEC8C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A195E5-5A62-840B-BC06-4246D922C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7F816-DD59-4042-A8B6-DB444EEB0EA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149ABD-1456-E76E-640A-6B8F95444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023AE-CD87-498C-014C-2C75AC255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51E67-EADA-4A12-B647-C4AE38BC0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87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2026-06-03T05:48:49Z</dcterms:created>
  <dcterms:modified xsi:type="dcterms:W3CDTF">2026-06-03T05:48:49Z</dcterms:modified>
</cp:coreProperties>
</file>