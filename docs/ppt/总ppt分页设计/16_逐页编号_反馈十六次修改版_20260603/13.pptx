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AB027B-25CD-4649-9D46-C72C0C381E3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7B2EA0-B945-484D-8614-C395356410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611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724A90-5933-AAB0-C2F9-33E7AB9DA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547A95-FAF4-166C-8369-D6D8A1256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C9A4C0-07C3-28C3-3755-E2C46E6C6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323B0-F153-4E25-9603-A5F72D8E08A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43E923-CE16-2ED0-32B2-34EAD1C3E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7E1932-43E1-C354-F135-6DB4AC47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A2744-3AC7-44B5-858A-3E79B789D9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242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4A55D1-65AE-54A5-5D98-C3E700C68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3918F3-D7A3-92AD-8085-AB562BE81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09E4F4-54FD-8D2C-6984-4E2A61BA6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323B0-F153-4E25-9603-A5F72D8E08A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CBBEF6-1E0D-5778-F880-EAC54562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D4F83E-ACCF-800D-E7B9-07653491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A2744-3AC7-44B5-858A-3E79B789D9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666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164F5-31DE-3F62-E76D-7BE803947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604900-0006-E683-A7DF-6192565B6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3BC43D-9A23-72EE-0788-FD8EFDD16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323B0-F153-4E25-9603-A5F72D8E08A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F32371-49E4-764A-CA8B-A4D8BC2B1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52B2CA-B1A0-EF09-9085-194C65FE3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A2744-3AC7-44B5-858A-3E79B789D9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659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3C9D6F-A898-41D2-B80F-9B931D4A4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07D659-7F00-0241-88F7-B8E6E831B4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2BBCCC-1F8B-1095-E5AC-AE6F7061B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8F4F0B-CA27-1287-F249-96B5554A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323B0-F153-4E25-9603-A5F72D8E08A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308ECA-3457-588D-5C29-D77CC6705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E25FEB-7702-FD9F-0EB4-2E3584F8D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A2744-3AC7-44B5-858A-3E79B789D9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363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30417E-98CF-BFFC-11BD-500B698CD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E08697-40DD-628E-D1B1-038F0C710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51644F-AFF8-1BA3-6D34-C2C42C6FD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0F73367-EF0A-7E87-0370-9576EF6E7F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B6D7091-EE92-01E3-7553-2347329DB9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473980-9167-9C6B-96BF-5A8C3ACC0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323B0-F153-4E25-9603-A5F72D8E08A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52E5FE-5C02-2BAA-AEC6-9F87C3F8D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68DE8C6-4450-D5B5-5621-34086F658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A2744-3AC7-44B5-858A-3E79B789D9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12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6C944B-FA46-9497-FE65-9DCDF1F62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FFF6A45-6DF0-4321-9D85-3D459C379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323B0-F153-4E25-9603-A5F72D8E08A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9089FB-A940-22F0-5EC5-CC83A23C3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FD8A60-1C84-00AC-7BB7-F92782B63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A2744-3AC7-44B5-858A-3E79B789D9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779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EA29C48-51C9-B5C4-5224-F076BD66C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323B0-F153-4E25-9603-A5F72D8E08A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A909B97-6B40-A3E0-617D-23B112C80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B4BE73-E3E5-F443-C231-4714B3AF2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A2744-3AC7-44B5-858A-3E79B789D9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23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1A8CF5-9382-8B20-CF08-216AB85EA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6180E9-A767-E916-2F6F-B61F28A0E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2550A7-B1ED-9580-6556-4BAC1403F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CDFB06-F326-EF48-888B-4CB3F4F5A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323B0-F153-4E25-9603-A5F72D8E08A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EDEDE8-4122-CC19-5735-DD644ABB5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65ED00-F6CD-BA32-20C5-050EF8DD8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A2744-3AC7-44B5-858A-3E79B789D9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031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01178-FCAC-896E-C6E3-051CEA3A9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204DCA2-D706-5002-DAA9-C52784FD7F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EB146D-CDF7-51C2-83A8-6B71B191A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333C40-8237-8B1A-0154-3A55CE39E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323B0-F153-4E25-9603-A5F72D8E08A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5D6813-EA95-F84C-8F2B-F06BE9D7E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4C6836-54E6-0932-140B-025C5BF9A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A2744-3AC7-44B5-858A-3E79B789D9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5454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3603DE-F020-E696-69C8-BC2B5E423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4312C5-C045-E0FA-9743-6E459B225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DB0D9C-BAE8-0585-43C7-F3BEEC18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323B0-F153-4E25-9603-A5F72D8E08A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8A5CA2-AF0C-7994-BC4E-2F43ABCD0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F505F7-6D5F-F1A8-43F6-B3B68C397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A2744-3AC7-44B5-858A-3E79B789D9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926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27DB617-80CA-F8E6-85DE-5CDA57511B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24728C-7B77-E77B-4D69-DE94D0C324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88C9E9-39F5-ADB1-C642-75FB0FE5B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323B0-F153-4E25-9603-A5F72D8E08A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FB87C4-BE1F-345A-D604-D7CE32A6A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910606-3C32-E136-3621-742A73E4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A2744-3AC7-44B5-858A-3E79B789D9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869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6910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6AF73DE-0E0F-1B22-5A35-FD92ADA54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1504A4-B111-7B4C-A6D1-79ECCBB76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5C7E21-C695-FBE6-7C3F-E39FEF8C0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4323B0-F153-4E25-9603-A5F72D8E08A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27D03A-7185-D0A0-D5F8-C1D9943782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79E4EC-D18B-EFB1-6A36-F801F4F49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A2744-3AC7-44B5-858A-3E79B789D9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306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33473F4-6908-40AB-A741-16A1253745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F7ADF8-1830-4437-9EF4-A75B1A0EE5C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A5DE72-83E5-4BF8-9725-D13CDC138B23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A6AE11D-C185-4559-8870-18887302B2B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6.4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6.7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9B28BB-6127-40D1-8029-6AEA2544694B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92110E-2E4B-4E19-A5F6-6C149D53F9C6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样本之外仍有潜力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7CF8C44-1C5E-4414-903A-31DB97DD9F6C}"/>
              </a:ext>
            </a:extLst>
          </p:cNvPr>
          <p:cNvSpPr>
            <a:spLocks noGrp="1"/>
          </p:cNvSpPr>
          <p:nvPr/>
        </p:nvSpPr>
        <p:spPr>
          <a:xfrm>
            <a:off x="742950" y="19113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102B81F-ED6D-41D7-B03B-E31A6C387652}"/>
              </a:ext>
            </a:extLst>
          </p:cNvPr>
          <p:cNvSpPr>
            <a:spLocks noGrp="1"/>
          </p:cNvSpPr>
          <p:nvPr/>
        </p:nvSpPr>
        <p:spPr>
          <a:xfrm>
            <a:off x="666750" y="1835150"/>
            <a:ext cx="4762500" cy="3409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48070" y="1968500"/>
            <a:ext cx="4199860" cy="30099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27A2FEE-4DAC-4A29-9A88-39ECB8707E85}"/>
              </a:ext>
            </a:extLst>
          </p:cNvPr>
          <p:cNvSpPr>
            <a:spLocks noGrp="1"/>
          </p:cNvSpPr>
          <p:nvPr/>
        </p:nvSpPr>
        <p:spPr>
          <a:xfrm>
            <a:off x="800100" y="1968500"/>
            <a:ext cx="4495800" cy="30099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8EF8B0-F691-48BA-AB51-788F02C58E6A}"/>
              </a:ext>
            </a:extLst>
          </p:cNvPr>
          <p:cNvSpPr>
            <a:spLocks noGrp="1"/>
          </p:cNvSpPr>
          <p:nvPr/>
        </p:nvSpPr>
        <p:spPr>
          <a:xfrm>
            <a:off x="819150" y="50165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官方资源空间化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686F357-97B5-4AC3-B3D9-1DD9BF8F85CB}"/>
              </a:ext>
            </a:extLst>
          </p:cNvPr>
          <p:cNvSpPr>
            <a:spLocks noGrp="1"/>
          </p:cNvSpPr>
          <p:nvPr/>
        </p:nvSpPr>
        <p:spPr>
          <a:xfrm>
            <a:off x="5810250" y="19113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43D3A33-1920-4E36-8733-904ABE1B7442}"/>
              </a:ext>
            </a:extLst>
          </p:cNvPr>
          <p:cNvSpPr>
            <a:spLocks noGrp="1"/>
          </p:cNvSpPr>
          <p:nvPr/>
        </p:nvSpPr>
        <p:spPr>
          <a:xfrm>
            <a:off x="5734050" y="1835150"/>
            <a:ext cx="4762500" cy="3409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15370" y="1968500"/>
            <a:ext cx="4199860" cy="300990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F8503F8-7150-4ED9-9A15-5DEE147097F9}"/>
              </a:ext>
            </a:extLst>
          </p:cNvPr>
          <p:cNvSpPr>
            <a:spLocks noGrp="1"/>
          </p:cNvSpPr>
          <p:nvPr/>
        </p:nvSpPr>
        <p:spPr>
          <a:xfrm>
            <a:off x="5867400" y="1968500"/>
            <a:ext cx="4495800" cy="30099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9D4756-B5AA-4B5A-9FC6-2CA2A5CB1882}"/>
              </a:ext>
            </a:extLst>
          </p:cNvPr>
          <p:cNvSpPr>
            <a:spLocks noGrp="1"/>
          </p:cNvSpPr>
          <p:nvPr/>
        </p:nvSpPr>
        <p:spPr>
          <a:xfrm>
            <a:off x="5886450" y="50165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 </a:t>
            </a: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网格覆盖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E3AE6D9-4991-46FB-8D54-9055A05F2910}"/>
              </a:ext>
            </a:extLst>
          </p:cNvPr>
          <p:cNvSpPr>
            <a:spLocks noGrp="1"/>
          </p:cNvSpPr>
          <p:nvPr/>
        </p:nvSpPr>
        <p:spPr>
          <a:xfrm>
            <a:off x="10617200" y="19558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4B54D5-1193-4D40-B52D-547108F01933}"/>
              </a:ext>
            </a:extLst>
          </p:cNvPr>
          <p:cNvSpPr>
            <a:spLocks noGrp="1"/>
          </p:cNvSpPr>
          <p:nvPr/>
        </p:nvSpPr>
        <p:spPr>
          <a:xfrm>
            <a:off x="10693400" y="20447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593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EA06A68-E166-413A-912F-5A5843F5A585}"/>
              </a:ext>
            </a:extLst>
          </p:cNvPr>
          <p:cNvSpPr>
            <a:spLocks noGrp="1"/>
          </p:cNvSpPr>
          <p:nvPr/>
        </p:nvSpPr>
        <p:spPr>
          <a:xfrm>
            <a:off x="10693400" y="22733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官方资源扩展记录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648D940-17DC-4A3D-840E-84916FC32174}"/>
              </a:ext>
            </a:extLst>
          </p:cNvPr>
          <p:cNvSpPr>
            <a:spLocks noGrp="1"/>
          </p:cNvSpPr>
          <p:nvPr/>
        </p:nvSpPr>
        <p:spPr>
          <a:xfrm>
            <a:off x="10617200" y="27940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3636651-D840-4286-B61A-A45AA1DCCC48}"/>
              </a:ext>
            </a:extLst>
          </p:cNvPr>
          <p:cNvSpPr>
            <a:spLocks noGrp="1"/>
          </p:cNvSpPr>
          <p:nvPr/>
        </p:nvSpPr>
        <p:spPr>
          <a:xfrm>
            <a:off x="10693400" y="28829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484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C204F0D-92A9-4874-B0AF-F34868CB8194}"/>
              </a:ext>
            </a:extLst>
          </p:cNvPr>
          <p:cNvSpPr>
            <a:spLocks noGrp="1"/>
          </p:cNvSpPr>
          <p:nvPr/>
        </p:nvSpPr>
        <p:spPr>
          <a:xfrm>
            <a:off x="10693400" y="31115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不可移动文物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6EB63F0-15DA-4283-A9F4-DA96C77B5A1D}"/>
              </a:ext>
            </a:extLst>
          </p:cNvPr>
          <p:cNvSpPr>
            <a:spLocks noGrp="1"/>
          </p:cNvSpPr>
          <p:nvPr/>
        </p:nvSpPr>
        <p:spPr>
          <a:xfrm>
            <a:off x="10617200" y="36322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39DBDE-C08A-474C-B72D-42447E020211}"/>
              </a:ext>
            </a:extLst>
          </p:cNvPr>
          <p:cNvSpPr>
            <a:spLocks noGrp="1"/>
          </p:cNvSpPr>
          <p:nvPr/>
        </p:nvSpPr>
        <p:spPr>
          <a:xfrm>
            <a:off x="10693400" y="37211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 / 98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5E64115-0A24-4571-A38B-9D66A7A70554}"/>
              </a:ext>
            </a:extLst>
          </p:cNvPr>
          <p:cNvSpPr>
            <a:spLocks noGrp="1"/>
          </p:cNvSpPr>
          <p:nvPr/>
        </p:nvSpPr>
        <p:spPr>
          <a:xfrm>
            <a:off x="10693400" y="39497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博物馆 </a:t>
            </a:r>
            <a:r>
              <a:rPr lang="en-US" altLang="zh-CN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</a:t>
            </a: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历史文化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CDB4E11-780B-4BFA-94C3-6ED151BF002A}"/>
              </a:ext>
            </a:extLst>
          </p:cNvPr>
          <p:cNvSpPr>
            <a:spLocks noGrp="1"/>
          </p:cNvSpPr>
          <p:nvPr/>
        </p:nvSpPr>
        <p:spPr>
          <a:xfrm>
            <a:off x="10617200" y="44704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A19C168-20F8-4497-8FF6-1D9CE17D46FD}"/>
              </a:ext>
            </a:extLst>
          </p:cNvPr>
          <p:cNvSpPr>
            <a:spLocks noGrp="1"/>
          </p:cNvSpPr>
          <p:nvPr/>
        </p:nvSpPr>
        <p:spPr>
          <a:xfrm>
            <a:off x="10693400" y="45593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424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C56FA9B-45F5-4336-BD9C-868223F10E2A}"/>
              </a:ext>
            </a:extLst>
          </p:cNvPr>
          <p:cNvSpPr>
            <a:spLocks noGrp="1"/>
          </p:cNvSpPr>
          <p:nvPr/>
        </p:nvSpPr>
        <p:spPr>
          <a:xfrm>
            <a:off x="10693400" y="47879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纯新增候选资源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951BE15-8D9E-4014-A19E-8E648DE65F2A}"/>
              </a:ext>
            </a:extLst>
          </p:cNvPr>
          <p:cNvSpPr>
            <a:spLocks noGrp="1"/>
          </p:cNvSpPr>
          <p:nvPr/>
        </p:nvSpPr>
        <p:spPr>
          <a:xfrm>
            <a:off x="10617200" y="53086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96F6F1C-E339-4C8A-B022-CB597BF6AB05}"/>
              </a:ext>
            </a:extLst>
          </p:cNvPr>
          <p:cNvSpPr>
            <a:spLocks noGrp="1"/>
          </p:cNvSpPr>
          <p:nvPr/>
        </p:nvSpPr>
        <p:spPr>
          <a:xfrm>
            <a:off x="10693400" y="53975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710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1EF1BD8-DDDC-469D-B859-9B372481AF31}"/>
              </a:ext>
            </a:extLst>
          </p:cNvPr>
          <p:cNvSpPr>
            <a:spLocks noGrp="1"/>
          </p:cNvSpPr>
          <p:nvPr/>
        </p:nvSpPr>
        <p:spPr>
          <a:xfrm>
            <a:off x="10693400" y="56261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扩展锚点库总量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D09AC39-5D33-6237-2AAF-A2F3C3301773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ACED3F01-4338-38B4-F38E-4C7D1F47E49C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593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条官方资源扩展记录用于补充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条核心样本。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新增候选资源提示后续空间覆盖和项目储备。</a:t>
            </a:r>
          </a:p>
        </p:txBody>
      </p:sp>
    </p:spTree>
    <p:extLst>
      <p:ext uri="{BB962C8B-B14F-4D97-AF65-F5344CB8AC3E}">
        <p14:creationId xmlns:p14="http://schemas.microsoft.com/office/powerpoint/2010/main" val="612872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</Words>
  <Application>Microsoft Office PowerPoint</Application>
  <PresentationFormat>自定义</PresentationFormat>
  <Paragraphs>19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2026-06-03T05:48:49Z</dcterms:created>
  <dcterms:modified xsi:type="dcterms:W3CDTF">2026-06-03T05:48:49Z</dcterms:modified>
</cp:coreProperties>
</file>