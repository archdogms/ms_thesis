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E61409-21BF-47AB-B0FE-40B6B986D1F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16C18D-C209-4BCC-8659-F1D18C466C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9008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2810C0-AC27-51C3-E709-4AB33266F5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DD8C643-C384-ADA7-1FFB-AC4EE93248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B6326D-8A20-2C92-C999-908C39D33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FFA6F-B7E8-470D-91A5-8E41DFC2F1F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DACADD-712F-955F-FC6E-75F0F2606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AFFAEF-C888-BC19-BD52-64BF23AF5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D44FF-5578-4570-8B49-E25A172854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889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85F195-586B-9984-7694-C4829BEA9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2E812C-D6AA-07F2-9129-851B2ED53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E16F09-3EFC-ED08-553B-1F3176CFE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FFA6F-B7E8-470D-91A5-8E41DFC2F1F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E48B70-05AE-BA0C-7836-42BF94E6E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EB98F6-9CE0-3FFB-2D57-501AAD1C7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D44FF-5578-4570-8B49-E25A172854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6531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3A3309-B657-8923-21C6-E0EA0984D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3F5359-60C3-983D-FAA4-1FF750063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7C1736-4480-1A6A-05DC-3A6848D67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FFA6F-B7E8-470D-91A5-8E41DFC2F1F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747FAF-9D08-D9DB-088D-2D6BB28FD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7CAC31-8DD6-180E-1BDC-E7E208F76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D44FF-5578-4570-8B49-E25A172854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5431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65E9AB-A4E7-7575-482E-61758CA44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9CF4D1-316A-5D4E-A267-18D17FF893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909AFC0-9877-B9CF-AD5F-86D2E08EF4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5605052-F7C2-3720-BD8F-3AC226281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FFA6F-B7E8-470D-91A5-8E41DFC2F1F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7AF771F-E8CA-85B9-29A6-E0777ABB1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B767B9-EB69-DA33-7299-C5FBDD0C1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D44FF-5578-4570-8B49-E25A172854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594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BA8888-4F94-FBBB-CB8D-CBEEC0832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8B8AB9-EA82-9B13-0AFC-5239DE13DA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B3A6EF7-B5B0-8A8E-C270-0BDF627391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68B732A-EAE5-A990-96AF-305A30D7B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FE0AFEC-AA48-9BAE-82EA-E3A0F9135C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33CD858-79B3-8190-249F-A082B84FB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FFA6F-B7E8-470D-91A5-8E41DFC2F1F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2F3C471-1BC3-D242-078A-458B91B65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E0945BC-F9DB-354B-8DB7-8B2B33C6B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D44FF-5578-4570-8B49-E25A172854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5259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DCFA0D-BA0F-BB41-3BC1-0A9786539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710D1EC-4505-B3CB-258B-C40680DC5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FFA6F-B7E8-470D-91A5-8E41DFC2F1F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925C7C0-4761-69DB-CAC1-92BC5F644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6AE1216-CCFE-1074-0CE1-08E6E0062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D44FF-5578-4570-8B49-E25A172854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09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7CC3771-A93C-50DB-37E8-E59C79E0E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FFA6F-B7E8-470D-91A5-8E41DFC2F1F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2A26EA8-EBAC-A7A0-261F-D3D2498F1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34778E-5740-8ACD-6806-58DC52B14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D44FF-5578-4570-8B49-E25A172854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082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2630E2-F241-5ED7-32AD-8DAD82DEA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0F21BA-9A87-54A1-8DE3-9BDFEA3B1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1D62AA5-B97E-8AE7-8ADB-58CC533F0E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252C9EB-F0E7-B065-DEC1-3F58DC27D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FFA6F-B7E8-470D-91A5-8E41DFC2F1F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CF539E5-5AEC-4BAF-3AF6-85CD584F1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B33029-888F-407C-D4B9-8B693C00F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D44FF-5578-4570-8B49-E25A172854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3922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D1A4AF-19F9-0C6A-03F0-B4C3B13A0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8863080-85CD-E3DE-60B5-15CB9C5993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02FFDD6-B138-7EDE-5CAD-0232421D2B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11E16C4-AA04-6475-1285-7DA1AA0D2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FFA6F-B7E8-470D-91A5-8E41DFC2F1F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F505964-2F00-8C26-4265-533EB30C7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AF0FC8-51C2-FECB-46EB-1CBEE2269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D44FF-5578-4570-8B49-E25A172854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9787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D222E8-2C80-5B14-CB59-A30B1B46B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3AF9DA2-76DB-55C2-7E06-90046140F8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7095D4-57D0-D85C-BC15-C7F9B18F9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FFA6F-B7E8-470D-91A5-8E41DFC2F1F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C73B16-33C2-3972-E2E1-6A260EB73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1229EA-B3E7-E07E-3D2F-BEB2AF749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D44FF-5578-4570-8B49-E25A172854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6368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AE3F30D-541D-5748-DD5E-826BB336FF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69C0691-46E0-BD76-801F-38E1C14EA6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95F9AB-2EA6-5F0E-486D-91B2BA563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FFA6F-B7E8-470D-91A5-8E41DFC2F1F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184298-55D4-1BA6-EE3E-BDDE02D42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C99AEA-11D5-181A-260A-06162E1DF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D44FF-5578-4570-8B49-E25A172854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27131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7496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C51DBC7-FE20-0C2F-B030-E22846821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8F9214-0AD9-7508-3EC1-247ED0FB1B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78D46F-6A3C-04C2-D035-77E2FC0CFA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EFFA6F-B7E8-470D-91A5-8E41DFC2F1F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DCA281-B771-B59F-657D-67517F4888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04D58C-013F-6006-4B8F-33CEF04961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4D44FF-5578-4570-8B49-E25A172854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2411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E6AE8E4-69C4-4881-B06C-DADDE4CB94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263207" y="400050"/>
            <a:ext cx="1533236" cy="6096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62F1931C-48D8-41E6-BE29-B5A585EC8628}"/>
              </a:ext>
            </a:extLst>
          </p:cNvPr>
          <p:cNvSpPr>
            <a:spLocks noGrp="1"/>
          </p:cNvSpPr>
          <p:nvPr/>
        </p:nvSpPr>
        <p:spPr>
          <a:xfrm>
            <a:off x="552450" y="1123950"/>
            <a:ext cx="6362700" cy="1924050"/>
          </a:xfrm>
          <a:prstGeom prst="rect">
            <a:avLst/>
          </a:prstGeom>
          <a:solidFill>
            <a:srgbClr val="F7F5FA">
              <a:alpha val="9098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823C85E-9710-4154-895B-7AC86AF6B556}"/>
              </a:ext>
            </a:extLst>
          </p:cNvPr>
          <p:cNvSpPr>
            <a:spLocks noGrp="1"/>
          </p:cNvSpPr>
          <p:nvPr/>
        </p:nvSpPr>
        <p:spPr>
          <a:xfrm>
            <a:off x="552450" y="1123950"/>
            <a:ext cx="95250" cy="19240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9FD263-D702-41FE-83B0-ABDA5673F615}"/>
              </a:ext>
            </a:extLst>
          </p:cNvPr>
          <p:cNvSpPr>
            <a:spLocks noGrp="1"/>
          </p:cNvSpPr>
          <p:nvPr/>
        </p:nvSpPr>
        <p:spPr>
          <a:xfrm>
            <a:off x="819150" y="1123950"/>
            <a:ext cx="3619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1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2400" b="1" dirty="0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BA6D79-F634-484A-8E2F-5F27FC618E8B}"/>
              </a:ext>
            </a:extLst>
          </p:cNvPr>
          <p:cNvSpPr>
            <a:spLocks noGrp="1"/>
          </p:cNvSpPr>
          <p:nvPr/>
        </p:nvSpPr>
        <p:spPr>
          <a:xfrm>
            <a:off x="819149" y="1657350"/>
            <a:ext cx="6984565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4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4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基于多源数据的佛山市南海区旅游景点文旅融合潜力研究</a:t>
            </a:r>
            <a:endParaRPr sz="34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7E0B23-7C4D-44FC-996E-A4EC21FCAF7D}"/>
              </a:ext>
            </a:extLst>
          </p:cNvPr>
          <p:cNvSpPr>
            <a:spLocks noGrp="1"/>
          </p:cNvSpPr>
          <p:nvPr/>
        </p:nvSpPr>
        <p:spPr>
          <a:xfrm>
            <a:off x="819149" y="2905125"/>
            <a:ext cx="5429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050" b="0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450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识别文化记忆、空间载体与游客体验之间的错位关系</a:t>
            </a:r>
            <a:endParaRPr sz="1450" dirty="0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FEF8AC9-03FB-46BB-806A-34D76CB2ED26}"/>
              </a:ext>
            </a:extLst>
          </p:cNvPr>
          <p:cNvSpPr>
            <a:spLocks noGrp="1"/>
          </p:cNvSpPr>
          <p:nvPr/>
        </p:nvSpPr>
        <p:spPr>
          <a:xfrm>
            <a:off x="819149" y="36385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答辩人：孟帅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45F7DC4-EC9F-4904-AD84-C427C5929FCD}"/>
              </a:ext>
            </a:extLst>
          </p:cNvPr>
          <p:cNvSpPr>
            <a:spLocks noGrp="1"/>
          </p:cNvSpPr>
          <p:nvPr/>
        </p:nvSpPr>
        <p:spPr>
          <a:xfrm>
            <a:off x="819149" y="4281488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专业：风景园林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47C7EC0-4C82-436D-9204-948D8793847F}"/>
              </a:ext>
            </a:extLst>
          </p:cNvPr>
          <p:cNvSpPr>
            <a:spLocks noGrp="1"/>
          </p:cNvSpPr>
          <p:nvPr/>
        </p:nvSpPr>
        <p:spPr>
          <a:xfrm>
            <a:off x="819149" y="4602957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指导教师：邬东璠 副教授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7854CB5-7D29-4D6A-86E8-10E90CF8F8CC}"/>
              </a:ext>
            </a:extLst>
          </p:cNvPr>
          <p:cNvSpPr>
            <a:spLocks noGrp="1"/>
          </p:cNvSpPr>
          <p:nvPr/>
        </p:nvSpPr>
        <p:spPr>
          <a:xfrm>
            <a:off x="819149" y="4924425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日期：</a:t>
            </a:r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2026 </a:t>
            </a: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 </a:t>
            </a:r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 </a:t>
            </a: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月 </a:t>
            </a:r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</a:t>
            </a: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B0C8B33-5A70-4607-9D22-A5E3AC736C09}"/>
              </a:ext>
            </a:extLst>
          </p:cNvPr>
          <p:cNvSpPr>
            <a:spLocks noGrp="1"/>
          </p:cNvSpPr>
          <p:nvPr/>
        </p:nvSpPr>
        <p:spPr>
          <a:xfrm>
            <a:off x="552450" y="6229350"/>
            <a:ext cx="2190750" cy="7620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AC35AC4-BDC8-44AE-9178-E69DFBA97134}"/>
              </a:ext>
            </a:extLst>
          </p:cNvPr>
          <p:cNvSpPr>
            <a:spLocks noGrp="1"/>
          </p:cNvSpPr>
          <p:nvPr/>
        </p:nvSpPr>
        <p:spPr>
          <a:xfrm>
            <a:off x="7296150" y="4705350"/>
            <a:ext cx="3905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8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9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NANHAI / MAP DATA / CULTURE-TOURISM</a:t>
            </a:r>
            <a:endParaRPr sz="9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24FA41-C646-5604-D6E2-C7AA241DE1AB}"/>
              </a:ext>
            </a:extLst>
          </p:cNvPr>
          <p:cNvSpPr>
            <a:spLocks noGrp="1"/>
          </p:cNvSpPr>
          <p:nvPr/>
        </p:nvSpPr>
        <p:spPr>
          <a:xfrm>
            <a:off x="819149" y="3960019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学号：</a:t>
            </a:r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2021010910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462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</Words>
  <Application>Microsoft Office PowerPoint</Application>
  <PresentationFormat>自定义</PresentationFormat>
  <Paragraphs>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帅 孟</dc:creator>
  <cp:lastModifiedBy>帅 孟</cp:lastModifiedBy>
  <cp:revision>1</cp:revision>
  <dcterms:created xsi:type="dcterms:W3CDTF">2026-06-03T05:48:45Z</dcterms:created>
  <dcterms:modified xsi:type="dcterms:W3CDTF">2026-06-03T05:48:45Z</dcterms:modified>
</cp:coreProperties>
</file>