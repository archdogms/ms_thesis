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8821E-4F68-4227-AA50-9C6FB0496EE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15820-FAC4-46E3-8F1F-7A9B0C888D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02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35A4C-BC8F-5E42-55E3-C5C149755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D78819-36B9-3EDB-BCA3-EC97434A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2EE40-C01C-162B-D0D1-CF810E12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6303F-0A7A-D2F6-6EF2-65C1B335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FBB3A-8192-AE0B-70D0-18E358CC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33E28-9930-BD4E-D30F-8C0E5EF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6EF59-BEB9-605B-477B-A91DE9D60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4D5CA-EF8E-63CD-D8D6-C28E23AE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3CC7D-008B-56C7-F5C3-F940C90D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FD6C9-2333-15B3-966E-E9467DA1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95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2B8E4-A694-D904-08D2-AE9353DA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6EC39-12F0-65AF-1EB7-549A25A31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9EA0C-F75E-23D9-2730-C1F8825E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3FFAA-E26F-4B30-08D5-13DC0CA2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DBEB1-D13A-B45A-1B64-04AD6B0C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51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1FECC-BC09-7286-B8A7-117DE356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F0F2F-D720-3FBD-D644-547A7008B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8BAECB-E18E-FC85-816F-E215CE214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468B1E-A659-F52A-C03E-E49DD70F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D8C659-D132-F4C1-1E2F-417C9931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D4726B-1EEF-0235-21F6-39520A02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0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23EF9-5F15-BB21-F10A-0F532DA4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971103-CEC2-81A3-0347-E2BCFD49C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F228BD-C68E-2FF7-15EF-3225E66B8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92D317-2C86-6707-5354-E4F908D7F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614149-7CDF-96A4-AA44-10AE91500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DC3A8C-189A-CCD8-0472-333AA26C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D3724B-2FDB-EE69-BF4C-A1C351F7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64102B-A564-B02A-85C1-649112DD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33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276D-7EAD-FCF9-F6D5-A212B4FA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456ABD-6B7D-4565-564A-E56C71C0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8513D6-F58A-C377-F70B-315D4383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88ACAC-024D-3513-9E18-B304C5B9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67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00669B-FD6C-2BCD-B3F0-D9B03E1B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81819F-D030-AB14-1BCA-50B3EB9F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877F5-C9BE-03BE-80E6-9846E6E6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9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20D17-F38C-71CA-F099-1AFD4E8B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7C5F28-D1BF-0E1E-1E04-ABDCFC34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8FF6D5-7DC0-CC3D-453F-E3F18B94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E67BA3-B7FA-5934-6625-2A596EBC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A964DA-1EF7-EB52-588F-03046607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A66CF-2377-4688-56D9-52B2F4E0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95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E808D-8755-EA00-5F67-630C7FF8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6F5800-D42C-3F18-9CED-976BCAA11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42C171-19F9-3BFB-55B6-19B911925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1E8BFE-4A2B-70DB-827D-90498DB4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78F333-EEDA-2192-1604-72FBD962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B8A59-A3F0-8A28-6DD6-BB246501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01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B243-12DF-6569-2DD6-809FA8E2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4C2E3F-2BE7-7049-44D3-BD19E1D04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94487-D3EE-0A1E-E71F-3E7443B7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A9908-2D9B-B0F1-7FB4-8FBEF106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68614-7D02-23C7-495F-823B258A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67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5F7A9C-FE70-21DB-7960-5EB55A42C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E1FC4B-FF32-7A4E-822B-7A0B6F119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50B2B-E56F-04F1-26AA-D035AC79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53EB7-F8CB-3844-358E-1B62E562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4E4AE8-D462-A685-C9D8-6D128D64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85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07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E1E3F8-FEA0-356B-9C15-8D8DC22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6E4F81-A26E-C290-F14C-8F8F4B881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0806B-BB95-B2FE-94A8-22FF0C571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2EB2-A194-4E4C-8D01-78E7FDF686B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06E97C-E3CA-6E02-5547-955D28B64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034601-E29F-0409-622F-71A3331BB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C5BEB-59D6-4998-8D3A-A5AF4813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9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2026-06-03T05:48:50Z</dcterms:created>
  <dcterms:modified xsi:type="dcterms:W3CDTF">2026-06-03T05:48:50Z</dcterms:modified>
</cp:coreProperties>
</file>