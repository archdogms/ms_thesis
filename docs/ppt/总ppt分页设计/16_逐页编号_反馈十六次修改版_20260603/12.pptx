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9050D0-D527-4016-A183-06747E5F2B7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349AD5-287A-41C6-B71F-E9D46581CC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972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68AD1C-F391-1221-9064-6FC02C441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D019646-95A1-5041-4DFB-6702BAFD67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C89278-4D6D-CFA7-4E29-4F60D3B13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BEE26-618E-4B42-A3E5-7DBD2650F04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61555E-59D8-3AC6-A605-B285412CF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56F890-C3BF-255C-5A60-73D6ECBF0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E1CE-31FC-4E3C-BABB-31AF1A3B34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295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BA7066-A072-155F-263A-7208A99FC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CFD8D6-CA6B-1FC0-28F5-855B7E367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79E494-F3CE-3CA6-BE61-6CC2E0A8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BEE26-618E-4B42-A3E5-7DBD2650F04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F26474-5759-53F4-9208-B648F16BD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C5D269-CDC3-B412-5F37-52496F807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E1CE-31FC-4E3C-BABB-31AF1A3B34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573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26BC0F-D933-A142-3576-E47D6445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1A3EC7-B38E-E6BB-326A-59C628631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9A8F42-FE02-6B6D-A36F-538A8C5E0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BEE26-618E-4B42-A3E5-7DBD2650F04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016C49-4E82-528A-D29F-516FC51A3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3409E2-FD07-A747-22A9-CD080EC35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E1CE-31FC-4E3C-BABB-31AF1A3B34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341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6B2CCC-26B1-827F-06E7-760C68024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2EF6C8-2825-2B82-9EC7-60F4359799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5FA8F7-6076-6C28-32B0-86E77CC1D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009C3C-0E7B-D32D-13A1-F3316FF76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BEE26-618E-4B42-A3E5-7DBD2650F04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8C3709-C242-E53C-C773-6077CB1EA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E456B0-1387-5903-F1F7-414457558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E1CE-31FC-4E3C-BABB-31AF1A3B34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785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F316C0-CAFB-51AC-1A3B-2848C7F4D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DE4041-4B09-E9BB-3E3F-9243C3957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1974E2-4AF7-6931-4416-CAAC5C0A0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B8C56A-A23D-AB1E-09D3-359DDCF3A1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0304B85-7E45-A233-62A4-229C2C4AE0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0F5D4E-3F0D-EDC7-2D1A-810F5DA68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BEE26-618E-4B42-A3E5-7DBD2650F04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3EE3BDF-62C2-C2B0-8B94-6EB86D2C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1361E4-F57C-1490-FE15-330D0FB4C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E1CE-31FC-4E3C-BABB-31AF1A3B34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531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3A5A4D-5865-0412-6A85-C76A89045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12B4ED0-776B-E995-2C49-5047AD4A7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BEE26-618E-4B42-A3E5-7DBD2650F04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40D7378-F3B7-84CE-29D8-7AB5A401D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1375B54-B268-870F-A3C0-133A5659F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E1CE-31FC-4E3C-BABB-31AF1A3B34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470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8D817D9-C106-9239-1EB8-FA32B0C00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BEE26-618E-4B42-A3E5-7DBD2650F04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C51028F-4A56-E851-EAC3-616821AF7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7C6F79-2600-2C8C-4154-4BCD92A48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E1CE-31FC-4E3C-BABB-31AF1A3B34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318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17A626-9250-D42A-E6AC-92D2E83C1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0C5940-727A-17BA-826B-4DF226EE1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BEC2BF-BF4B-272D-BEFA-E7855BA7F1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CFAAD1-15E0-4607-3A97-9AADBCE22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BEE26-618E-4B42-A3E5-7DBD2650F04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31EBAF-524D-8F34-470E-E3A769266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720E01-C405-1816-FAF7-AAA34E653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E1CE-31FC-4E3C-BABB-31AF1A3B34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956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279F08-BB89-2EA5-9600-3DCA3E129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D97EA1-2D4B-D808-4428-7D77709C3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F1D82F-1118-FB4A-F1D4-8E7C0BB97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F253FB-D373-0ABF-717D-6E76D7450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BEE26-618E-4B42-A3E5-7DBD2650F04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97A86D-29E7-3DDC-3956-CEDD82A78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5AD264-A560-A220-E563-598A509EF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E1CE-31FC-4E3C-BABB-31AF1A3B34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221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EA5F7B-7023-AD58-5BCD-310AFBD59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CA9AE2-0D4B-E3CA-F778-390D129B1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ED92B2-9AF1-B90B-760C-F5277A9A8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BEE26-618E-4B42-A3E5-7DBD2650F04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A53C13-A7AA-4B06-A414-5108C228B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A83A6D-A4B0-093F-9FAA-B814C600D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E1CE-31FC-4E3C-BABB-31AF1A3B34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952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488D2F1-D676-5958-1850-474CF7B31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4335A4-61B0-AADA-0976-6666A456E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AB2344-F2C2-4AA4-1D53-2EF982FA5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BEE26-618E-4B42-A3E5-7DBD2650F04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F0FC4E-E0A5-3448-A8B7-7A00F578D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6908FD-2167-2146-33B8-A0A66F016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A9E1CE-31FC-4E3C-BABB-31AF1A3B34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6746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1860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92A201F-7CA6-B96E-7500-26E1594CD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CC5007-1DBD-C1A2-E44B-1728048E4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8F7FA1-5993-8285-9FC6-C694075CD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BEE26-618E-4B42-A3E5-7DBD2650F04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3DC227-BC35-FCA9-7D7C-B0EF82489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94EC6B-54CF-D012-BFD8-9FF09CAFA2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9E1CE-31FC-4E3C-BABB-31AF1A3B34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299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E65C9D-0AB0-432A-98DE-7EB3D3467A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5C8001-27F6-4179-B75F-E11F038631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110045-98E8-49F0-9EEB-732572267F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12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6E7CB1-8D17-4824-AAE7-E555B3667B7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6.3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6.3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、表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5.1.2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0DFC15-1377-4F8F-A4A2-F945637C2AA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0420F9-C075-494A-A88C-2B1909B06E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镇街对比：热度与文化分离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C55F06E-B532-4317-AA93-E371B21BA4FF}"/>
              </a:ext>
            </a:extLst>
          </p:cNvPr>
          <p:cNvSpPr>
            <a:spLocks noGrp="1"/>
          </p:cNvSpPr>
          <p:nvPr/>
        </p:nvSpPr>
        <p:spPr>
          <a:xfrm>
            <a:off x="3505200" y="18859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A4C0B9C-59FB-4FC0-B11C-E6746AD472B8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97331" y="1943100"/>
            <a:ext cx="5302338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9F822BA-2489-437B-AA70-8B7EA3103924}"/>
              </a:ext>
            </a:extLst>
          </p:cNvPr>
          <p:cNvSpPr>
            <a:spLocks noGrp="1"/>
          </p:cNvSpPr>
          <p:nvPr/>
        </p:nvSpPr>
        <p:spPr>
          <a:xfrm>
            <a:off x="3562350" y="19431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6659BAD-58F1-47CE-ABC1-05A899D43004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4,174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48D6BF-08D6-4B18-8119-5F4DD23B398A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3B9AD86-22D8-4A5C-A2D4-48E543B6E273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桂城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5772D12-FC4F-4A0B-84CE-9C298CB511F3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2,625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1D682C-0DA6-42C0-BD6E-1CC22344EA09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F53EDE6-6D8B-4A91-82E9-E8332752FE19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里水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419412-5CBB-43C2-92CC-23E2354207F2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875AE7-6E41-419D-8231-59E277E12A91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E2F11E0-BF8B-4708-9E45-38542D5C5A4B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86A2D56-8FB9-4B4A-B50E-5F39C6066686}"/>
              </a:ext>
            </a:extLst>
          </p:cNvPr>
          <p:cNvSpPr>
            <a:spLocks noGrp="1"/>
          </p:cNvSpPr>
          <p:nvPr/>
        </p:nvSpPr>
        <p:spPr>
          <a:xfrm>
            <a:off x="742950" y="41529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B0F6F6-C744-4F4D-9C36-C8196239AECD}"/>
              </a:ext>
            </a:extLst>
          </p:cNvPr>
          <p:cNvSpPr>
            <a:spLocks noGrp="1"/>
          </p:cNvSpPr>
          <p:nvPr/>
        </p:nvSpPr>
        <p:spPr>
          <a:xfrm>
            <a:off x="742950" y="45148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1F81F2E-6D96-4F77-825E-B6F16058EE76}"/>
              </a:ext>
            </a:extLst>
          </p:cNvPr>
          <p:cNvSpPr>
            <a:spLocks noGrp="1"/>
          </p:cNvSpPr>
          <p:nvPr/>
        </p:nvSpPr>
        <p:spPr>
          <a:xfrm>
            <a:off x="742950" y="45910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占比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E18AC17-E70C-4CAD-AE5F-DDD31595208E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西樵、九江、丹灶文化载体更厚，提示补旅游条件和补文化内容是两类任务。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626245-486A-BB3E-9502-1BFEC640BF3F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370BC2AD-FFED-CAC0-0D37-DFEF98EE6C0D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桂城、里水等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高值不等于文化厚度高。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西樵、九江、丹灶承担文化资源转化重点。</a:t>
            </a:r>
          </a:p>
        </p:txBody>
      </p:sp>
    </p:spTree>
    <p:extLst>
      <p:ext uri="{BB962C8B-B14F-4D97-AF65-F5344CB8AC3E}">
        <p14:creationId xmlns:p14="http://schemas.microsoft.com/office/powerpoint/2010/main" val="100634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</Words>
  <Application>Microsoft Office PowerPoint</Application>
  <PresentationFormat>自定义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2026-06-03T05:48:49Z</dcterms:created>
  <dcterms:modified xsi:type="dcterms:W3CDTF">2026-06-03T05:48:49Z</dcterms:modified>
</cp:coreProperties>
</file>