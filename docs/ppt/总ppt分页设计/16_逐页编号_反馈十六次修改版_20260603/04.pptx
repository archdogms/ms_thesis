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8FBB9-A744-4BA9-BC66-2CC544D05BB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221ED-907D-4852-9303-737083E400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D8426-B011-C485-5436-A98E494A7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E6FF41-3CCD-6C68-AD0D-57A6993B8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0691C-DCE3-8CBD-37DA-871C4C47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E43F1E-932F-D1FA-815D-1B4F9E94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3724A8-40DB-F0CE-78FD-E63A5992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9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EC7CF-8D99-9E19-0674-8DC35209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E257A-902A-AC2F-14D6-7DFD5FC6B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4002F-9831-67C0-D64F-1D7532C9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A029D4-B6E1-307C-DD52-0BE6F880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8DA304-14F1-583C-2162-FA22710D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53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FBE58-DE46-7AFB-663C-3E13A213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355E51-0381-E38A-E14E-5B4D9084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BE74E5-0350-FDCB-9BA9-788A0968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20DE3-EEA6-333E-141D-4EB842F6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1A7586-27C6-CD8C-3E98-A1EC3898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86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19583-0414-E9EE-0033-843A987B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F2948-9F8F-800C-914B-1079E6BFA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DF6B8A-1608-E2D8-7CCB-D51A94E3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752BE9-C581-6CA9-3155-B22516D2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9BE1FB-1BA2-7DA9-2811-AD11D89D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3183E4-9B96-AACC-9782-F6AD111C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255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49E0A-38DB-0AAF-E0E2-1E580286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F8D40F-2B93-07BB-AC7B-28BBFCD8E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033F7B-DFAA-ED5A-3406-88BD1C0D0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211357-8E39-719A-727C-BC162585B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EA2496-58AE-5A02-835F-38A10C060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1BCB70-6B72-FAB1-8821-0BA9AB25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B5D5BB-A24F-A379-1048-4E4C7F72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074C6D-6A20-20CA-0114-D75F0355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7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6329A-71DC-13C1-375A-41A27932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06089A-CC9D-FAF0-53F1-5FC8E634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E71E07-8416-2A01-E7C7-E51AE6E4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60226-7A62-21A3-552D-E21B6F86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64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739489-25F1-E0F9-2433-18E6AA9E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7BF29A-73BA-F7CC-C856-AC8F65A2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2FD75B-1C7A-9AF8-92CC-1D7996B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3896B-5BDF-EE0F-D2B8-593246DD6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40F526-7985-07F8-E1D5-EA9ED41F7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57E19E-48BA-C35F-E355-462B19A6E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678802-6034-1060-1F28-063DAA3B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29446-511E-2289-A9A8-0B6BC61A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694E4-F73A-9A70-5B52-38FDC6E7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22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B191-359D-60BB-0476-7CB5A230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EF1E33-653B-1601-B03D-FA410196B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A8D2E-9093-0006-A07D-E58A816DF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844CD3-05E6-AC12-22DE-9B41353D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981309-A9BD-6417-22C9-D635A052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8E4043-EB69-7590-A823-3AC3F874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49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1D2CE-FF69-FF79-6BFF-5ADA54CF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3DF5EB-9ED9-E043-12D8-608008A2B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1457B-C88B-EFEE-A7E4-1FE27728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87D84-D60C-48B1-2E49-6EA84F79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046CAF-D402-12FC-4447-AF0F1087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7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32DD97-1337-537B-D87A-1B6789D62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B13A13-6738-A387-BF5C-4B934F464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0B6B81-E840-4328-18B6-B6041382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C312F-F900-1EBA-C931-F291A6E9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4605AD-47B3-CF56-5617-EBB2E6F1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02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12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C86417-6069-4E01-86E4-398CBAE68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D706A-C39E-BF41-78FD-7821A0A57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FFEEA-0C1F-3BC2-5837-9F79E9087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CAD1D-EC84-4128-9258-2E6662D4EAC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5AD268-C55D-E338-0947-5F6DA52C8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7DC74-7F22-1984-FDF9-F65842A3A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53984-E359-4179-813F-A9F738027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08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双谱系耦合的连接口径</a:t>
            </a:r>
            <a:endParaRPr sz="2400" b="1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15 S4 TopBullets">
            <a:extLst>
              <a:ext uri="{FF2B5EF4-FFF2-40B4-BE49-F238E27FC236}">
                <a16:creationId xmlns:a16="http://schemas.microsoft.com/office/drawing/2014/main" id="{A3F95EDF-1BAA-4EAA-2D33-53BCD9043767}"/>
              </a:ext>
            </a:extLst>
          </p:cNvPr>
          <p:cNvSpPr txBox="1"/>
          <p:nvPr/>
        </p:nvSpPr>
        <p:spPr>
          <a:xfrm>
            <a:off x="990600" y="1168400"/>
            <a:ext cx="10033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文化谱系来自典籍文本与知识图谱，旅游谱系来自 </a:t>
            </a:r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、评分和评论。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文化景点锚点把两套谱系落到同一空间对象，再进行耦合分析。</a:t>
            </a:r>
          </a:p>
        </p:txBody>
      </p:sp>
      <p:cxnSp>
        <p:nvCxnSpPr>
          <p:cNvPr id="11" name="R15 S4 Rule">
            <a:extLst>
              <a:ext uri="{FF2B5EF4-FFF2-40B4-BE49-F238E27FC236}">
                <a16:creationId xmlns:a16="http://schemas.microsoft.com/office/drawing/2014/main" id="{646540D1-CD03-65D4-4716-C9BFB59174E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15 S4 Culture Panel">
            <a:extLst>
              <a:ext uri="{FF2B5EF4-FFF2-40B4-BE49-F238E27FC236}">
                <a16:creationId xmlns:a16="http://schemas.microsoft.com/office/drawing/2014/main" id="{59A072FF-2017-0A5B-75C1-D95DF03E2B2B}"/>
              </a:ext>
            </a:extLst>
          </p:cNvPr>
          <p:cNvSpPr/>
          <p:nvPr/>
        </p:nvSpPr>
        <p:spPr>
          <a:xfrm>
            <a:off x="889000" y="2032000"/>
            <a:ext cx="3276600" cy="2946400"/>
          </a:xfrm>
          <a:prstGeom prst="roundRect">
            <a:avLst/>
          </a:prstGeom>
          <a:solidFill>
            <a:srgbClr val="FDF9FE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635CC-7A4D-1C5C-4126-A4BD0992066F}"/>
              </a:ext>
            </a:extLst>
          </p:cNvPr>
          <p:cNvSpPr/>
          <p:nvPr/>
        </p:nvSpPr>
        <p:spPr>
          <a:xfrm>
            <a:off x="889000" y="2032000"/>
            <a:ext cx="3276600" cy="762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15 S4 Culture Head">
            <a:extLst>
              <a:ext uri="{FF2B5EF4-FFF2-40B4-BE49-F238E27FC236}">
                <a16:creationId xmlns:a16="http://schemas.microsoft.com/office/drawing/2014/main" id="{9C9CAFE3-311F-F4B2-5D7F-56A921E026FE}"/>
              </a:ext>
            </a:extLst>
          </p:cNvPr>
          <p:cNvSpPr txBox="1"/>
          <p:nvPr/>
        </p:nvSpPr>
        <p:spPr>
          <a:xfrm>
            <a:off x="1168400" y="23241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</a:t>
            </a:r>
          </a:p>
        </p:txBody>
      </p:sp>
      <p:sp>
        <p:nvSpPr>
          <p:cNvPr id="15" name="R15 S4 Culture Body">
            <a:extLst>
              <a:ext uri="{FF2B5EF4-FFF2-40B4-BE49-F238E27FC236}">
                <a16:creationId xmlns:a16="http://schemas.microsoft.com/office/drawing/2014/main" id="{7DFAEF74-42F6-3800-0AEE-94E8F586B7FB}"/>
              </a:ext>
            </a:extLst>
          </p:cNvPr>
          <p:cNvSpPr txBox="1"/>
          <p:nvPr/>
        </p:nvSpPr>
        <p:spPr>
          <a:xfrm>
            <a:off x="1168400" y="2730500"/>
            <a:ext cx="2717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典籍语料与地方文献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知识图谱实体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endParaRPr lang="zh-CN" altLang="en-US" sz="13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15 S4 Num">
            <a:extLst>
              <a:ext uri="{FF2B5EF4-FFF2-40B4-BE49-F238E27FC236}">
                <a16:creationId xmlns:a16="http://schemas.microsoft.com/office/drawing/2014/main" id="{984ADB02-0C6A-D843-EF12-99861AAEE91A}"/>
              </a:ext>
            </a:extLst>
          </p:cNvPr>
          <p:cNvSpPr txBox="1"/>
          <p:nvPr/>
        </p:nvSpPr>
        <p:spPr>
          <a:xfrm>
            <a:off x="1168400" y="41910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R15 S4 NumLabel">
            <a:extLst>
              <a:ext uri="{FF2B5EF4-FFF2-40B4-BE49-F238E27FC236}">
                <a16:creationId xmlns:a16="http://schemas.microsoft.com/office/drawing/2014/main" id="{60427C21-9662-6C90-23BD-69F4FC13F84A}"/>
              </a:ext>
            </a:extLst>
          </p:cNvPr>
          <p:cNvSpPr txBox="1"/>
          <p:nvPr/>
        </p:nvSpPr>
        <p:spPr>
          <a:xfrm>
            <a:off x="1168400" y="4495800"/>
            <a:ext cx="1397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标准化语料</a:t>
            </a:r>
          </a:p>
        </p:txBody>
      </p:sp>
      <p:sp>
        <p:nvSpPr>
          <p:cNvPr id="20" name="R15 S4 Num">
            <a:extLst>
              <a:ext uri="{FF2B5EF4-FFF2-40B4-BE49-F238E27FC236}">
                <a16:creationId xmlns:a16="http://schemas.microsoft.com/office/drawing/2014/main" id="{84622830-CE8A-B51A-8FA5-BED02008424B}"/>
              </a:ext>
            </a:extLst>
          </p:cNvPr>
          <p:cNvSpPr txBox="1"/>
          <p:nvPr/>
        </p:nvSpPr>
        <p:spPr>
          <a:xfrm>
            <a:off x="2514600" y="41910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endParaRPr lang="zh-CN" altLang="en-US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15 S4 NumLabel">
            <a:extLst>
              <a:ext uri="{FF2B5EF4-FFF2-40B4-BE49-F238E27FC236}">
                <a16:creationId xmlns:a16="http://schemas.microsoft.com/office/drawing/2014/main" id="{99F39681-5D77-B566-5F92-F04B2349DF1D}"/>
              </a:ext>
            </a:extLst>
          </p:cNvPr>
          <p:cNvSpPr txBox="1"/>
          <p:nvPr/>
        </p:nvSpPr>
        <p:spPr>
          <a:xfrm>
            <a:off x="25146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图谱实体</a:t>
            </a:r>
          </a:p>
        </p:txBody>
      </p:sp>
      <p:sp>
        <p:nvSpPr>
          <p:cNvPr id="23" name="R15 S4 Anchor Panel">
            <a:extLst>
              <a:ext uri="{FF2B5EF4-FFF2-40B4-BE49-F238E27FC236}">
                <a16:creationId xmlns:a16="http://schemas.microsoft.com/office/drawing/2014/main" id="{066BC354-1E47-F922-D62D-6E36BCC82C74}"/>
              </a:ext>
            </a:extLst>
          </p:cNvPr>
          <p:cNvSpPr/>
          <p:nvPr/>
        </p:nvSpPr>
        <p:spPr>
          <a:xfrm>
            <a:off x="4622800" y="1803400"/>
            <a:ext cx="2946400" cy="3403600"/>
          </a:xfrm>
          <a:prstGeom prst="roundRect">
            <a:avLst/>
          </a:prstGeom>
          <a:solidFill>
            <a:srgbClr val="F7FCFA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B3D7A0-48B9-1FD4-C3CC-7C9DD45EF50A}"/>
              </a:ext>
            </a:extLst>
          </p:cNvPr>
          <p:cNvSpPr/>
          <p:nvPr/>
        </p:nvSpPr>
        <p:spPr>
          <a:xfrm>
            <a:off x="4622800" y="1803400"/>
            <a:ext cx="2946400" cy="762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15 S4 Anchor Head">
            <a:extLst>
              <a:ext uri="{FF2B5EF4-FFF2-40B4-BE49-F238E27FC236}">
                <a16:creationId xmlns:a16="http://schemas.microsoft.com/office/drawing/2014/main" id="{7081C241-0418-FA74-5D26-4C8581971D51}"/>
              </a:ext>
            </a:extLst>
          </p:cNvPr>
          <p:cNvSpPr txBox="1"/>
          <p:nvPr/>
        </p:nvSpPr>
        <p:spPr>
          <a:xfrm>
            <a:off x="4902200" y="2095500"/>
            <a:ext cx="238760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中间层：文化景点锚点</a:t>
            </a:r>
          </a:p>
        </p:txBody>
      </p:sp>
      <p:sp>
        <p:nvSpPr>
          <p:cNvPr id="27" name="R15 S4 Anchor Body">
            <a:extLst>
              <a:ext uri="{FF2B5EF4-FFF2-40B4-BE49-F238E27FC236}">
                <a16:creationId xmlns:a16="http://schemas.microsoft.com/office/drawing/2014/main" id="{33112A9A-6251-C7CE-F640-F8B9D9E04964}"/>
              </a:ext>
            </a:extLst>
          </p:cNvPr>
          <p:cNvSpPr txBox="1"/>
          <p:nvPr/>
        </p:nvSpPr>
        <p:spPr>
          <a:xfrm>
            <a:off x="4902200" y="2578100"/>
            <a:ext cx="2413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条物质 </a:t>
            </a:r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空间类载体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项空间锚点非遗</a:t>
            </a:r>
          </a:p>
          <a:p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坐标落位</a:t>
            </a:r>
          </a:p>
          <a:p>
            <a:r>
              <a:rPr lang="en-US" altLang="zh-CN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3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网格匹配</a:t>
            </a:r>
          </a:p>
        </p:txBody>
      </p:sp>
      <p:sp>
        <p:nvSpPr>
          <p:cNvPr id="29" name="R15 S4 Num">
            <a:extLst>
              <a:ext uri="{FF2B5EF4-FFF2-40B4-BE49-F238E27FC236}">
                <a16:creationId xmlns:a16="http://schemas.microsoft.com/office/drawing/2014/main" id="{D3FDCBF3-42C9-426D-B10E-7369A7764D5B}"/>
              </a:ext>
            </a:extLst>
          </p:cNvPr>
          <p:cNvSpPr txBox="1"/>
          <p:nvPr/>
        </p:nvSpPr>
        <p:spPr>
          <a:xfrm>
            <a:off x="4902200" y="4445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b="1">
              <a:solidFill>
                <a:srgbClr val="4A84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R15 S4 NumLabel">
            <a:extLst>
              <a:ext uri="{FF2B5EF4-FFF2-40B4-BE49-F238E27FC236}">
                <a16:creationId xmlns:a16="http://schemas.microsoft.com/office/drawing/2014/main" id="{3FD3D441-A0BB-298C-9C28-2B660280EA6A}"/>
              </a:ext>
            </a:extLst>
          </p:cNvPr>
          <p:cNvSpPr txBox="1"/>
          <p:nvPr/>
        </p:nvSpPr>
        <p:spPr>
          <a:xfrm>
            <a:off x="4902200" y="4749800"/>
            <a:ext cx="1397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33" name="R15 S4 Num">
            <a:extLst>
              <a:ext uri="{FF2B5EF4-FFF2-40B4-BE49-F238E27FC236}">
                <a16:creationId xmlns:a16="http://schemas.microsoft.com/office/drawing/2014/main" id="{3EC81E8E-B486-F77C-2BFE-E425BD46D225}"/>
              </a:ext>
            </a:extLst>
          </p:cNvPr>
          <p:cNvSpPr txBox="1"/>
          <p:nvPr/>
        </p:nvSpPr>
        <p:spPr>
          <a:xfrm>
            <a:off x="6375400" y="4445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b="1">
              <a:solidFill>
                <a:srgbClr val="4A84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R15 S4 NumLabel">
            <a:extLst>
              <a:ext uri="{FF2B5EF4-FFF2-40B4-BE49-F238E27FC236}">
                <a16:creationId xmlns:a16="http://schemas.microsoft.com/office/drawing/2014/main" id="{FF958C46-1D08-1EE1-61F5-38426547D852}"/>
              </a:ext>
            </a:extLst>
          </p:cNvPr>
          <p:cNvSpPr txBox="1"/>
          <p:nvPr/>
        </p:nvSpPr>
        <p:spPr>
          <a:xfrm>
            <a:off x="6375400" y="4749800"/>
            <a:ext cx="1143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空间口径</a:t>
            </a:r>
          </a:p>
        </p:txBody>
      </p:sp>
      <p:sp>
        <p:nvSpPr>
          <p:cNvPr id="35" name="R15 S4 Tourism Panel">
            <a:extLst>
              <a:ext uri="{FF2B5EF4-FFF2-40B4-BE49-F238E27FC236}">
                <a16:creationId xmlns:a16="http://schemas.microsoft.com/office/drawing/2014/main" id="{81F3357B-715C-4F1F-13C2-5AF64D3242DE}"/>
              </a:ext>
            </a:extLst>
          </p:cNvPr>
          <p:cNvSpPr/>
          <p:nvPr/>
        </p:nvSpPr>
        <p:spPr>
          <a:xfrm>
            <a:off x="8026400" y="2032000"/>
            <a:ext cx="3276600" cy="294640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210B58-759B-2ACE-FA55-BF4873683E7B}"/>
              </a:ext>
            </a:extLst>
          </p:cNvPr>
          <p:cNvSpPr/>
          <p:nvPr/>
        </p:nvSpPr>
        <p:spPr>
          <a:xfrm>
            <a:off x="8026400" y="2032000"/>
            <a:ext cx="3276600" cy="762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4 Tourism Head">
            <a:extLst>
              <a:ext uri="{FF2B5EF4-FFF2-40B4-BE49-F238E27FC236}">
                <a16:creationId xmlns:a16="http://schemas.microsoft.com/office/drawing/2014/main" id="{42EAFCCD-99A9-C9FD-1224-179F694F7A76}"/>
              </a:ext>
            </a:extLst>
          </p:cNvPr>
          <p:cNvSpPr txBox="1"/>
          <p:nvPr/>
        </p:nvSpPr>
        <p:spPr>
          <a:xfrm>
            <a:off x="8305800" y="23241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旅游谱系</a:t>
            </a:r>
          </a:p>
        </p:txBody>
      </p:sp>
      <p:sp>
        <p:nvSpPr>
          <p:cNvPr id="59" name="R15 S4 Tourism Body">
            <a:extLst>
              <a:ext uri="{FF2B5EF4-FFF2-40B4-BE49-F238E27FC236}">
                <a16:creationId xmlns:a16="http://schemas.microsoft.com/office/drawing/2014/main" id="{9479E943-FC8D-54C5-BC1B-6B0317D158B6}"/>
              </a:ext>
            </a:extLst>
          </p:cNvPr>
          <p:cNvSpPr txBox="1"/>
          <p:nvPr/>
        </p:nvSpPr>
        <p:spPr>
          <a:xfrm>
            <a:off x="8305800" y="2730500"/>
            <a:ext cx="2717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平台评分与评论量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评论图谱复核游客感知</a:t>
            </a:r>
          </a:p>
        </p:txBody>
      </p:sp>
      <p:sp>
        <p:nvSpPr>
          <p:cNvPr id="60" name="R15 S4 Num">
            <a:extLst>
              <a:ext uri="{FF2B5EF4-FFF2-40B4-BE49-F238E27FC236}">
                <a16:creationId xmlns:a16="http://schemas.microsoft.com/office/drawing/2014/main" id="{E83B8CE7-900A-5ADB-1765-FC93ADAFB14A}"/>
              </a:ext>
            </a:extLst>
          </p:cNvPr>
          <p:cNvSpPr txBox="1"/>
          <p:nvPr/>
        </p:nvSpPr>
        <p:spPr>
          <a:xfrm>
            <a:off x="8305800" y="4191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b="1">
              <a:solidFill>
                <a:srgbClr val="4C8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R15 S4 NumLabel">
            <a:extLst>
              <a:ext uri="{FF2B5EF4-FFF2-40B4-BE49-F238E27FC236}">
                <a16:creationId xmlns:a16="http://schemas.microsoft.com/office/drawing/2014/main" id="{3F09FAEC-AC12-B167-9267-6AC9A7043227}"/>
              </a:ext>
            </a:extLst>
          </p:cNvPr>
          <p:cNvSpPr txBox="1"/>
          <p:nvPr/>
        </p:nvSpPr>
        <p:spPr>
          <a:xfrm>
            <a:off x="83058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820">
              <a:solidFill>
                <a:srgbClr val="5852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R15 S4 Num">
            <a:extLst>
              <a:ext uri="{FF2B5EF4-FFF2-40B4-BE49-F238E27FC236}">
                <a16:creationId xmlns:a16="http://schemas.microsoft.com/office/drawing/2014/main" id="{8C36B5B5-7984-2719-3075-D988A8B34B8C}"/>
              </a:ext>
            </a:extLst>
          </p:cNvPr>
          <p:cNvSpPr txBox="1"/>
          <p:nvPr/>
        </p:nvSpPr>
        <p:spPr>
          <a:xfrm>
            <a:off x="9906000" y="41910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b="1">
              <a:solidFill>
                <a:srgbClr val="4C8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R15 S4 NumLabel">
            <a:extLst>
              <a:ext uri="{FF2B5EF4-FFF2-40B4-BE49-F238E27FC236}">
                <a16:creationId xmlns:a16="http://schemas.microsoft.com/office/drawing/2014/main" id="{DAA80A09-2A59-F447-2ACF-3BE15BD38774}"/>
              </a:ext>
            </a:extLst>
          </p:cNvPr>
          <p:cNvSpPr txBox="1"/>
          <p:nvPr/>
        </p:nvSpPr>
        <p:spPr>
          <a:xfrm>
            <a:off x="9906000" y="4495800"/>
            <a:ext cx="1498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cxnSp>
        <p:nvCxnSpPr>
          <p:cNvPr id="64" name="R15 Arrow">
            <a:extLst>
              <a:ext uri="{FF2B5EF4-FFF2-40B4-BE49-F238E27FC236}">
                <a16:creationId xmlns:a16="http://schemas.microsoft.com/office/drawing/2014/main" id="{3B33320B-6BA3-8746-8901-089D55DC41C0}"/>
              </a:ext>
            </a:extLst>
          </p:cNvPr>
          <p:cNvCxnSpPr/>
          <p:nvPr/>
        </p:nvCxnSpPr>
        <p:spPr>
          <a:xfrm>
            <a:off x="4165600" y="3429000"/>
            <a:ext cx="457200" cy="0"/>
          </a:xfrm>
          <a:prstGeom prst="line">
            <a:avLst/>
          </a:prstGeom>
          <a:ln w="2540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15 Arrow">
            <a:extLst>
              <a:ext uri="{FF2B5EF4-FFF2-40B4-BE49-F238E27FC236}">
                <a16:creationId xmlns:a16="http://schemas.microsoft.com/office/drawing/2014/main" id="{09EC1AD0-CFAC-3B21-0551-673D84DE0155}"/>
              </a:ext>
            </a:extLst>
          </p:cNvPr>
          <p:cNvCxnSpPr/>
          <p:nvPr/>
        </p:nvCxnSpPr>
        <p:spPr>
          <a:xfrm flipH="1">
            <a:off x="7569200" y="3429000"/>
            <a:ext cx="457200" cy="0"/>
          </a:xfrm>
          <a:prstGeom prst="line">
            <a:avLst/>
          </a:prstGeom>
          <a:ln w="25400">
            <a:solidFill>
              <a:srgbClr val="4C8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15 Arrow">
            <a:extLst>
              <a:ext uri="{FF2B5EF4-FFF2-40B4-BE49-F238E27FC236}">
                <a16:creationId xmlns:a16="http://schemas.microsoft.com/office/drawing/2014/main" id="{86152E97-A89D-818B-E04F-0BA2D12CE71A}"/>
              </a:ext>
            </a:extLst>
          </p:cNvPr>
          <p:cNvCxnSpPr/>
          <p:nvPr/>
        </p:nvCxnSpPr>
        <p:spPr>
          <a:xfrm>
            <a:off x="6096000" y="5207000"/>
            <a:ext cx="0" cy="241300"/>
          </a:xfrm>
          <a:prstGeom prst="line">
            <a:avLst/>
          </a:prstGeom>
          <a:ln w="2540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15 S4 Output Panel">
            <a:extLst>
              <a:ext uri="{FF2B5EF4-FFF2-40B4-BE49-F238E27FC236}">
                <a16:creationId xmlns:a16="http://schemas.microsoft.com/office/drawing/2014/main" id="{E6BE9FEA-2193-3192-A600-8E630B49497C}"/>
              </a:ext>
            </a:extLst>
          </p:cNvPr>
          <p:cNvSpPr/>
          <p:nvPr/>
        </p:nvSpPr>
        <p:spPr>
          <a:xfrm>
            <a:off x="2857500" y="5435600"/>
            <a:ext cx="6477000" cy="7874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R15 S4 Output Head">
            <a:extLst>
              <a:ext uri="{FF2B5EF4-FFF2-40B4-BE49-F238E27FC236}">
                <a16:creationId xmlns:a16="http://schemas.microsoft.com/office/drawing/2014/main" id="{C1EEA34A-DDBC-D8D0-A999-586615B7BE83}"/>
              </a:ext>
            </a:extLst>
          </p:cNvPr>
          <p:cNvSpPr txBox="1"/>
          <p:nvPr/>
        </p:nvSpPr>
        <p:spPr>
          <a:xfrm>
            <a:off x="3149600" y="5626100"/>
            <a:ext cx="2159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耦合分析输出</a:t>
            </a:r>
          </a:p>
        </p:txBody>
      </p:sp>
      <p:sp>
        <p:nvSpPr>
          <p:cNvPr id="69" name="R15 S4 Output Body">
            <a:extLst>
              <a:ext uri="{FF2B5EF4-FFF2-40B4-BE49-F238E27FC236}">
                <a16:creationId xmlns:a16="http://schemas.microsoft.com/office/drawing/2014/main" id="{BB342FC7-F32E-0E02-68D2-7AB5AEFD2392}"/>
              </a:ext>
            </a:extLst>
          </p:cNvPr>
          <p:cNvSpPr txBox="1"/>
          <p:nvPr/>
        </p:nvSpPr>
        <p:spPr>
          <a:xfrm>
            <a:off x="5334000" y="5626100"/>
            <a:ext cx="3810000" cy="2062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→ </a:t>
            </a:r>
            <a:r>
              <a:rPr lang="zh-CN" altLang="en-US" sz="13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错位分层与规划转译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自定义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2026-06-03T05:48:46Z</dcterms:created>
  <dcterms:modified xsi:type="dcterms:W3CDTF">2026-06-03T05:48:46Z</dcterms:modified>
</cp:coreProperties>
</file>