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17285-4208-4885-923C-F2DD63B69DA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CCE59-9BEB-4BCF-A3A9-AB3BA3B14D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26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68183-1254-2E1E-89C8-6040BEC2A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6D4F41-27DC-9FEF-37F5-79054A2A4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19A235-4817-86CD-8B5B-05C88803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D483A-F605-4579-F510-F890C372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3C241-6CF0-C6ED-9932-3F951DF1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7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98DC6-6F62-3CE6-1775-D7B8F383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F66D4-D94D-E6CC-6E99-9181733B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2A97D-12B6-CA38-C006-6ED1695E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19753-3935-05E9-47A1-67A67C47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FF665-2031-3FC7-1DA3-935682E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7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19F34-5D61-AEDB-C071-5B4F435C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50298-395F-B2FD-9B5B-3F7FE2E8E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23B47-C2D0-A950-B5C9-CFCCBD2C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5961B7-BC9A-3FFE-D257-36E53988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92EF89-D51F-2A54-8613-950816DF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26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312CB-8C8E-23C0-C2B5-9C061719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C5BE6-63C0-FFF1-B7BD-C1D199DD4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ACDF8C-9E48-E44B-A824-241A96B8E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362ED-AC04-AA8E-6EBB-F0DF0D18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1ADF57-80B8-74CB-EFA1-0F71E234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DD6B9-F52C-84AD-F6B4-B8019E18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43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71AA6-FA5C-6F8C-1455-0C77398F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9684D4-60C6-CC50-C800-C69E365C8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04C33-1B03-E993-0C42-69D3CCADA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2FCF15-33DE-C4F6-1412-7E5FA748A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C56150-2057-6986-AD92-023EBDFED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9FDEFD-22FE-BFBE-A65C-25F6B3EC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AE403A-0472-C668-C6D4-F6C02EFD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57221A-902B-27B8-7F9C-07708217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2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FBAA2-D539-4B7F-171B-87F3ABD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572048-0915-DD7D-AFED-8049302F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B2F116-D64D-39CA-24A1-BF41F4D0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E9138D-5183-5F7A-9DE6-D38CBD7E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3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DF460-14F2-DAA2-EAC0-7BA96BB4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F75612-0D97-789D-ACF0-1634A14F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7EF33-C9B2-CCFF-66E1-CBA60FC2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5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2D355-0839-F2A6-F651-FF677DB2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CF9A16-BD21-BE7A-34F0-2FADE2665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D03353-56F2-BCC4-9AD8-2A8264E11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BF92DC-5F0F-6145-9E20-77EB4988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9BC0A-A3C7-DB11-7574-147B4C6A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E35C11-8638-AF78-1C6E-4B66F45B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84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56E86-FBAF-9697-D52E-54B066BD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DEEF92-25BF-9F90-9BE8-E377BBA14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6B426D-9765-27EB-C68C-259B772F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0A988-B338-6564-BDD2-88AA52FD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67B987-E7F2-00F7-6505-0517008D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411D62-3FE7-3B7A-0A9C-E58D23DC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57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B489A-E329-40B4-9638-D0F64DFA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A9BEFC-DB46-BDF6-CF07-600D77D29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9086F-D4BF-5C62-D78E-4CC93DA1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C0724-C823-8E1A-E6CC-C98ABC27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03D72-9248-0968-D8E3-0CAD202B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5BFAE6-3021-0065-8868-ADF2AB5EA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8CA729-8E21-635C-3A08-B2B71A0AC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DFEC11-F0F7-FA70-41F6-CB3E7E13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EF368D-C9F3-641A-AF1C-EF2FC46E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2024F-6A17-B4DB-ABBA-6F2BDD50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70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74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1FA4BE-8481-B847-C7FA-B51C2688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E0AB35-EFE6-2984-6B7D-41DE17851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A31C84-13D0-4671-DE97-CBD51CB8B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36885-A969-4535-82CD-D97BF8C0070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720DE-F21C-A191-A5A3-53A4A9EB1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BDF2C-114E-E390-34AA-531287FBE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1B9FA-9D81-4EED-8B14-913D75C99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73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自定义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2026-06-03T05:48:50Z</dcterms:created>
  <dcterms:modified xsi:type="dcterms:W3CDTF">2026-06-03T05:48:50Z</dcterms:modified>
</cp:coreProperties>
</file>