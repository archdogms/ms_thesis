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61829-D596-47DE-AEBD-AC7266D98813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8B18C-9CC1-49DC-8B00-74D8530B7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5A4CD-D633-5DB9-0894-E1A77ABF4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0D3BA7-7A4E-3153-379F-CFB8D4ACB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4D7F3-F394-87CC-7FEC-B996A6FF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4F216-3396-4D3C-C5C6-BE48244F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C285AA-F817-5BB7-1DBC-FC3C8662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1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803D7-3022-AF0E-194D-517CBFBD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673A1-75BD-3568-D5F0-3366BD58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686F7-0948-BA8D-047C-F0EE8139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F77D47-0394-13AC-A6FE-16374C31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3D8DEF-33BF-DC79-A269-23A21DE6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197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46CEA-8EAB-699E-E498-80905C19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BEF671-A4DC-F975-9CBF-8B9331B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7790D-412D-CF17-533A-EA600E6E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40A66-3590-2F2C-6DDD-FB645FD9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14344-6F65-3E9A-A8B5-81A4A0D3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6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1D25D-4284-21C1-A771-96BDD424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261F78-C586-1241-9E84-D16AE7112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A835A8-77AD-4E62-39B5-C1E2FEEDA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2D137F-8E30-7ECA-7C7F-87F593D1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8F725D-7D08-C8E1-CB69-963EFA05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18C022-734F-5280-4C01-E9EC4560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39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A13B4-1FCD-6168-E201-83C14BE57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1538B4-B6AE-221E-8A93-362300A96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3F2693-3F0D-A5A6-C1F2-A1D240B5D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73E4DF-EBAE-91B7-F80A-B6A20BA81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7EE459-BDBA-D0B0-461A-435C865D1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D67B49-6B6A-2AB1-BF3A-E453648E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40CDC5-B5B6-5BBF-9B2C-E95C51A5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9256A4-5689-1A78-2926-D2FC7F33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8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603F3-11B8-085D-A3C7-D1D8C30F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969269-7CA6-C462-65C7-959DC5F8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11F2AC-A958-3BC2-222B-91DE559B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CAE841-09D3-BC2C-C099-48EDFEA0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6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0F630F-3990-F44C-4DC3-5A30A215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13796-FB1A-1DC7-1370-04FBE0DD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B6DABB-CEC2-FA86-5911-E06A2277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0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B5EE0-9388-3891-1E2E-ED94E5A9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547FB-0542-2F80-0C2D-4F7A8FDC4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03A30B-733A-0467-B573-DB7756156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1AB371-EBC1-D1FD-5A5B-73BC65AA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E33F1-EF0C-CC7A-489E-90E2CBFB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302951-58D5-14C5-1380-B3B84641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7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FE8D2-6C68-2FE1-69CD-29E7916A8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97E995-266D-2CDA-A86C-9C0038A27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778BC7-D7F9-4F04-F182-D23802763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380499-C347-F5C7-2F45-5C863129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DED528-6FCB-96C9-BFDE-27F27377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4CC2BF-2EF3-4499-10AF-3AC336BC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76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8642C-612F-5E87-009E-2CBAC15A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6CA7BD-A57A-68EA-16AE-8F99CEAF9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C02176-66B2-8731-D8EC-F92EDF8C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FF575-C376-B129-C8A7-B83FC41F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0A7C2-0A36-B4AF-B013-6140D432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23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8A7E05-F55A-E5DC-E90E-23720739F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D3DD6C-0968-2B3C-B0D8-511B5B468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08BE5-3066-AA06-E768-E3C2F18B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D64204-8937-3FC3-6A7C-3FBF1631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F590-1A55-382A-D099-A27EBB64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199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27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6B616C-EAF7-BE05-7C9D-FD41BE19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7B391F-AC18-F803-A966-235B7864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E4D4D-254A-6FAF-FCC6-74D63D382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85D15-0EFF-403B-9259-E49671EFDB2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E7B87-358B-A9E4-A76D-ACC8FF203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13F66-4F2D-7D53-CE41-37D7E5059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79E25-0E76-4F7B-A254-7EFF3E789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24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  <a:endParaRPr lang="zh-CN" altLang="en-US" sz="680" b="1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2026-06-03T05:48:47Z</dcterms:created>
  <dcterms:modified xsi:type="dcterms:W3CDTF">2026-06-03T05:48:47Z</dcterms:modified>
</cp:coreProperties>
</file>