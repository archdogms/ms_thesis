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05424-B01F-4AE5-A869-0373EC1560A3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D8D49-E3B4-4886-A209-D20F1F1DF6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718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8C4E-15A3-C601-633F-EE08B78D7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804377-9147-A613-22FD-FF8624ADB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3C819-EB4D-9704-5B4E-86C6A87B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92AF08-42B4-05AF-62E9-10B609E7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D5216-57E6-3045-19AE-527AB1EC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06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F8BFD-023B-28D8-092D-DFA83116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B0BE2A-7EE8-9D72-AB47-B8070F4B8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65328-07A5-3E53-3F93-E7D891ACD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2AA13-D7D6-64B6-7328-21F9F20E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5E5972-1622-409B-3981-9CDD9400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64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5F154-280E-35D7-0B72-4FC2AD48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858674-67F5-75DC-8DE7-105AA4B65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92ABE-657C-A478-D04C-430E09CF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0F32F2-09F3-633B-B780-43BEF1D2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16E3C-6D46-987A-96F2-47AE0803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84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9E8D4-CE45-6C5D-002C-E5AF56BE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F0F52-9338-B2B3-EF4E-B01D29592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6BB943-63E6-2B30-060B-7A0FA8D16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4B150-9B63-3D81-E5FE-57F3A3A3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156189-1A34-DB8E-C021-FBA9E9BA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B38E14-DA8C-7560-55C3-CFEC9F3A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69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BEEC1-2864-50C1-029D-A3074BDA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0E866D-EDAB-6F23-5C31-BFEB0639B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957EFD-A849-3827-E36D-336F5BE4F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914CE8-352C-B755-7865-A33A35D83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1DC6F6-8744-38A9-5F7B-05DE6DAF4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6F9481-A4BC-2756-404D-4563D4F6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FB9144-3586-EB27-7851-936A7163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FCAC30-C797-E8A4-8089-E1B06278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93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09A97-DF4D-0EEC-5E3E-743F9BB5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BD73E4-57E1-3E25-F6C5-8901C571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D26666-A6A3-3DDA-133E-EE0387CF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78F19-E626-25D0-B922-B4E10F55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7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345335-DEE6-2101-A0CE-A7651E61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051B19-29E6-B533-026E-F8B5EF0E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3E9BFF-B3CB-2C7B-D4D1-1EEB0E13D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52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C3A29-75C0-A2FB-722B-23310452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E48D0B-56ED-644D-E35B-B36290CA8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544DE3-09D0-0720-1374-7A1F37D38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80B324-4C0C-7198-B3C7-CBA3B6B8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FEA480-E15E-368B-8F0D-77B5DB22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F1117-195D-8050-0ED5-FDD0BE29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7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0C25A-31F8-7BAF-1D46-9B233EE2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A43AAF-9C7C-4AD8-5A96-7F5DD8C5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2C5A70-0643-EAB7-777E-93C1C2CCF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DED3E-41CB-70E3-24BC-75BCEF3D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AF5700-8AF6-A84A-D547-0E185BD0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040EAA-F63F-CE95-5256-4852849A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57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E9228-372E-C391-EB82-F51637A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4B3CDA-5629-EC96-5BF0-CEB7A2BF1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8CD03-6E5B-A16C-A3E2-112BB0EC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2EA24-5C6C-D978-8438-FC2AB797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214AB-A3FA-326B-8815-CD056515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98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1AC796-E644-EC81-7C18-8D3EE81B4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5CDF26-44B8-A72A-2C7A-DB59C428D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B28C1D-98B0-63EF-902D-FE840FA7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C5F0C5-A15A-8FBD-1BC1-D0E1D140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508ABD-6BDE-7D45-746E-27C7092C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172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62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FA7723-96DC-BAED-CFA3-6E131AE8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8D11D2-DDE3-7B13-A542-056420EBB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783F4-AF80-49AA-D336-96DB16A53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AE798-B7D3-49A9-BA14-95E967DB735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7F087-7CF6-DB2F-CFB3-1F5344048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3D6E58-736B-816D-3DAA-8BC3148B1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A0FF9-D4FA-44E2-8DE3-2E7BB3020B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81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19431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2574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1907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0765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38957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38290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5480807-5DD2-DDC7-0BCE-3B6531450859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东部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与日常消费更集中。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西南文化载体与文化厚度更高，形成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自定义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2026-06-03T05:48:48Z</dcterms:created>
  <dcterms:modified xsi:type="dcterms:W3CDTF">2026-06-03T05:48:48Z</dcterms:modified>
</cp:coreProperties>
</file>