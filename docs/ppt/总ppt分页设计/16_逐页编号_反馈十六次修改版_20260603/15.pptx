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5AB110-385A-4E2A-A8E6-636D88E7E99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E26B50-C4EA-4407-877A-BE2E4DE517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1124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02CEB2-4BD2-2F2C-67AA-EB623959B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0CA1FB3-05FB-1831-F58C-BE6B77B47B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D9E71A-E077-E440-950E-542F8005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5ED3C-CCF2-4595-A1CC-141A0211B19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543FA8-0811-D658-827D-3962B064E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6352DA-DEBC-BA5D-C4BE-51B22D21E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DC-0C35-4E75-9DDB-CD8204547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9759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80F7E8-AEDD-72FB-9718-EC474098F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346BF5-1908-5616-7392-D3ECF702F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652ABA-226C-679A-5105-1934130B8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5ED3C-CCF2-4595-A1CC-141A0211B19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FA87B1-2B3C-371D-1604-496A8B46F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4D96D6-1D42-A829-480F-558DC3F48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DC-0C35-4E75-9DDB-CD8204547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1103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56B5AE-9889-1F61-CE03-C16B383F2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539603-C30A-E397-A4DE-C2E935BEA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3006F6-BCF6-3BC7-2C70-03A29DD5E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5ED3C-CCF2-4595-A1CC-141A0211B19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6D15F2-4B84-EB95-8C94-4F01246B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FA7956-6EAC-B448-7AEC-54E37EAAA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DC-0C35-4E75-9DDB-CD8204547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5616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A24408-2298-BD17-6CD7-98450D218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1681B6-D025-3C36-2095-2576D73E56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3682BD4-D789-DF6F-1C28-43834216C2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97D93C-1D50-2451-6FAD-2077F69BF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5ED3C-CCF2-4595-A1CC-141A0211B19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2791901-3529-AE9E-F0B9-9A8AC9A86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964FA7-4A21-53BB-F7AB-904C631A8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DC-0C35-4E75-9DDB-CD8204547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0967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9B7ADA-2C85-58A9-B058-04190AB61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A3E7FC-A6D5-2467-C7DB-20F697420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A42696-F1AB-006E-1F22-377B5C9A2A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9F2C6F6-8255-CB33-7385-541E2FD241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C615386-D3E2-3157-A0BE-6159B904AD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1E1899B-A5C2-94D5-6354-796BE285A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5ED3C-CCF2-4595-A1CC-141A0211B19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DF78975-6891-65A3-87C8-2579CB44F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A08FCA-1BC6-403C-3228-2D2E36806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DC-0C35-4E75-9DDB-CD8204547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6157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7EA3E9-0523-6D82-6BE0-FBD59CCBD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AC002E8-A06E-9849-8DC6-52AC086EF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5ED3C-CCF2-4595-A1CC-141A0211B19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2FC6F8A-3E35-04BA-9934-DECDFA60D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858B2A7-1A96-FF98-B5CD-1302C68D6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DC-0C35-4E75-9DDB-CD8204547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2774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1AD608E-CE46-AD7B-B249-B103968E3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5ED3C-CCF2-4595-A1CC-141A0211B19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5313C9E-52AC-6238-5143-985EF0290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2BF2A5-87CF-400B-615D-151A80256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DC-0C35-4E75-9DDB-CD8204547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802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CCDE87-4AAF-06C4-B72F-6E04B8AB8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3D56FD-2DD5-1E4F-882A-45C26D558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569FAC-41F5-B66E-E359-95129CA50C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101D6B-CC64-13E9-F394-7ECA6669D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5ED3C-CCF2-4595-A1CC-141A0211B19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5516C8-284F-5E39-A828-00F24CB50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F30BA9-8913-0457-244D-9EB89E88D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DC-0C35-4E75-9DDB-CD8204547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1987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D6DC51-075B-87A4-C94F-20450A4CD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C043D08-EDF7-A935-94F3-43D2BD67F4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D147EB-B80A-5520-EB14-4A1B1C8CA7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E4FD4E-5334-4F39-5D7D-380E06DDB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5ED3C-CCF2-4595-A1CC-141A0211B19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1E23D6-B3DE-3E32-9FF3-E9E24A8D2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9808F48-C6C9-6315-216D-79D594F7E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DC-0C35-4E75-9DDB-CD8204547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6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C5F610-AD8E-08AB-FC76-E952C099C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2BFB80-2697-91B2-3200-BF6C0AA90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50587A-25A8-9F85-5F18-74318835D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5ED3C-CCF2-4595-A1CC-141A0211B19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DEAE9D-5A36-F584-5461-0D8006212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70F626-17FE-8704-1F64-E206E5267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DC-0C35-4E75-9DDB-CD8204547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8908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C9AF7D7-6160-8D8D-3386-4AC47DDDA3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ADDA883-3ED5-7C9A-0736-2ACF4BB176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F09D7A-10BF-68AC-C032-67529382E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5ED3C-CCF2-4595-A1CC-141A0211B19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C84EDA-EF0F-5A72-48F1-70DD94DCA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ED0F13-F869-A164-49EF-1FCABF965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DC-0C35-4E75-9DDB-CD8204547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1990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3796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738F118-65B4-8296-FFF4-246DCA98B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9D1A8B-EF04-B674-4934-889F62B35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9EBEBA-334C-4D08-6A90-670C3F8DA7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E5ED3C-CCF2-4595-A1CC-141A0211B19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4C1891-3333-4A81-EAEE-5AB1F73EBF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AB212B-577B-80C8-DF5C-8F7477AAE2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5A8DC-0C35-4E75-9DDB-CD8204547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198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C5F2C68-FCD2-437B-995E-9285B3B281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335C92-2CFE-4055-B77B-2F7C24F5FF3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C33FB5-E3D5-4A75-90DF-43D4EA93E7D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15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C15B0F0-4252-48D8-A044-34E18F3DC825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6.6.1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6.4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6.9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F7A5D0-BA59-4126-A0B8-25D329B3F4C5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87358F-FC27-4298-8DA0-6A96197F533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相关与稳健限定边界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A3379C0-1B85-40B0-ADC9-12FFF121F2DA}"/>
              </a:ext>
            </a:extLst>
          </p:cNvPr>
          <p:cNvSpPr>
            <a:spLocks noGrp="1"/>
          </p:cNvSpPr>
          <p:nvPr/>
        </p:nvSpPr>
        <p:spPr>
          <a:xfrm>
            <a:off x="800100" y="1943100"/>
            <a:ext cx="4810125" cy="28575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3C41279-BD0C-4C09-A841-C55F5F5B1B49}"/>
              </a:ext>
            </a:extLst>
          </p:cNvPr>
          <p:cNvSpPr>
            <a:spLocks noGrp="1"/>
          </p:cNvSpPr>
          <p:nvPr/>
        </p:nvSpPr>
        <p:spPr>
          <a:xfrm>
            <a:off x="723900" y="1866900"/>
            <a:ext cx="4810125" cy="285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57250" y="2063202"/>
            <a:ext cx="4543425" cy="2331545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35CF2FD-ECE7-496B-B4C9-F1ECE51E5293}"/>
              </a:ext>
            </a:extLst>
          </p:cNvPr>
          <p:cNvSpPr>
            <a:spLocks noGrp="1"/>
          </p:cNvSpPr>
          <p:nvPr/>
        </p:nvSpPr>
        <p:spPr>
          <a:xfrm>
            <a:off x="857250" y="2000250"/>
            <a:ext cx="4543425" cy="24574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695172E-C95F-434F-8A0C-FBE2C572FCD9}"/>
              </a:ext>
            </a:extLst>
          </p:cNvPr>
          <p:cNvSpPr>
            <a:spLocks noGrp="1"/>
          </p:cNvSpPr>
          <p:nvPr/>
        </p:nvSpPr>
        <p:spPr>
          <a:xfrm>
            <a:off x="876300" y="4495800"/>
            <a:ext cx="45053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权重敏感性</a:t>
            </a:r>
            <a:endParaRPr sz="713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9FE1ED3-D1D3-4DB1-BAF4-88BED2B91A94}"/>
              </a:ext>
            </a:extLst>
          </p:cNvPr>
          <p:cNvSpPr>
            <a:spLocks noGrp="1"/>
          </p:cNvSpPr>
          <p:nvPr/>
        </p:nvSpPr>
        <p:spPr>
          <a:xfrm>
            <a:off x="6076950" y="1943100"/>
            <a:ext cx="4810125" cy="28575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3D86208-0D6C-4AB5-88C7-7FE3BEC21CF4}"/>
              </a:ext>
            </a:extLst>
          </p:cNvPr>
          <p:cNvSpPr>
            <a:spLocks noGrp="1"/>
          </p:cNvSpPr>
          <p:nvPr/>
        </p:nvSpPr>
        <p:spPr>
          <a:xfrm>
            <a:off x="6000750" y="1866900"/>
            <a:ext cx="4810125" cy="285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935167" y="2000250"/>
            <a:ext cx="2941292" cy="2457450"/>
          </a:xfrm>
          <a:prstGeom prst="rect">
            <a:avLst/>
          </a:prstGeom>
        </p:spPr>
      </p:pic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38D5FF6-D8F6-4F16-B235-8E979526B7B8}"/>
              </a:ext>
            </a:extLst>
          </p:cNvPr>
          <p:cNvSpPr>
            <a:spLocks noGrp="1"/>
          </p:cNvSpPr>
          <p:nvPr/>
        </p:nvSpPr>
        <p:spPr>
          <a:xfrm>
            <a:off x="6134100" y="2000250"/>
            <a:ext cx="4543425" cy="24574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A3DA14B-E477-4CB3-BBAE-335D9A036256}"/>
              </a:ext>
            </a:extLst>
          </p:cNvPr>
          <p:cNvSpPr>
            <a:spLocks noGrp="1"/>
          </p:cNvSpPr>
          <p:nvPr/>
        </p:nvSpPr>
        <p:spPr>
          <a:xfrm>
            <a:off x="6153150" y="4495800"/>
            <a:ext cx="45053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相关矩阵</a:t>
            </a:r>
            <a:endParaRPr sz="713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C617266-B3EC-4A34-BC50-7D9032E8EECD}"/>
              </a:ext>
            </a:extLst>
          </p:cNvPr>
          <p:cNvSpPr>
            <a:spLocks noGrp="1"/>
          </p:cNvSpPr>
          <p:nvPr/>
        </p:nvSpPr>
        <p:spPr>
          <a:xfrm>
            <a:off x="2381250" y="51054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≥</a:t>
            </a:r>
            <a:r>
              <a:rPr lang="en-US" altLang="zh-CN"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89.7%</a:t>
            </a:r>
            <a:endParaRPr sz="2025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D0862AF-809D-4E7A-9736-352EE587A597}"/>
              </a:ext>
            </a:extLst>
          </p:cNvPr>
          <p:cNvSpPr>
            <a:spLocks noGrp="1"/>
          </p:cNvSpPr>
          <p:nvPr/>
        </p:nvSpPr>
        <p:spPr>
          <a:xfrm>
            <a:off x="2381250" y="54673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4894BF3-AE20-4F62-9BDA-B5D3641FAD36}"/>
              </a:ext>
            </a:extLst>
          </p:cNvPr>
          <p:cNvSpPr>
            <a:spLocks noGrp="1"/>
          </p:cNvSpPr>
          <p:nvPr/>
        </p:nvSpPr>
        <p:spPr>
          <a:xfrm>
            <a:off x="2381250" y="55435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替代口径分类一致比例</a:t>
            </a:r>
            <a:endParaRPr sz="122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98A1B322-55B5-47DA-BD50-4A38C69F245C}"/>
              </a:ext>
            </a:extLst>
          </p:cNvPr>
          <p:cNvSpPr>
            <a:spLocks noGrp="1"/>
          </p:cNvSpPr>
          <p:nvPr/>
        </p:nvSpPr>
        <p:spPr>
          <a:xfrm>
            <a:off x="5143500" y="51054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025" b="1">
                <a:solidFill>
                  <a:srgbClr val="5A83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-0.495</a:t>
            </a:r>
            <a:endParaRPr sz="2025" b="1">
              <a:solidFill>
                <a:srgbClr val="5A83A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EB6D10A-ADCC-4B6D-8F82-6F802CE8720E}"/>
              </a:ext>
            </a:extLst>
          </p:cNvPr>
          <p:cNvSpPr>
            <a:spLocks noGrp="1"/>
          </p:cNvSpPr>
          <p:nvPr/>
        </p:nvSpPr>
        <p:spPr>
          <a:xfrm>
            <a:off x="5143500" y="54673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2522388-1A2D-4DD4-B1BD-0105B2771ED3}"/>
              </a:ext>
            </a:extLst>
          </p:cNvPr>
          <p:cNvSpPr>
            <a:spLocks noGrp="1"/>
          </p:cNvSpPr>
          <p:nvPr/>
        </p:nvSpPr>
        <p:spPr>
          <a:xfrm>
            <a:off x="5143500" y="55435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CMI </a:t>
            </a:r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与 </a:t>
            </a:r>
            <a:r>
              <a:rPr 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MI </a:t>
            </a:r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</a:t>
            </a:r>
            <a:endParaRPr sz="122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006E4F24-A4F0-4E59-B387-4E6B21B5060D}"/>
              </a:ext>
            </a:extLst>
          </p:cNvPr>
          <p:cNvSpPr>
            <a:spLocks noGrp="1"/>
          </p:cNvSpPr>
          <p:nvPr/>
        </p:nvSpPr>
        <p:spPr>
          <a:xfrm>
            <a:off x="7905750" y="51054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025" b="1">
                <a:solidFill>
                  <a:srgbClr val="5A83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-0.440</a:t>
            </a:r>
            <a:endParaRPr sz="2025" b="1">
              <a:solidFill>
                <a:srgbClr val="5A83A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A5DCB5E-5EF8-43AD-9D48-EA0CDAEAF42A}"/>
              </a:ext>
            </a:extLst>
          </p:cNvPr>
          <p:cNvSpPr>
            <a:spLocks noGrp="1"/>
          </p:cNvSpPr>
          <p:nvPr/>
        </p:nvSpPr>
        <p:spPr>
          <a:xfrm>
            <a:off x="7905750" y="54673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F1C6EBCA-8370-4E40-A351-61063FC3CAEE}"/>
              </a:ext>
            </a:extLst>
          </p:cNvPr>
          <p:cNvSpPr>
            <a:spLocks noGrp="1"/>
          </p:cNvSpPr>
          <p:nvPr/>
        </p:nvSpPr>
        <p:spPr>
          <a:xfrm>
            <a:off x="7905750" y="55435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OAI </a:t>
            </a:r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与 </a:t>
            </a:r>
            <a:r>
              <a:rPr 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MI </a:t>
            </a:r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</a:t>
            </a:r>
            <a:endParaRPr sz="122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D352D32-D4E3-479F-8DF1-52BF1B180D8A}"/>
              </a:ext>
            </a:extLst>
          </p:cNvPr>
          <p:cNvSpPr>
            <a:spLocks noGrp="1"/>
          </p:cNvSpPr>
          <p:nvPr/>
        </p:nvSpPr>
        <p:spPr>
          <a:xfrm>
            <a:off x="4419600" y="59245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相关性只提示关系方向，不解释机制本身。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392FDE2-7D6F-B1B9-EF82-CDC289CA7FD0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03860912-27CB-8A7A-15F4-A91FE0B2A1C2}"/>
              </a:ext>
            </a:extLst>
          </p:cNvPr>
          <p:cNvSpPr txBox="1"/>
          <p:nvPr/>
        </p:nvSpPr>
        <p:spPr>
          <a:xfrm>
            <a:off x="876300" y="1251461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敏感性检验显示主要分类稳定。</a:t>
            </a:r>
          </a:p>
          <a:p>
            <a:r>
              <a:rPr lang="en-US" altLang="zh-CN" sz="145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相关矩阵只提示关系方向，不解释因果。</a:t>
            </a:r>
          </a:p>
        </p:txBody>
      </p:sp>
    </p:spTree>
    <p:extLst>
      <p:ext uri="{BB962C8B-B14F-4D97-AF65-F5344CB8AC3E}">
        <p14:creationId xmlns:p14="http://schemas.microsoft.com/office/powerpoint/2010/main" val="494287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</Words>
  <Application>Microsoft Office PowerPoint</Application>
  <PresentationFormat>自定义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2026-06-03T05:48:49Z</dcterms:created>
  <dcterms:modified xsi:type="dcterms:W3CDTF">2026-06-03T05:48:49Z</dcterms:modified>
</cp:coreProperties>
</file>