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31433-A990-4149-A299-B4795ABE44E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44AE1-714E-471F-A0FF-E038D30AE1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54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E84B4-BCF6-A04D-2C1E-8F4D18C4C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97AB2D-F776-8F13-F79C-71CBEBD36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F3EDFB-31E0-F4B7-F2B7-8E7C40F30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C4B98E-B06F-C4E5-667E-38364DB8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0AEFD-067B-AE12-B471-7D6F6599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67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8715D-C23F-E8A6-6DA8-D2209E48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0DF68-CF1F-E096-E598-18B85D886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5F68D0-5806-49FD-E2B9-5718D60D1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BA093-A25A-8C01-2A24-14A55F63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F258F-3BE5-CEA4-2D58-4066B7D2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93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FCE06-988E-C010-97AC-3A766006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986D07-BC47-986C-2D4C-B0A70568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04275-1FAA-787B-7DEA-0B6DE50F5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6863B-1722-A548-5FC7-02066D8C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82E0B1-7527-5A4D-B457-0098C29D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4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C6286-A6EC-B0CA-C6BA-19CC85BA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1503F9-2410-AD7D-51AE-BF496956B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F57964-ABF9-CA53-9E42-834380D2E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F64FC5-8614-3509-4107-9F889FF65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439076-116B-7477-1F8D-50E7FB2A7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45D6B3-ADBB-1387-718A-FDFF05E4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05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9885-A8FF-8112-FE0C-DBD93538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FFC062-60B2-7657-64BA-C5C9DA27C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60F65D-9D64-9328-126A-E960010B3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2F6956-2C0A-F960-8A5A-34CDABD64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030364-D39C-1092-3D27-B4108D5C5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3C26F5-9D66-352E-928D-8EC4A098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FAE22C-106B-B282-65DD-BB35EFA6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1DE8BD-BFAD-BBEF-3A6E-648EF27E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2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91ED0-59A9-465D-31FE-0B9DEDDE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A77F18-F4AF-0DAA-A705-6F5364F0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6328B3-21CA-0ACB-B7A2-F6F55192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5FD5A4-66A7-04FC-1E71-5C7B728F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47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3012C4-652B-A547-C242-6361B9F5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FFB475-4BF6-BFDA-E500-439015F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CA32F0-2135-B692-FCC6-256F5826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06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5EB7F-2E58-25B7-066B-2F462EBA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98CCD-1E8A-2C4C-64A1-018B2DA3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739E94-784A-C35A-3B4F-673BD3377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ADEDB-0863-6A40-50ED-8C46AA603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B9AA6D-A774-3036-F07E-2F6AF931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657CDD-99EA-F639-5AA0-EBB3F14E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72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4C5B1-ACC0-35D9-278D-ABC9F7C1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0D42F2-A0D5-520E-E31F-AEC73CDB2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504CF3-A95C-C0C0-A530-485C9C306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D6A915-FE54-BDE5-744E-4F9E1FEC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365DF7-FB23-6E71-9861-2ED07F95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DCE5F2-0C38-47FA-6A26-E1F80ED3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07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43D3D-0E45-41C5-E5F0-D6FEAAB2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2E2696-1742-64CB-5C2A-248DCCF02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3E0852-AD1C-BDA3-4B37-24ACFA32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89959-6BCB-8BF1-996A-6FD2EB3E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7508A9-404E-BCF1-A113-571CACEA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9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1A8070-C79F-11BC-9A3F-D66D0DEA4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C003A4-4B79-B5A4-AA47-45BC36105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A2E45-5243-F8AF-489B-E2213198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D1350A-EFE6-5D1C-4477-70DECF21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65BE8-5A33-77D6-56BE-58AA8CB8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96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92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728A5A-F776-F8D7-3D9F-7D68CD71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AD4211-72BE-59CA-C7CB-B0B71378C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BA6875-09B0-4D98-FE39-850B46D2B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B1916-0F97-4209-8BA5-CA77DB60DE5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33082-7CC5-9F66-9D00-76B33C20C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98BD4-FB07-BEE0-59B6-722514AE1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EFB67-F104-4D3C-94DE-7DBEFECF1F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95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4.4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01448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子图展示文化叙事如何从知识图谱转译到具体景点。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11 Slide16 KG Frame">
            <a:extLst>
              <a:ext uri="{FF2B5EF4-FFF2-40B4-BE49-F238E27FC236}">
                <a16:creationId xmlns:a16="http://schemas.microsoft.com/office/drawing/2014/main" id="{E30D43CB-6729-F36C-5BA6-90A4DAE8C86A}"/>
              </a:ext>
            </a:extLst>
          </p:cNvPr>
          <p:cNvSpPr/>
          <p:nvPr/>
        </p:nvSpPr>
        <p:spPr>
          <a:xfrm>
            <a:off x="1101507" y="1703264"/>
            <a:ext cx="8886695" cy="36809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31">
            <a:extLst>
              <a:ext uri="{FF2B5EF4-FFF2-40B4-BE49-F238E27FC236}">
                <a16:creationId xmlns:a16="http://schemas.microsoft.com/office/drawing/2014/main" id="{C3E25AC6-2CE2-8136-D30D-B1A00289E5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31EF10C0-F009-E00C-36E9-672D8D5853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自定义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2026-06-03T05:48:47Z</dcterms:created>
  <dcterms:modified xsi:type="dcterms:W3CDTF">2026-06-03T05:48:47Z</dcterms:modified>
</cp:coreProperties>
</file>