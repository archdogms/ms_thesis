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14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6.6.1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6.9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稳健性与边界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063202"/>
            <a:ext cx="4543425" cy="2331545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权重敏感性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000250"/>
            <a:ext cx="2941292" cy="245745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相关矩阵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≥</a:t>
            </a: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89.7%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替代口径分类一致比例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-0.495</a:t>
            </a:r>
            <a:endParaRPr sz="2025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 </a:t>
            </a: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-0.440</a:t>
            </a:r>
            <a:endParaRPr sz="2025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 </a:t>
            </a: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592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相关性只提示关系方向，不解释机制本身。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92FDE2-7D6F-B1B9-EF82-CDC289CA7FD0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03860912-27CB-8A7A-15F4-A91FE0B2A1C2}"/>
              </a:ext>
            </a:extLst>
          </p:cNvPr>
          <p:cNvSpPr txBox="1"/>
          <p:nvPr/>
        </p:nvSpPr>
        <p:spPr>
          <a:xfrm>
            <a:off x="876300" y="1251461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敏感性检验显示主要分类稳定。</a:t>
            </a:r>
          </a:p>
          <a:p>
            <a:r>
              <a:rPr lang="en-US" altLang="zh-CN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相关矩阵只提示关系方向，不解释因果。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79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58</cp:revision>
  <dcterms:created xsi:type="dcterms:W3CDTF">2026-06-02T06:15:18Z</dcterms:created>
  <dcterms:modified xsi:type="dcterms:W3CDTF">2026-06-03T08:45:57Z</dcterms:modified>
</cp:coreProperties>
</file>