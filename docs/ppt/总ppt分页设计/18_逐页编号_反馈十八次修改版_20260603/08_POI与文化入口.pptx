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08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5.1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5.1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POI</a:t>
            </a: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与文化入口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19431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+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自然景观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B7487E76-D088-CF2E-AD2F-693625894200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总量不弱，但文化体验类入口占比低。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桂城、里水等旅游供给强，九江等片区不能只按热度判断。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98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2026-06-03T08:45:56Z</dcterms:modified>
</cp:coreProperties>
</file>