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12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镇街尺度差异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19431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1529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西樵、九江、丹灶文化载体更厚，提示补旅游条件和补文化内容是两类任务。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370BC2AD-FFED-CAC0-0D37-DFEF98EE6C0D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高值不等于文化厚度高。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西樵、九江、丹灶承担文化资源转化重点。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99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2026-06-03T08:45:57Z</dcterms:modified>
</cp:coreProperties>
</file>