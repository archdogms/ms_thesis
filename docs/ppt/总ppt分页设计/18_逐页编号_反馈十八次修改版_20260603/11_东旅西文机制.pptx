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11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64" y="2006600"/>
            <a:ext cx="5022937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该判断用于解释空间机制，不等同于东部无文化或西部无旅游。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158</Words>
  <Application>Microsoft Office PowerPoint</Application>
  <DocSecurity>0</DocSecurity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2026-06-03T08:45:56Z</dcterms:modified>
</cp:coreProperties>
</file>