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2954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本科毕业设计答辩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5619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基于多源数据的佛山市南海区旅游景点文旅融合潜力研究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5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15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答辩人：孟帅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专业：风景园林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指导教师：邬东璠 副教授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2026 年 6 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NANHAI / MAP DATA / CULTURE-TOURISM</a:t>
            </a: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35</Words>
  <Application>Microsoft Office PowerPoint</Application>
  <DocSecurity>0</DocSecurity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2026-06-02T13:10:32Z</dcterms:modified>
</cp:coreProperties>
</file>