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94A435-7E09-4D65-9098-A9FE49387C0E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95983-050A-47B5-8A73-B30E0DBB9DE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6.4 节、图 6.5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九江：低热度不等于低潜力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E7EDFDA-9B61-4BFC-9335-CF665AF7C458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核心判断：九江低热度不能简单等同于低潜力，它同时存在真实转化不足和数据口径低估。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讲述时强调：龙舟、美食、节庆等地方体验需要现场与平台口径补充，不能只看 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5905500" cy="35242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590550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88836" y="2171700"/>
            <a:ext cx="4537529" cy="31242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2171700"/>
            <a:ext cx="5638800" cy="31242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九江专题识别图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2095500"/>
            <a:ext cx="3429000" cy="933450"/>
          </a:xfrm>
          <a:prstGeom prst="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2669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实质转化不足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571750"/>
            <a:ext cx="2781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游线组织、展示空间、交通接驳和游客服务仍需补足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371850"/>
            <a:ext cx="3429000" cy="933450"/>
          </a:xfrm>
          <a:prstGeom prst="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5433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数据口径低估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848100"/>
            <a:ext cx="2781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未纳入大众点评、美团等餐饮评价与夜间活力数据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857750"/>
            <a:ext cx="990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29590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九江非遗项目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857750"/>
            <a:ext cx="990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29590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 POI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990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29590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全区 POI 占比</a:t>
            </a: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95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18</cp:revision>
  <dcterms:created xsi:type="dcterms:W3CDTF">2026-06-02T06:15:18Z</dcterms:created>
  <dcterms:modified xsi:type="dcterms:W3CDTF">2026-06-02T13:10:35Z</dcterms:modified>
</cp:coreProperties>
</file>