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第二部分：数据基础与处理方法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第三部分：结果诊断与空间格局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第四部分：规划转译与结论边界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2026-06-02T13:10:33Z</dcterms:modified>
</cp:coreProperties>
</file>