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9F9F06-00E1-483A-B1B2-69E254AB1C97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核心判断：错位是结构性现象，沉睡潜力与空心景点合计达到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103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讲述时强调：核心耦合只有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条，后续策略不能只围绕「热点」，还要识别未被承接的文化潜力。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4D9D3A-177E-47A0-83F8-0BA60CA4673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64054-E406-4815-8819-DAC7A42719CD}"/>
              </a:ext>
            </a:extLst>
          </p:cNvPr>
          <p:cNvSpPr>
            <a:spLocks noGrp="1"/>
          </p:cNvSpPr>
          <p:nvPr/>
        </p:nvSpPr>
        <p:spPr>
          <a:xfrm>
            <a:off x="44577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1FCB5-CBE5-4073-BD56-95BFAFD8D52A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69E67D-F224-4FD7-A5CF-FC478D34A385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4B41B5-EA55-40A3-A08A-480C91DF1373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074360-ADEC-4AFC-B353-A6D5BDCD60B7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6B976-4199-439E-9106-87AE9BA5500D}"/>
              </a:ext>
            </a:extLst>
          </p:cNvPr>
          <p:cNvSpPr>
            <a:spLocks noGrp="1"/>
          </p:cNvSpPr>
          <p:nvPr/>
        </p:nvSpPr>
        <p:spPr>
          <a:xfrm>
            <a:off x="99822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C6B6AC-8BDA-42E8-9486-474D008C59BC}"/>
              </a:ext>
            </a:extLst>
          </p:cNvPr>
          <p:cNvSpPr>
            <a:spLocks noGrp="1"/>
          </p:cNvSpPr>
          <p:nvPr/>
        </p:nvSpPr>
        <p:spPr>
          <a:xfrm>
            <a:off x="99631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BF829-B186-485E-824F-FE9604B35D42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4BDFF-F3A7-41BB-BE91-0E5736DD7F34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FF3305-9BEB-4848-BAB6-5B0D1CF73919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2615B7-AF11-4036-B18D-4F6EB2630F3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37971D-2116-4F3E-820C-4DC42E257DC2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387509-EB5C-4FA4-8B44-24F9067F9A23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27E6329-BD89-4009-90F7-839883E945C4}"/>
              </a:ext>
            </a:extLst>
          </p:cNvPr>
          <p:cNvSpPr>
            <a:spLocks noGrp="1"/>
          </p:cNvSpPr>
          <p:nvPr/>
        </p:nvSpPr>
        <p:spPr>
          <a:xfrm>
            <a:off x="63436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FE229F-2DA5-411D-9E9E-980B74054730}"/>
              </a:ext>
            </a:extLst>
          </p:cNvPr>
          <p:cNvSpPr>
            <a:spLocks noGrp="1"/>
          </p:cNvSpPr>
          <p:nvPr/>
        </p:nvSpPr>
        <p:spPr>
          <a:xfrm>
            <a:off x="65913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CA73B6-43DA-4A9C-B4EB-74AFD2CFC9A8}"/>
              </a:ext>
            </a:extLst>
          </p:cNvPr>
          <p:cNvSpPr>
            <a:spLocks noGrp="1"/>
          </p:cNvSpPr>
          <p:nvPr/>
        </p:nvSpPr>
        <p:spPr>
          <a:xfrm>
            <a:off x="99822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106AAC-B522-4B8F-843F-70F0B91E71D1}"/>
              </a:ext>
            </a:extLst>
          </p:cNvPr>
          <p:cNvSpPr>
            <a:spLocks noGrp="1"/>
          </p:cNvSpPr>
          <p:nvPr/>
        </p:nvSpPr>
        <p:spPr>
          <a:xfrm>
            <a:off x="99631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6FE465-78A2-4C2C-8202-F2CDAB1D3F72}"/>
              </a:ext>
            </a:extLst>
          </p:cNvPr>
          <p:cNvSpPr>
            <a:spLocks noGrp="1"/>
          </p:cNvSpPr>
          <p:nvPr/>
        </p:nvSpPr>
        <p:spPr>
          <a:xfrm>
            <a:off x="65913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热度高、本土叙事不足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AC8769-9D7A-42F8-935E-600014A6B09C}"/>
              </a:ext>
            </a:extLst>
          </p:cNvPr>
          <p:cNvSpPr>
            <a:spLocks noGrp="1"/>
          </p:cNvSpPr>
          <p:nvPr/>
        </p:nvSpPr>
        <p:spPr>
          <a:xfrm>
            <a:off x="4248150" y="36385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AEFC47-87D2-45E9-85DC-68FEA4ED6059}"/>
              </a:ext>
            </a:extLst>
          </p:cNvPr>
          <p:cNvSpPr>
            <a:spLocks noGrp="1"/>
          </p:cNvSpPr>
          <p:nvPr/>
        </p:nvSpPr>
        <p:spPr>
          <a:xfrm>
            <a:off x="3524250" y="582930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核心耦合只作为优先深化对象，不做成熟度结论。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</Words>
  <Application>Microsoft Office PowerPoint</Application>
  <DocSecurity>0</DocSecurity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2026-06-02T13:10:34Z</dcterms:modified>
</cp:coreProperties>
</file>