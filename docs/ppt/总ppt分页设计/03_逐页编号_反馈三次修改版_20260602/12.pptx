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AD5E81-9788-49B0-9E51-2D08FBE43DCC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110045-98E8-49F0-9EEB-732572267F1B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12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6.3 节、图 6.3、表 5.1.2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镇街对比：热度与文化分离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3770A5B-0A71-4819-B47F-85F59082404E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核心判断：镇街统计进一步证明热度和文化厚度分离，不是单幅地图造成的视觉误差。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讲述时强调：桂城、里水承载旅游热度，西樵、九江、丹灶保留更多文化锚点。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2114550"/>
            <a:ext cx="7239000" cy="33909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2038350"/>
            <a:ext cx="7239000" cy="3390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97331" y="2171700"/>
            <a:ext cx="5302338" cy="299085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2171700"/>
            <a:ext cx="6972300" cy="29908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20383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4765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桂城 POI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8194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2575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里水 POI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6004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9624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3815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2190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九江 POI 占比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5219700"/>
            <a:ext cx="2286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西樵、九江、丹灶文化载体更厚，说明补旅游条件和补文化内容是两类任务。</a:t>
            </a: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98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2026-06-02T13:10:35Z</dcterms:modified>
</cp:coreProperties>
</file>