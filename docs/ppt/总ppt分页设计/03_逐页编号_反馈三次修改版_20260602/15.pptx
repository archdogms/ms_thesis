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C5F2C68-FCD2-437B-995E-9285B3B28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335C92-2CFE-4055-B77B-2F7C24F5FF3F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A8FDF0-784F-443B-B3D9-6DDA185A2C70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03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结果诊断与空间格局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3C33FB5-E3D5-4A75-90DF-43D4EA93E7D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15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C15B0F0-4252-48D8-A044-34E18F3DC825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6.6.1 节、图 6.4、图 6.9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8F7A5D0-BA59-4126-A0B8-25D329B3F4C5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C87358F-FC27-4298-8DA0-6A96197F533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相关与稳健限定边界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0B6FAC-712D-40A7-A365-391CF7CD2C92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核心判断：相关性与权重敏感性用于限定结论边界，而不是把指数包装成因果模型。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讲述时强调：分类一致性较高说明判断相对稳定，但镇街和景区样本仍需谨慎解释。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A3379C0-1B85-40B0-ADC9-12FFF121F2DA}"/>
              </a:ext>
            </a:extLst>
          </p:cNvPr>
          <p:cNvSpPr>
            <a:spLocks noGrp="1"/>
          </p:cNvSpPr>
          <p:nvPr/>
        </p:nvSpPr>
        <p:spPr>
          <a:xfrm>
            <a:off x="80010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3C41279-BD0C-4C09-A841-C55F5F5B1B49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7250" y="2291802"/>
            <a:ext cx="4543425" cy="2331545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35CF2FD-ECE7-496B-B4C9-F1ECE51E5293}"/>
              </a:ext>
            </a:extLst>
          </p:cNvPr>
          <p:cNvSpPr>
            <a:spLocks noGrp="1"/>
          </p:cNvSpPr>
          <p:nvPr/>
        </p:nvSpPr>
        <p:spPr>
          <a:xfrm>
            <a:off x="85725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95172E-C95F-434F-8A0C-FBE2C572FCD9}"/>
              </a:ext>
            </a:extLst>
          </p:cNvPr>
          <p:cNvSpPr>
            <a:spLocks noGrp="1"/>
          </p:cNvSpPr>
          <p:nvPr/>
        </p:nvSpPr>
        <p:spPr>
          <a:xfrm>
            <a:off x="87630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权重敏感性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9FE1ED3-D1D3-4DB1-BAF4-88BED2B91A94}"/>
              </a:ext>
            </a:extLst>
          </p:cNvPr>
          <p:cNvSpPr>
            <a:spLocks noGrp="1"/>
          </p:cNvSpPr>
          <p:nvPr/>
        </p:nvSpPr>
        <p:spPr>
          <a:xfrm>
            <a:off x="6076950" y="2171700"/>
            <a:ext cx="4810125" cy="285750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3D86208-0D6C-4AB5-88C7-7FE3BEC21CF4}"/>
              </a:ext>
            </a:extLst>
          </p:cNvPr>
          <p:cNvSpPr>
            <a:spLocks noGrp="1"/>
          </p:cNvSpPr>
          <p:nvPr/>
        </p:nvSpPr>
        <p:spPr>
          <a:xfrm>
            <a:off x="6000750" y="2095500"/>
            <a:ext cx="4810125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935167" y="2228850"/>
            <a:ext cx="2941292" cy="24574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638D5FF6-D8F6-4F16-B235-8E979526B7B8}"/>
              </a:ext>
            </a:extLst>
          </p:cNvPr>
          <p:cNvSpPr>
            <a:spLocks noGrp="1"/>
          </p:cNvSpPr>
          <p:nvPr/>
        </p:nvSpPr>
        <p:spPr>
          <a:xfrm>
            <a:off x="6134100" y="2228850"/>
            <a:ext cx="4543425" cy="2457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3DA14B-E477-4CB3-BBAE-335D9A036256}"/>
              </a:ext>
            </a:extLst>
          </p:cNvPr>
          <p:cNvSpPr>
            <a:spLocks noGrp="1"/>
          </p:cNvSpPr>
          <p:nvPr/>
        </p:nvSpPr>
        <p:spPr>
          <a:xfrm>
            <a:off x="6153150" y="4724400"/>
            <a:ext cx="4505325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相关矩阵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C617266-B3EC-4A34-BC50-7D9032E8EECD}"/>
              </a:ext>
            </a:extLst>
          </p:cNvPr>
          <p:cNvSpPr>
            <a:spLocks noGrp="1"/>
          </p:cNvSpPr>
          <p:nvPr/>
        </p:nvSpPr>
        <p:spPr>
          <a:xfrm>
            <a:off x="23812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≥89.7%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0862AF-809D-4E7A-9736-352EE587A597}"/>
              </a:ext>
            </a:extLst>
          </p:cNvPr>
          <p:cNvSpPr>
            <a:spLocks noGrp="1"/>
          </p:cNvSpPr>
          <p:nvPr/>
        </p:nvSpPr>
        <p:spPr>
          <a:xfrm>
            <a:off x="23812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4894BF3-AE20-4F62-9BDA-B5D3641FAD36}"/>
              </a:ext>
            </a:extLst>
          </p:cNvPr>
          <p:cNvSpPr>
            <a:spLocks noGrp="1"/>
          </p:cNvSpPr>
          <p:nvPr/>
        </p:nvSpPr>
        <p:spPr>
          <a:xfrm>
            <a:off x="23812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替代口径分类一致比例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8A1B322-55B5-47DA-BD50-4A38C69F245C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-0.495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EB6D10A-ADCC-4B6D-8F82-6F802CE8720E}"/>
              </a:ext>
            </a:extLst>
          </p:cNvPr>
          <p:cNvSpPr>
            <a:spLocks noGrp="1"/>
          </p:cNvSpPr>
          <p:nvPr/>
        </p:nvSpPr>
        <p:spPr>
          <a:xfrm>
            <a:off x="514350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2522388-1A2D-4DD4-B1BD-0105B2771ED3}"/>
              </a:ext>
            </a:extLst>
          </p:cNvPr>
          <p:cNvSpPr>
            <a:spLocks noGrp="1"/>
          </p:cNvSpPr>
          <p:nvPr/>
        </p:nvSpPr>
        <p:spPr>
          <a:xfrm>
            <a:off x="514350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CMI 与 MI 相关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06E4F24-A4F0-4E59-B387-4E6B21B5060D}"/>
              </a:ext>
            </a:extLst>
          </p:cNvPr>
          <p:cNvSpPr>
            <a:spLocks noGrp="1"/>
          </p:cNvSpPr>
          <p:nvPr/>
        </p:nvSpPr>
        <p:spPr>
          <a:xfrm>
            <a:off x="7905750" y="5334000"/>
            <a:ext cx="2000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rPr>
              <a:t>-0.440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A5DCB5E-5EF8-43AD-9D48-EA0CDAEAF42A}"/>
              </a:ext>
            </a:extLst>
          </p:cNvPr>
          <p:cNvSpPr>
            <a:spLocks noGrp="1"/>
          </p:cNvSpPr>
          <p:nvPr/>
        </p:nvSpPr>
        <p:spPr>
          <a:xfrm>
            <a:off x="7905750" y="5695950"/>
            <a:ext cx="19431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C6EBCA-8370-4E40-A351-61063FC3CAEE}"/>
              </a:ext>
            </a:extLst>
          </p:cNvPr>
          <p:cNvSpPr>
            <a:spLocks noGrp="1"/>
          </p:cNvSpPr>
          <p:nvPr/>
        </p:nvSpPr>
        <p:spPr>
          <a:xfrm>
            <a:off x="7905750" y="57721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OAI 与 MI 相关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D352D32-D4E3-479F-8DF1-52BF1B180D8A}"/>
              </a:ext>
            </a:extLst>
          </p:cNvPr>
          <p:cNvSpPr>
            <a:spLocks noGrp="1"/>
          </p:cNvSpPr>
          <p:nvPr/>
        </p:nvSpPr>
        <p:spPr>
          <a:xfrm>
            <a:off x="4419600" y="6153150"/>
            <a:ext cx="342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相关性只说明关系方向，不解释机制本身。</a:t>
            </a:r>
          </a:p>
        </p:txBody>
      </p:sp>
    </p:spTree>
    <p:extLst>
      <p:ext uri="{BB962C8B-B14F-4D97-AF65-F5344CB8AC3E}">
        <p14:creationId xmlns:p14="http://schemas.microsoft.com/office/powerpoint/2010/main" val="49428738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91</Words>
  <Application>Microsoft Office PowerPoint</Application>
  <DocSecurity>0</DocSecurity>
  <PresentationFormat>宽屏</PresentationFormat>
  <Paragraphs>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2026-06-02T13:10:36Z</dcterms:modified>
</cp:coreProperties>
</file>