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6.7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19113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18351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1968500"/>
            <a:ext cx="4199860" cy="30099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19685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0165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官方资源空间化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19113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18351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1968500"/>
            <a:ext cx="4199860" cy="30099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19685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0165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网格覆盖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17200" y="19558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693400" y="20447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693400" y="22733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官方资源扩展记录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17200" y="27940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693400" y="28829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693400" y="31115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不可移动文物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17200" y="36322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693400" y="37211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693400" y="39497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博物馆 </a:t>
            </a:r>
            <a:r>
              <a:rPr lang="en-US" altLang="zh-CN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</a:t>
            </a: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历史文化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17200" y="44704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693400" y="45593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693400" y="47879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纯新增候选资源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17200" y="53086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693400" y="53975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693400" y="56261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扩展锚点库总量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09AC39-5D33-6237-2AAF-A2F3C330177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ACED3F01-4338-38B4-F38E-4C7D1F47E49C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593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条官方资源扩展记录用于补充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条核心样本。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新增候选资源提示后续空间覆盖和项目储备。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89</Words>
  <Application>Microsoft Office PowerPoint</Application>
  <DocSecurity>0</DocSecurity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2026-06-03T05:15:04Z</dcterms:modified>
</cp:coreProperties>
</file>