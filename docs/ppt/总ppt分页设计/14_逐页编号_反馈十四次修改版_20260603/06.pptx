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06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</a:t>
            </a:r>
            <a:endParaRPr sz="255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典籍频次与图谱中心性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  <a:endParaRPr sz="2400" b="1">
              <a:solidFill>
                <a:srgbClr val="8C4AA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</a:t>
            </a:r>
            <a:endParaRPr sz="255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官方认证指数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保护等级与制度识别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  <a:endParaRPr sz="2400" b="1">
              <a:solidFill>
                <a:srgbClr val="8C4AA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</a:t>
            </a:r>
            <a:endParaRPr sz="2550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、评分、评论量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  <a:endParaRPr sz="2400" b="1">
              <a:solidFill>
                <a:srgbClr val="8C4AA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</a:t>
            </a:r>
            <a:endParaRPr sz="2550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旅游热度与文化侧基础的相对差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= THI - 0.5CMI - 0.5OAI；THI </a:t>
            </a:r>
            <a:r>
              <a:rPr lang="zh-CN" altLang="en-US"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表示旅游热度，不能替代文化识别。</a:t>
            </a:r>
            <a:endParaRPr sz="1125" b="1">
              <a:solidFill>
                <a:srgbClr val="B35D4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19812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1844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典籍提及与图谱中心性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1844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文物、非遗等官方认定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7338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7338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识别文化与旅游的相对错位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0066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1082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6007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5969000"/>
            <a:ext cx="5867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D6E0F18-D057-6B5E-6A52-20827EF879DF}"/>
              </a:ext>
            </a:extLst>
          </p:cNvPr>
          <p:cNvSpPr txBox="1"/>
          <p:nvPr/>
        </p:nvSpPr>
        <p:spPr>
          <a:xfrm>
            <a:off x="889000" y="1169507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CMI / OAI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表示文化与制度基础，</a:t>
            </a:r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</a:t>
            </a:r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用来识别相对错位。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散点分层用于识别沉睡潜力、空心景点和核心耦合网格。</a:t>
            </a:r>
          </a:p>
        </p:txBody>
      </p:sp>
      <p:cxnSp>
        <p:nvCxnSpPr>
          <p:cNvPr id="57" name="Round8 CoreClaim Rule">
            <a:extLst>
              <a:ext uri="{FF2B5EF4-FFF2-40B4-BE49-F238E27FC236}">
                <a16:creationId xmlns:a16="http://schemas.microsoft.com/office/drawing/2014/main" id="{838B40D4-59BC-4146-348F-C0066B1BE5BF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191</Words>
  <Application>Microsoft Office PowerPoint</Application>
  <DocSecurity>0</DocSecurity>
  <PresentationFormat>宽屏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2026-06-03T05:15:03Z</dcterms:modified>
</cp:coreProperties>
</file>