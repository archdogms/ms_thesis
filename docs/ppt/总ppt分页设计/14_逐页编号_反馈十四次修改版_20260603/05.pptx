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3432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标准化典籍语料，约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900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万字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29908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6957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平台评论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5529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非遗项目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核心文化载体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2578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3340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分析网格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0" name="NativeFlow Data Top 3"/>
          <p:cNvSpPr/>
          <p:nvPr/>
        </p:nvSpPr>
        <p:spPr>
          <a:xfrm>
            <a:off x="5150000" y="2917103"/>
            <a:ext cx="1030000" cy="520994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文化载体锚点</a:t>
            </a:r>
          </a:p>
          <a:p>
            <a:pPr algn="ctr"/>
            <a:r>
              <a:rPr lang="en-US" alt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r>
              <a:rPr lang="zh-CN" altLang="en-US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 </a:t>
            </a:r>
            <a:r>
              <a:rPr lang="en-US" alt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165</a:t>
            </a:r>
            <a:r>
              <a:rPr lang="zh-CN" altLang="en-US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  <a:endParaRPr lang="zh-CN" sz="700">
              <a:solidFill>
                <a:srgbClr val="1F31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134448"/>
            <a:ext cx="1420000" cy="746304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</a:t>
            </a:r>
          </a:p>
          <a:p>
            <a:pPr algn="ctr"/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  <a:endParaRPr lang="zh-CN"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1750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5085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4925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</a:t>
            </a:r>
          </a:p>
          <a:p>
            <a:pPr algn="ctr"/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</a:t>
            </a:r>
            <a:endParaRPr lang="zh-CN" sz="73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241995"/>
            <a:ext cx="1420000" cy="53120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  <a:p>
            <a:pPr algn="ctr"/>
            <a:r>
              <a:rPr lang="en-US" alt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</a:t>
            </a:r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校对、去重</a:t>
            </a:r>
          </a:p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坐标与名称统一</a:t>
            </a:r>
            <a:endParaRPr lang="zh-CN" sz="720">
              <a:solidFill>
                <a:srgbClr val="2B2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241995"/>
            <a:ext cx="1420000" cy="53120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  <a:endParaRPr lang="zh-CN" sz="720">
              <a:solidFill>
                <a:srgbClr val="2B2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5085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  <a:endParaRPr lang="zh-CN" sz="73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NativeFlow Data Top 0"/>
          <p:cNvSpPr/>
          <p:nvPr/>
        </p:nvSpPr>
        <p:spPr>
          <a:xfrm>
            <a:off x="1280000" y="29914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 </a:t>
            </a:r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</a:t>
            </a:r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900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万字</a:t>
            </a:r>
            <a:endParaRPr lang="zh-CN" sz="73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NativeFlow Data Top 1"/>
          <p:cNvSpPr/>
          <p:nvPr/>
        </p:nvSpPr>
        <p:spPr>
          <a:xfrm>
            <a:off x="2570000" y="2747411"/>
            <a:ext cx="1030000" cy="860377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文化实体关系</a:t>
            </a:r>
          </a:p>
          <a:p>
            <a:pPr algn="ctr"/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19,382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  <a:endParaRPr lang="zh-CN"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1750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174299"/>
            <a:ext cx="6200000" cy="286603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lang="zh-CN" altLang="en-US" sz="13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3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575EAE2-CFF3-EEDB-AFA2-5F47087587E6}"/>
              </a:ext>
            </a:extLst>
          </p:cNvPr>
          <p:cNvSpPr txBox="1"/>
          <p:nvPr/>
        </p:nvSpPr>
        <p:spPr>
          <a:xfrm>
            <a:off x="889000" y="1120987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典籍、官方名录、</a:t>
            </a:r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与评论统一到 </a:t>
            </a:r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网格后，文化与旅游才可同尺度比较。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载体锚点承担文化侧与旅游侧之间的空间桥梁。</a:t>
            </a:r>
          </a:p>
        </p:txBody>
      </p:sp>
      <p:cxnSp>
        <p:nvCxnSpPr>
          <p:cNvPr id="41" name="Round8 CoreClaim Rule">
            <a:extLst>
              <a:ext uri="{FF2B5EF4-FFF2-40B4-BE49-F238E27FC236}">
                <a16:creationId xmlns:a16="http://schemas.microsoft.com/office/drawing/2014/main" id="{CA4ABE75-466E-708C-82F5-ABB31D459F82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193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2026-06-03T05:15:03Z</dcterms:modified>
</cp:coreProperties>
</file>