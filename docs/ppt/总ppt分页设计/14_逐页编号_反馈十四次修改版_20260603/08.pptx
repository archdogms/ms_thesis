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08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4.3.2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4.4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0129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1082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</a:t>
            </a:r>
            <a:endParaRPr sz="90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3177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人物关系进入图谱结构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287020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29654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地点</a:t>
            </a:r>
            <a:endParaRPr sz="90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17500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文化记忆可追溯到空间锚点</a:t>
            </a:r>
            <a:endParaRPr sz="10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7274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38227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技艺</a:t>
            </a:r>
            <a:endParaRPr sz="90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0322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非遗与地方叙事发生关联</a:t>
            </a:r>
            <a:endParaRPr sz="10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DDB60C-C7A9-D9B6-350B-72DE1DE8CA5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2C5C51E-DF0D-7603-25D0-F9670FB5C6FD}"/>
              </a:ext>
            </a:extLst>
          </p:cNvPr>
          <p:cNvSpPr txBox="1"/>
          <p:nvPr/>
        </p:nvSpPr>
        <p:spPr>
          <a:xfrm>
            <a:off x="889000" y="1320799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人物、地点与技艺的关系网络，是文化记忆指数和空间匹配的依据。</a:t>
            </a:r>
          </a:p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子图展示文化叙事如何从知识图谱转译到具体景点。</a:t>
            </a:r>
          </a:p>
        </p:txBody>
      </p:sp>
      <p:cxnSp>
        <p:nvCxnSpPr>
          <p:cNvPr id="17" name="Round8 CoreClaim Rule">
            <a:extLst>
              <a:ext uri="{FF2B5EF4-FFF2-40B4-BE49-F238E27FC236}">
                <a16:creationId xmlns:a16="http://schemas.microsoft.com/office/drawing/2014/main" id="{16E9E52A-741E-F508-C4C5-DC3BAADD227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11 Slide16 KG Frame">
            <a:extLst>
              <a:ext uri="{FF2B5EF4-FFF2-40B4-BE49-F238E27FC236}">
                <a16:creationId xmlns:a16="http://schemas.microsoft.com/office/drawing/2014/main" id="{E30D43CB-6729-F36C-5BA6-90A4DAE8C86A}"/>
              </a:ext>
            </a:extLst>
          </p:cNvPr>
          <p:cNvSpPr/>
          <p:nvPr/>
        </p:nvSpPr>
        <p:spPr>
          <a:xfrm>
            <a:off x="1101507" y="1703264"/>
            <a:ext cx="8886695" cy="36809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Picture 31">
            <a:extLst>
              <a:ext uri="{FF2B5EF4-FFF2-40B4-BE49-F238E27FC236}">
                <a16:creationId xmlns:a16="http://schemas.microsoft.com/office/drawing/2014/main" id="{C3E25AC6-2CE2-8136-D30D-B1A00289E58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1987787"/>
            <a:ext cx="3626544" cy="3003076"/>
          </a:xfrm>
          <a:prstGeom prst="rect">
            <a:avLst/>
          </a:prstGeom>
        </p:spPr>
      </p:pic>
      <p:pic>
        <p:nvPicPr>
          <p:cNvPr id="34" name="Picture 17">
            <a:extLst>
              <a:ext uri="{FF2B5EF4-FFF2-40B4-BE49-F238E27FC236}">
                <a16:creationId xmlns:a16="http://schemas.microsoft.com/office/drawing/2014/main" id="{31EF10C0-F009-E00C-36E9-672D8D58531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371" y="1993900"/>
            <a:ext cx="3497857" cy="30099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黄飞鸿人物子图</a:t>
            </a:r>
            <a:endParaRPr sz="713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92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48</cp:revision>
  <dcterms:created xsi:type="dcterms:W3CDTF">2026-06-02T06:15:18Z</dcterms:created>
  <dcterms:modified xsi:type="dcterms:W3CDTF">2026-06-03T05:15:03Z</dcterms:modified>
</cp:coreProperties>
</file>