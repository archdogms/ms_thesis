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18605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08099"/>
            <a:ext cx="9652000" cy="4975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四类分层把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条载体转成可解释的诊断清单。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沉睡潜力与空心景点合计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条，占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62.4%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7907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0320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54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57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17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20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2004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21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81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383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38354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384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44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47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4704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48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19304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1336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6162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空心景点，表明主要问题是承接关系错位。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4544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4544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7244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15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7244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1562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151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2026-06-03T05:15:04Z</dcterms:modified>
</cp:coreProperties>
</file>