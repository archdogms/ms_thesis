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10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表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5.2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与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indices_anchors.csv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结果整理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重点载体对比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C77844-2E4A-20DC-A5B2-39F02F0EBF4C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散点分层之后，需要回答具体是哪一些点：核心耦合区代表高匹配，沉睡潜力区代表文化基础强但旅游承接弱。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1C376CD-6474-9EB5-1E04-241DC6DEE0E7}"/>
              </a:ext>
            </a:extLst>
          </p:cNvPr>
          <p:cNvCxnSpPr/>
          <p:nvPr/>
        </p:nvCxnSpPr>
        <p:spPr>
          <a:xfrm>
            <a:off x="889000" y="17018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E54847D-EB7C-5C49-BAEB-0B6A54BA9ED9}"/>
              </a:ext>
            </a:extLst>
          </p:cNvPr>
          <p:cNvSpPr/>
          <p:nvPr/>
        </p:nvSpPr>
        <p:spPr>
          <a:xfrm>
            <a:off x="889000" y="1955800"/>
            <a:ext cx="5143500" cy="393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B1A29C4-9BC6-23B3-66DE-5C5D604D1680}"/>
              </a:ext>
            </a:extLst>
          </p:cNvPr>
          <p:cNvSpPr/>
          <p:nvPr/>
        </p:nvSpPr>
        <p:spPr>
          <a:xfrm>
            <a:off x="889000" y="1955800"/>
            <a:ext cx="5143500" cy="88900"/>
          </a:xfrm>
          <a:prstGeom prst="rect">
            <a:avLst/>
          </a:prstGeom>
          <a:solidFill>
            <a:srgbClr val="4B9470"/>
          </a:solidFill>
          <a:ln w="12700" cap="flat" cmpd="sng" algn="ctr">
            <a:solidFill>
              <a:srgbClr val="4B9470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DEE68AD-CD1D-195C-6BEF-2FE8D5E4CDA3}"/>
              </a:ext>
            </a:extLst>
          </p:cNvPr>
          <p:cNvSpPr txBox="1"/>
          <p:nvPr/>
        </p:nvSpPr>
        <p:spPr>
          <a:xfrm>
            <a:off x="1168400" y="2235200"/>
            <a:ext cx="4445000" cy="3949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9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核心耦合区：</a:t>
            </a:r>
            <a:r>
              <a:rPr lang="en-US" altLang="zh-CN" sz="19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9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656E602-D1F3-9961-028F-910FAF7EEC5B}"/>
              </a:ext>
            </a:extLst>
          </p:cNvPr>
          <p:cNvSpPr txBox="1"/>
          <p:nvPr/>
        </p:nvSpPr>
        <p:spPr>
          <a:xfrm>
            <a:off x="1168400" y="27305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FED26BD-9D8D-D904-5083-649DDD99A693}"/>
              </a:ext>
            </a:extLst>
          </p:cNvPr>
          <p:cNvSpPr txBox="1"/>
          <p:nvPr/>
        </p:nvSpPr>
        <p:spPr>
          <a:xfrm>
            <a:off x="1587500" y="27305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云泉仙馆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3D291A4-6083-CE3D-E5EE-118AC0E970C1}"/>
              </a:ext>
            </a:extLst>
          </p:cNvPr>
          <p:cNvSpPr txBox="1"/>
          <p:nvPr/>
        </p:nvSpPr>
        <p:spPr>
          <a:xfrm>
            <a:off x="4089400" y="27305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77.8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C51A3F8-B376-CCF7-B8C7-85DB967208EA}"/>
              </a:ext>
            </a:extLst>
          </p:cNvPr>
          <p:cNvSpPr txBox="1"/>
          <p:nvPr/>
        </p:nvSpPr>
        <p:spPr>
          <a:xfrm>
            <a:off x="5054600" y="2730500"/>
            <a:ext cx="60433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5.2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CA7D037-787A-CCA8-3634-5CE264A70CDC}"/>
              </a:ext>
            </a:extLst>
          </p:cNvPr>
          <p:cNvSpPr txBox="1"/>
          <p:nvPr/>
        </p:nvSpPr>
        <p:spPr>
          <a:xfrm>
            <a:off x="1168400" y="32258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9674240-9113-E7C8-80CA-B72C0583BE71}"/>
              </a:ext>
            </a:extLst>
          </p:cNvPr>
          <p:cNvSpPr txBox="1"/>
          <p:nvPr/>
        </p:nvSpPr>
        <p:spPr>
          <a:xfrm>
            <a:off x="1587500" y="32258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西樵山百步云梯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61A1366-5837-0145-4C53-0501F0C013E3}"/>
              </a:ext>
            </a:extLst>
          </p:cNvPr>
          <p:cNvSpPr txBox="1"/>
          <p:nvPr/>
        </p:nvSpPr>
        <p:spPr>
          <a:xfrm>
            <a:off x="4089400" y="32258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66.5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62BC660-9031-F1D1-1B07-D08A501F3B0C}"/>
              </a:ext>
            </a:extLst>
          </p:cNvPr>
          <p:cNvSpPr txBox="1"/>
          <p:nvPr/>
        </p:nvSpPr>
        <p:spPr>
          <a:xfrm>
            <a:off x="5054600" y="3225800"/>
            <a:ext cx="670055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-7.8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B2AE665-625B-AC42-1CD7-606D9584EDF9}"/>
              </a:ext>
            </a:extLst>
          </p:cNvPr>
          <p:cNvSpPr txBox="1"/>
          <p:nvPr/>
        </p:nvSpPr>
        <p:spPr>
          <a:xfrm>
            <a:off x="1168400" y="37211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5EC2522-3AF7-D9A9-4269-23ACCA935F86}"/>
              </a:ext>
            </a:extLst>
          </p:cNvPr>
          <p:cNvSpPr txBox="1"/>
          <p:nvPr/>
        </p:nvSpPr>
        <p:spPr>
          <a:xfrm>
            <a:off x="1587500" y="37211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九江吴家大院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FEF6CBD-B92E-B138-4DA8-D7A9404AAD20}"/>
              </a:ext>
            </a:extLst>
          </p:cNvPr>
          <p:cNvSpPr txBox="1"/>
          <p:nvPr/>
        </p:nvSpPr>
        <p:spPr>
          <a:xfrm>
            <a:off x="4089400" y="37211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66.0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926EB0D-704E-09F7-C0CF-9F02421BF8E3}"/>
              </a:ext>
            </a:extLst>
          </p:cNvPr>
          <p:cNvSpPr txBox="1"/>
          <p:nvPr/>
        </p:nvSpPr>
        <p:spPr>
          <a:xfrm>
            <a:off x="5054600" y="3721100"/>
            <a:ext cx="670055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-6.1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603AC1B-29BF-4A3B-5FAF-7B3D8F405BF9}"/>
              </a:ext>
            </a:extLst>
          </p:cNvPr>
          <p:cNvSpPr txBox="1"/>
          <p:nvPr/>
        </p:nvSpPr>
        <p:spPr>
          <a:xfrm>
            <a:off x="1168400" y="42164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130005A-1563-2F8F-297B-AE7A288558AA}"/>
              </a:ext>
            </a:extLst>
          </p:cNvPr>
          <p:cNvSpPr txBox="1"/>
          <p:nvPr/>
        </p:nvSpPr>
        <p:spPr>
          <a:xfrm>
            <a:off x="1587500" y="42164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西樵山抗日阵亡将士暨死难同</a:t>
            </a:r>
            <a:r>
              <a:rPr lang="en-US" altLang="zh-CN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lang="zh-CN" altLang="en-US" sz="13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972A4E0-5749-6D5C-B70A-E6FFD659F0D7}"/>
              </a:ext>
            </a:extLst>
          </p:cNvPr>
          <p:cNvSpPr txBox="1"/>
          <p:nvPr/>
        </p:nvSpPr>
        <p:spPr>
          <a:xfrm>
            <a:off x="4089400" y="42164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65.6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3010ADF-0EFC-6580-6B9F-0DC1C150302E}"/>
              </a:ext>
            </a:extLst>
          </p:cNvPr>
          <p:cNvSpPr txBox="1"/>
          <p:nvPr/>
        </p:nvSpPr>
        <p:spPr>
          <a:xfrm>
            <a:off x="5054600" y="4216400"/>
            <a:ext cx="670055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-8.7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F785B1B-1ACC-9208-D4D0-4BBD99E603D1}"/>
              </a:ext>
            </a:extLst>
          </p:cNvPr>
          <p:cNvSpPr txBox="1"/>
          <p:nvPr/>
        </p:nvSpPr>
        <p:spPr>
          <a:xfrm>
            <a:off x="1168400" y="47117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8DBB65D-7306-B930-9C07-680BC6F810C1}"/>
              </a:ext>
            </a:extLst>
          </p:cNvPr>
          <p:cNvSpPr txBox="1"/>
          <p:nvPr/>
        </p:nvSpPr>
        <p:spPr>
          <a:xfrm>
            <a:off x="1587500" y="47117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平洲传统玉器制作技艺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9589B64-119A-8967-ED16-F3730346E82B}"/>
              </a:ext>
            </a:extLst>
          </p:cNvPr>
          <p:cNvSpPr txBox="1"/>
          <p:nvPr/>
        </p:nvSpPr>
        <p:spPr>
          <a:xfrm>
            <a:off x="4089400" y="47117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56.6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0E80EF0-1ADA-5CCB-D9B6-2143CD28C715}"/>
              </a:ext>
            </a:extLst>
          </p:cNvPr>
          <p:cNvSpPr txBox="1"/>
          <p:nvPr/>
        </p:nvSpPr>
        <p:spPr>
          <a:xfrm>
            <a:off x="5054600" y="4711700"/>
            <a:ext cx="60433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3.0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4277BA0-FECE-CCDE-2995-AA5539EB9989}"/>
              </a:ext>
            </a:extLst>
          </p:cNvPr>
          <p:cNvSpPr txBox="1"/>
          <p:nvPr/>
        </p:nvSpPr>
        <p:spPr>
          <a:xfrm>
            <a:off x="1168400" y="5384800"/>
            <a:ext cx="43180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这些点说明文化基础、官方认定与旅游热度已经形成相对稳定的正向匹配。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EF96000A-0978-51B9-1277-8D06E2C2FCD2}"/>
              </a:ext>
            </a:extLst>
          </p:cNvPr>
          <p:cNvSpPr/>
          <p:nvPr/>
        </p:nvSpPr>
        <p:spPr>
          <a:xfrm>
            <a:off x="6413500" y="1955800"/>
            <a:ext cx="4889500" cy="393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78E614A-6015-02DC-5D30-DEB30FFF31A5}"/>
              </a:ext>
            </a:extLst>
          </p:cNvPr>
          <p:cNvSpPr/>
          <p:nvPr/>
        </p:nvSpPr>
        <p:spPr>
          <a:xfrm>
            <a:off x="6413500" y="1955800"/>
            <a:ext cx="4889500" cy="88900"/>
          </a:xfrm>
          <a:prstGeom prst="rect">
            <a:avLst/>
          </a:prstGeom>
          <a:solidFill>
            <a:srgbClr val="C1524C"/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D4AD8A9-010C-31C7-A09D-89DC35037F9E}"/>
              </a:ext>
            </a:extLst>
          </p:cNvPr>
          <p:cNvSpPr txBox="1"/>
          <p:nvPr/>
        </p:nvSpPr>
        <p:spPr>
          <a:xfrm>
            <a:off x="6692900" y="2235200"/>
            <a:ext cx="4318000" cy="34111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 </a:t>
            </a:r>
            <a:r>
              <a:rPr lang="en-US" altLang="zh-CN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Top10</a:t>
            </a:r>
            <a:r>
              <a:rPr lang="zh-CN" altLang="en-US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越低越需补承接）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57B4F08-6C05-C365-9206-3467B8C883C8}"/>
              </a:ext>
            </a:extLst>
          </p:cNvPr>
          <p:cNvSpPr txBox="1"/>
          <p:nvPr/>
        </p:nvSpPr>
        <p:spPr>
          <a:xfrm>
            <a:off x="6692900" y="27178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EC3C473-E00B-CD9B-94EE-415FF9A449DD}"/>
              </a:ext>
            </a:extLst>
          </p:cNvPr>
          <p:cNvSpPr txBox="1"/>
          <p:nvPr/>
        </p:nvSpPr>
        <p:spPr>
          <a:xfrm>
            <a:off x="7073900" y="27178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西樵镇松塘村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7F051A8-4FB8-990A-9645-43A7A94FE6BF}"/>
              </a:ext>
            </a:extLst>
          </p:cNvPr>
          <p:cNvSpPr/>
          <p:nvPr/>
        </p:nvSpPr>
        <p:spPr>
          <a:xfrm>
            <a:off x="9017000" y="2768600"/>
            <a:ext cx="1397000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97BDE85-19B5-2B46-C98C-084B59133CE7}"/>
              </a:ext>
            </a:extLst>
          </p:cNvPr>
          <p:cNvSpPr txBox="1"/>
          <p:nvPr/>
        </p:nvSpPr>
        <p:spPr>
          <a:xfrm>
            <a:off x="10515600" y="27051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-85.7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F128D40-560B-8DDF-459F-8985A48A57CC}"/>
              </a:ext>
            </a:extLst>
          </p:cNvPr>
          <p:cNvSpPr txBox="1"/>
          <p:nvPr/>
        </p:nvSpPr>
        <p:spPr>
          <a:xfrm>
            <a:off x="6692900" y="30226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895559D-F5EA-84D6-34D6-2C85D114117F}"/>
              </a:ext>
            </a:extLst>
          </p:cNvPr>
          <p:cNvSpPr txBox="1"/>
          <p:nvPr/>
        </p:nvSpPr>
        <p:spPr>
          <a:xfrm>
            <a:off x="7073900" y="30226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九江镇烟桥烟南村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C6A1D8C-6821-B903-4235-7AD28ABEC69B}"/>
              </a:ext>
            </a:extLst>
          </p:cNvPr>
          <p:cNvSpPr/>
          <p:nvPr/>
        </p:nvSpPr>
        <p:spPr>
          <a:xfrm>
            <a:off x="9017000" y="3073400"/>
            <a:ext cx="1387873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DC18D45-7F26-7599-EC2D-7A397F564764}"/>
              </a:ext>
            </a:extLst>
          </p:cNvPr>
          <p:cNvSpPr txBox="1"/>
          <p:nvPr/>
        </p:nvSpPr>
        <p:spPr>
          <a:xfrm>
            <a:off x="10515600" y="30099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-85.2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833BBDC-EFDF-96CE-9848-27A706F68189}"/>
              </a:ext>
            </a:extLst>
          </p:cNvPr>
          <p:cNvSpPr txBox="1"/>
          <p:nvPr/>
        </p:nvSpPr>
        <p:spPr>
          <a:xfrm>
            <a:off x="6692900" y="33274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06B9CB9-6F3B-F6EA-770C-4A1DDF5CAC95}"/>
              </a:ext>
            </a:extLst>
          </p:cNvPr>
          <p:cNvSpPr txBox="1"/>
          <p:nvPr/>
        </p:nvSpPr>
        <p:spPr>
          <a:xfrm>
            <a:off x="7073900" y="33274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丹灶镇仙岗社区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1E6D091-535E-C93A-D611-6EF5923BC246}"/>
              </a:ext>
            </a:extLst>
          </p:cNvPr>
          <p:cNvSpPr/>
          <p:nvPr/>
        </p:nvSpPr>
        <p:spPr>
          <a:xfrm>
            <a:off x="9017000" y="3378200"/>
            <a:ext cx="1307040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7F804D4-2ECC-143D-96D5-8D07B9EF4EB7}"/>
              </a:ext>
            </a:extLst>
          </p:cNvPr>
          <p:cNvSpPr txBox="1"/>
          <p:nvPr/>
        </p:nvSpPr>
        <p:spPr>
          <a:xfrm>
            <a:off x="10515600" y="33147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-80.2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CEBF91D-93EF-02ED-E766-33C1E387B896}"/>
              </a:ext>
            </a:extLst>
          </p:cNvPr>
          <p:cNvSpPr txBox="1"/>
          <p:nvPr/>
        </p:nvSpPr>
        <p:spPr>
          <a:xfrm>
            <a:off x="6692900" y="36322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60A5C48-FBFC-E41C-1345-AC70DBCDE7E1}"/>
              </a:ext>
            </a:extLst>
          </p:cNvPr>
          <p:cNvSpPr txBox="1"/>
          <p:nvPr/>
        </p:nvSpPr>
        <p:spPr>
          <a:xfrm>
            <a:off x="7073900" y="36322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赛龙舟（九江传统龙舟）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E0FAE44-1752-E1AB-4A13-EDA926F915DE}"/>
              </a:ext>
            </a:extLst>
          </p:cNvPr>
          <p:cNvSpPr/>
          <p:nvPr/>
        </p:nvSpPr>
        <p:spPr>
          <a:xfrm>
            <a:off x="9017000" y="3683000"/>
            <a:ext cx="1247554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CCF48D4-E90B-206B-A232-E132850210A2}"/>
              </a:ext>
            </a:extLst>
          </p:cNvPr>
          <p:cNvSpPr txBox="1"/>
          <p:nvPr/>
        </p:nvSpPr>
        <p:spPr>
          <a:xfrm>
            <a:off x="10515600" y="36195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-76.6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7CC579E6-8D86-E975-6C5E-FA06C04603B7}"/>
              </a:ext>
            </a:extLst>
          </p:cNvPr>
          <p:cNvSpPr txBox="1"/>
          <p:nvPr/>
        </p:nvSpPr>
        <p:spPr>
          <a:xfrm>
            <a:off x="6692900" y="39370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35E89F4-B044-E9C9-1569-2869F5B2E5CD}"/>
              </a:ext>
            </a:extLst>
          </p:cNvPr>
          <p:cNvSpPr txBox="1"/>
          <p:nvPr/>
        </p:nvSpPr>
        <p:spPr>
          <a:xfrm>
            <a:off x="7073900" y="39370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西樵山仙姑亭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A41A894-8539-BE7B-E6C0-3287344AF6C1}"/>
              </a:ext>
            </a:extLst>
          </p:cNvPr>
          <p:cNvSpPr/>
          <p:nvPr/>
        </p:nvSpPr>
        <p:spPr>
          <a:xfrm>
            <a:off x="9017000" y="3987800"/>
            <a:ext cx="1210559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D2FF511B-80E1-15E2-EBE9-ED3AFF1F31F3}"/>
              </a:ext>
            </a:extLst>
          </p:cNvPr>
          <p:cNvSpPr txBox="1"/>
          <p:nvPr/>
        </p:nvSpPr>
        <p:spPr>
          <a:xfrm>
            <a:off x="10515600" y="39243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-74.3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7DEAE94A-A809-0330-48D2-DEF8F8E937C0}"/>
              </a:ext>
            </a:extLst>
          </p:cNvPr>
          <p:cNvSpPr txBox="1"/>
          <p:nvPr/>
        </p:nvSpPr>
        <p:spPr>
          <a:xfrm>
            <a:off x="6692900" y="42418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3A20146-9968-B1B3-32BD-CD88BD897601}"/>
              </a:ext>
            </a:extLst>
          </p:cNvPr>
          <p:cNvSpPr txBox="1"/>
          <p:nvPr/>
        </p:nvSpPr>
        <p:spPr>
          <a:xfrm>
            <a:off x="7073900" y="42418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丹灶镇南沙棋盘村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901C7EE-46BF-EF38-ED8D-36B8282731FF}"/>
              </a:ext>
            </a:extLst>
          </p:cNvPr>
          <p:cNvSpPr/>
          <p:nvPr/>
        </p:nvSpPr>
        <p:spPr>
          <a:xfrm>
            <a:off x="9017000" y="4292600"/>
            <a:ext cx="1189536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E93BE5EE-E956-4181-B94E-4E76D773486B}"/>
              </a:ext>
            </a:extLst>
          </p:cNvPr>
          <p:cNvSpPr txBox="1"/>
          <p:nvPr/>
        </p:nvSpPr>
        <p:spPr>
          <a:xfrm>
            <a:off x="10515600" y="42291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-73.0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011BD50-464B-F357-D489-E0D70A5093D9}"/>
              </a:ext>
            </a:extLst>
          </p:cNvPr>
          <p:cNvSpPr txBox="1"/>
          <p:nvPr/>
        </p:nvSpPr>
        <p:spPr>
          <a:xfrm>
            <a:off x="6692900" y="45466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22A082C1-32E9-819B-ED78-273383178F9C}"/>
              </a:ext>
            </a:extLst>
          </p:cNvPr>
          <p:cNvSpPr txBox="1"/>
          <p:nvPr/>
        </p:nvSpPr>
        <p:spPr>
          <a:xfrm>
            <a:off x="7073900" y="45466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丹灶镇棋盘村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81E3605B-BEFB-E107-759D-8C5CF64CEA15}"/>
              </a:ext>
            </a:extLst>
          </p:cNvPr>
          <p:cNvSpPr/>
          <p:nvPr/>
        </p:nvSpPr>
        <p:spPr>
          <a:xfrm>
            <a:off x="9017000" y="4597400"/>
            <a:ext cx="1189536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98873653-5B6B-A4A6-9182-F9C4B2D3BAAD}"/>
              </a:ext>
            </a:extLst>
          </p:cNvPr>
          <p:cNvSpPr txBox="1"/>
          <p:nvPr/>
        </p:nvSpPr>
        <p:spPr>
          <a:xfrm>
            <a:off x="10515600" y="45339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-73.0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3E903509-9E60-B480-4C9C-004B2A4C998E}"/>
              </a:ext>
            </a:extLst>
          </p:cNvPr>
          <p:cNvSpPr txBox="1"/>
          <p:nvPr/>
        </p:nvSpPr>
        <p:spPr>
          <a:xfrm>
            <a:off x="6692900" y="48514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0C06262-F17A-E462-8879-DE77010D647C}"/>
              </a:ext>
            </a:extLst>
          </p:cNvPr>
          <p:cNvSpPr txBox="1"/>
          <p:nvPr/>
        </p:nvSpPr>
        <p:spPr>
          <a:xfrm>
            <a:off x="7073900" y="48514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九江镇烟桥村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3EA7CF8-58F2-4D2B-BC64-F268DC23C031}"/>
              </a:ext>
            </a:extLst>
          </p:cNvPr>
          <p:cNvSpPr/>
          <p:nvPr/>
        </p:nvSpPr>
        <p:spPr>
          <a:xfrm>
            <a:off x="9017000" y="4902200"/>
            <a:ext cx="1186276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BD1A731C-CD1E-A61B-F59B-E52FA8CD4D69}"/>
              </a:ext>
            </a:extLst>
          </p:cNvPr>
          <p:cNvSpPr txBox="1"/>
          <p:nvPr/>
        </p:nvSpPr>
        <p:spPr>
          <a:xfrm>
            <a:off x="10515600" y="48387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-72.8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C0ACB686-C0F8-CA8E-D15A-73D27407225F}"/>
              </a:ext>
            </a:extLst>
          </p:cNvPr>
          <p:cNvSpPr txBox="1"/>
          <p:nvPr/>
        </p:nvSpPr>
        <p:spPr>
          <a:xfrm>
            <a:off x="6692900" y="51562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F5563F5B-AF11-5897-C316-4BE160797892}"/>
              </a:ext>
            </a:extLst>
          </p:cNvPr>
          <p:cNvSpPr txBox="1"/>
          <p:nvPr/>
        </p:nvSpPr>
        <p:spPr>
          <a:xfrm>
            <a:off x="7073900" y="51562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西樵镇百西村头村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CBF9CC09-7FCD-AA37-35E4-79033091F127}"/>
              </a:ext>
            </a:extLst>
          </p:cNvPr>
          <p:cNvSpPr/>
          <p:nvPr/>
        </p:nvSpPr>
        <p:spPr>
          <a:xfrm>
            <a:off x="9017000" y="5207000"/>
            <a:ext cx="1154823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7AE423EC-B611-5178-078D-DF0CA6FBA292}"/>
              </a:ext>
            </a:extLst>
          </p:cNvPr>
          <p:cNvSpPr txBox="1"/>
          <p:nvPr/>
        </p:nvSpPr>
        <p:spPr>
          <a:xfrm>
            <a:off x="10515600" y="51435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-70.9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74629EB-4BC5-EF21-4AD3-9BE01FB13105}"/>
              </a:ext>
            </a:extLst>
          </p:cNvPr>
          <p:cNvSpPr txBox="1"/>
          <p:nvPr/>
        </p:nvSpPr>
        <p:spPr>
          <a:xfrm>
            <a:off x="6692900" y="54610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A355F786-F25E-1E7B-DB7E-4BF856BE0468}"/>
              </a:ext>
            </a:extLst>
          </p:cNvPr>
          <p:cNvSpPr txBox="1"/>
          <p:nvPr/>
        </p:nvSpPr>
        <p:spPr>
          <a:xfrm>
            <a:off x="7073900" y="54610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丹灶镇仙岗村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D9FEF082-0C97-D069-DC5B-8460FEEAB378}"/>
              </a:ext>
            </a:extLst>
          </p:cNvPr>
          <p:cNvSpPr/>
          <p:nvPr/>
        </p:nvSpPr>
        <p:spPr>
          <a:xfrm>
            <a:off x="9017000" y="5511800"/>
            <a:ext cx="1112450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88010D65-B12F-C27D-2492-C1DEDDCA497B}"/>
              </a:ext>
            </a:extLst>
          </p:cNvPr>
          <p:cNvSpPr txBox="1"/>
          <p:nvPr/>
        </p:nvSpPr>
        <p:spPr>
          <a:xfrm>
            <a:off x="10515600" y="54483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-68.3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2040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241</Words>
  <Application>Microsoft Office PowerPoint</Application>
  <DocSecurity>0</DocSecurity>
  <PresentationFormat>宽屏</PresentationFormat>
  <Paragraphs>59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2026-06-03T09:17:26Z</dcterms:modified>
</cp:coreProperties>
</file>