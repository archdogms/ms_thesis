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17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贡献与边界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主要贡献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研究边界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对象下沉到景点级文旅载体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建立文化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—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旅游双谱系对照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把错位结果转译为空间与规划建议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餐饮与夜间活力数据仍需补充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 algn="ctr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样本、权重和评论语义仍有简化，后续可补充更多时段与消费数据</a:t>
            </a:r>
            <a:endParaRPr sz="1320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评论语义仍是补充检验而非全量模型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8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文化记忆能否通过空间载体进入游客体验</a:t>
            </a:r>
            <a:endParaRPr sz="18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38CAC7-645E-AE62-0548-9C4D7C923B9B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规划转译与结论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92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59</cp:revision>
  <dcterms:created xsi:type="dcterms:W3CDTF">2026-06-02T06:15:18Z</dcterms:created>
  <dcterms:modified xsi:type="dcterms:W3CDTF">2026-06-03T09:17:28Z</dcterms:modified>
</cp:coreProperties>
</file>