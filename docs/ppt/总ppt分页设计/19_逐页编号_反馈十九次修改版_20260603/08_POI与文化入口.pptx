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4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09566C8-5949-4632-9965-FE38006633A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8EED79F-680A-4D3E-8DED-EC4BFA40582B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CD9B71-2741-4848-8C5B-4B66E53149FB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08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FC6DA7F-F51C-4316-A14D-EF4FDB8D0571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论文第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 </a:t>
            </a:r>
            <a:r>
              <a:rPr lang="zh-CN" altLang="en-US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0606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5.1</a:t>
            </a:r>
            <a:endParaRPr sz="850">
              <a:solidFill>
                <a:srgbClr val="60606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AB6E46-A02C-4F1E-BB84-9D2DA1880482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468A9FE-ABAA-46C4-8E11-A09F807E3EA7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76200" tIns="50800" rIns="76200" bIns="50800" anchor="t"/>
          <a:lstStyle/>
          <a:p>
            <a:pPr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POI</a:t>
            </a:r>
            <a:r>
              <a:rPr lang="zh-CN" altLang="en-US" sz="3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与文化入口</a:t>
            </a:r>
            <a:endParaRPr sz="3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08834F-FA97-47CA-A321-0F5ACC3DFDCE}"/>
              </a:ext>
            </a:extLst>
          </p:cNvPr>
          <p:cNvSpPr>
            <a:spLocks noGrp="1"/>
          </p:cNvSpPr>
          <p:nvPr/>
        </p:nvSpPr>
        <p:spPr>
          <a:xfrm>
            <a:off x="3505200" y="1885950"/>
            <a:ext cx="7239000" cy="3390900"/>
          </a:xfrm>
          <a:prstGeom prst="round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C5F716AE-EFBA-4CD0-97DC-9236CE04BC45}"/>
              </a:ext>
            </a:extLst>
          </p:cNvPr>
          <p:cNvSpPr>
            <a:spLocks noGrp="1"/>
          </p:cNvSpPr>
          <p:nvPr/>
        </p:nvSpPr>
        <p:spPr>
          <a:xfrm>
            <a:off x="3429000" y="1809750"/>
            <a:ext cx="7239000" cy="33909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356942" y="1943100"/>
            <a:ext cx="5383116" cy="2990850"/>
          </a:xfrm>
          <a:prstGeom prst="rect">
            <a:avLst/>
          </a:prstGeom>
        </p:spPr>
      </p:pic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74DB6B3-3318-40A8-9A0E-3D6D58E9ED0D}"/>
              </a:ext>
            </a:extLst>
          </p:cNvPr>
          <p:cNvSpPr>
            <a:spLocks noGrp="1"/>
          </p:cNvSpPr>
          <p:nvPr/>
        </p:nvSpPr>
        <p:spPr>
          <a:xfrm>
            <a:off x="3562350" y="1943100"/>
            <a:ext cx="6972300" cy="2990850"/>
          </a:xfrm>
          <a:prstGeom prst="round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E05708F-9117-41BC-A7E3-9F3E04750ADA}"/>
              </a:ext>
            </a:extLst>
          </p:cNvPr>
          <p:cNvSpPr>
            <a:spLocks noGrp="1"/>
          </p:cNvSpPr>
          <p:nvPr/>
        </p:nvSpPr>
        <p:spPr>
          <a:xfrm>
            <a:off x="742950" y="18097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70.8%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AFAF73-4A8B-439E-9C95-FBBE276C48A2}"/>
              </a:ext>
            </a:extLst>
          </p:cNvPr>
          <p:cNvSpPr>
            <a:spLocks noGrp="1"/>
          </p:cNvSpPr>
          <p:nvPr/>
        </p:nvSpPr>
        <p:spPr>
          <a:xfrm>
            <a:off x="742950" y="21717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C0143B26-83C4-4865-B75F-98941F38CE77}"/>
              </a:ext>
            </a:extLst>
          </p:cNvPr>
          <p:cNvSpPr>
            <a:spLocks noGrp="1"/>
          </p:cNvSpPr>
          <p:nvPr/>
        </p:nvSpPr>
        <p:spPr>
          <a:xfrm>
            <a:off x="742950" y="22479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公园绿地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+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自然景观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7F8472AA-CCF4-42DB-AF84-1EAD709BC351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3.8%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430E1B-83B7-47A6-A91B-5CF3F8F06A69}"/>
              </a:ext>
            </a:extLst>
          </p:cNvPr>
          <p:cNvSpPr>
            <a:spLocks noGrp="1"/>
          </p:cNvSpPr>
          <p:nvPr/>
        </p:nvSpPr>
        <p:spPr>
          <a:xfrm>
            <a:off x="742950" y="295275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DE8E670C-7621-469D-A525-B351F1A8EC50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文化体验类入口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AB7C399C-1C25-468D-AF61-694759AE5374}"/>
              </a:ext>
            </a:extLst>
          </p:cNvPr>
          <p:cNvSpPr>
            <a:spLocks noGrp="1"/>
          </p:cNvSpPr>
          <p:nvPr/>
        </p:nvSpPr>
        <p:spPr>
          <a:xfrm>
            <a:off x="742950" y="3371850"/>
            <a:ext cx="2190750" cy="3238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82.1%</a:t>
            </a:r>
            <a:endParaRPr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50F6341-5ED3-44CA-8233-C49B6D7CE5E2}"/>
              </a:ext>
            </a:extLst>
          </p:cNvPr>
          <p:cNvSpPr>
            <a:spLocks noGrp="1"/>
          </p:cNvSpPr>
          <p:nvPr/>
        </p:nvSpPr>
        <p:spPr>
          <a:xfrm>
            <a:off x="742950" y="3733800"/>
            <a:ext cx="21336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094A3799-443D-4515-B099-7282EB78CAB6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21907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四镇街 </a:t>
            </a:r>
            <a:r>
              <a:rPr lang="en-US" altLang="zh-CN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130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合计占比</a:t>
            </a:r>
            <a:endParaRPr sz="130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132D1C45-B2D7-472F-94F4-D690FC14E3D4}"/>
              </a:ext>
            </a:extLst>
          </p:cNvPr>
          <p:cNvSpPr>
            <a:spLocks noGrp="1"/>
          </p:cNvSpPr>
          <p:nvPr/>
        </p:nvSpPr>
        <p:spPr>
          <a:xfrm>
            <a:off x="742950" y="4991100"/>
            <a:ext cx="2286000" cy="3619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63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九江仅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259 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条 </a:t>
            </a:r>
            <a:r>
              <a:rPr lang="en-US" altLang="zh-CN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/ 1.92%</a:t>
            </a:r>
            <a:r>
              <a:rPr lang="zh-CN" altLang="en-US" sz="128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，提醒不能只按总体热度判断。</a:t>
            </a:r>
            <a:endParaRPr sz="1280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FC35D10-3CA5-71CE-FB54-4FE6B448199E}"/>
              </a:ext>
            </a:extLst>
          </p:cNvPr>
          <p:cNvSpPr txBox="1"/>
          <p:nvPr/>
        </p:nvSpPr>
        <p:spPr>
          <a:xfrm>
            <a:off x="571500" y="177800"/>
            <a:ext cx="6858000" cy="333425"/>
          </a:xfrm>
          <a:prstGeom prst="rect">
            <a:avLst/>
          </a:prstGeom>
          <a:noFill/>
        </p:spPr>
        <p:txBody>
          <a:bodyPr vert="horz" wrap="square" lIns="76200" tIns="50800" rIns="76200" bIns="50800" rtlCol="0">
            <a:spAutoFit/>
          </a:bodyPr>
          <a:lstStyle/>
          <a:p>
            <a:r>
              <a:rPr lang="en-US" altLang="zh-CN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04 | </a:t>
            </a:r>
            <a:r>
              <a:rPr lang="zh-CN" altLang="en-US" sz="1500" b="1">
                <a:solidFill>
                  <a:srgbClr val="663D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错位识别与空间结果</a:t>
            </a:r>
          </a:p>
        </p:txBody>
      </p:sp>
      <p:sp>
        <p:nvSpPr>
          <p:cNvPr id="4" name="Round12 Top Bullets">
            <a:extLst>
              <a:ext uri="{FF2B5EF4-FFF2-40B4-BE49-F238E27FC236}">
                <a16:creationId xmlns:a16="http://schemas.microsoft.com/office/drawing/2014/main" id="{B7487E76-D088-CF2E-AD2F-693625894200}"/>
              </a:ext>
            </a:extLst>
          </p:cNvPr>
          <p:cNvSpPr txBox="1"/>
          <p:nvPr/>
        </p:nvSpPr>
        <p:spPr>
          <a:xfrm>
            <a:off x="889000" y="1308100"/>
            <a:ext cx="10160000" cy="44627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POI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总量不弱，但文化体验类入口占比低。</a:t>
            </a:r>
          </a:p>
          <a:p>
            <a:r>
              <a:rPr lang="en-US" altLang="zh-CN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5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桂城、里水等旅游供给强，九江等片区不能只按热度判断。</a:t>
            </a:r>
          </a:p>
        </p:txBody>
      </p:sp>
    </p:spTree>
    <p:extLst>
      <p:ext uri="{BB962C8B-B14F-4D97-AF65-F5344CB8AC3E}">
        <p14:creationId xmlns:p14="http://schemas.microsoft.com/office/powerpoint/2010/main" val="11734133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98</Words>
  <Application>Microsoft Office PowerPoint</Application>
  <DocSecurity>0</DocSecurity>
  <PresentationFormat>宽屏</PresentationFormat>
  <Paragraphs>14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59</cp:revision>
  <dcterms:created xsi:type="dcterms:W3CDTF">2026-06-02T06:15:18Z</dcterms:created>
  <dcterms:modified xsi:type="dcterms:W3CDTF">2026-06-03T09:17:26Z</dcterms:modified>
</cp:coreProperties>
</file>