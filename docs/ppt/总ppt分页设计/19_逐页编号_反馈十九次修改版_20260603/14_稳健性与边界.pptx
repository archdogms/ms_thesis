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14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6.9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稳健性与边界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0632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0002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</a:t>
            </a: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89.7%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592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相关性只提示关系方向，不解释机制本身。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03860912-27CB-8A7A-15F4-A91FE0B2A1C2}"/>
              </a:ext>
            </a:extLst>
          </p:cNvPr>
          <p:cNvSpPr txBox="1"/>
          <p:nvPr/>
        </p:nvSpPr>
        <p:spPr>
          <a:xfrm>
            <a:off x="876300" y="1251461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敏感性检验显示主要分类稳定。</a:t>
            </a:r>
          </a:p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相关矩阵只提示关系方向，不解释因果。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79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2026-06-03T09:17:27Z</dcterms:modified>
</cp:coreProperties>
</file>