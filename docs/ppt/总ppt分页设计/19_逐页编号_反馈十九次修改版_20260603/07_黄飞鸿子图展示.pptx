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3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C5A1F6D-502A-4A79-A1ED-76B838C82F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FD2E851-9117-4B8A-AE27-C738D7C7FE6A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461A921-137A-4F50-9AB9-707E179B6955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07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3E3B3E0-71CF-4D09-BFB8-161DDCD5B0E0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论文第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4.3.2 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4.3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、图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4.4</a:t>
            </a:r>
            <a:endParaRPr sz="8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34D4A68-F63D-4D3D-8999-830698D7897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6C34604-27ED-49CC-841B-0BE0A5F8F69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黄飞鸿子图展示</a:t>
            </a:r>
            <a:endParaRPr sz="3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DDDB60C-C7A9-D9B6-350B-72DE1DE8CA5B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知识图谱成果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1FFC569-E2E5-CA01-C984-397B0144C1E9}"/>
              </a:ext>
            </a:extLst>
          </p:cNvPr>
          <p:cNvSpPr txBox="1"/>
          <p:nvPr/>
        </p:nvSpPr>
        <p:spPr>
          <a:xfrm>
            <a:off x="889000" y="1168400"/>
            <a:ext cx="10414000" cy="3488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黄飞鸿子图可作为答辩展示重点：用人物</a:t>
            </a:r>
            <a:r>
              <a:rPr lang="en-US" altLang="zh-CN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地点</a:t>
            </a:r>
            <a:r>
              <a:rPr lang="en-US" altLang="zh-CN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技艺</a:t>
            </a:r>
            <a:r>
              <a:rPr lang="en-US" altLang="zh-CN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文献关系说明文化记忆如何从文本进入空间分析。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BDA02B2-EFE2-8728-5373-D075D9A5F768}"/>
              </a:ext>
            </a:extLst>
          </p:cNvPr>
          <p:cNvSpPr/>
          <p:nvPr/>
        </p:nvSpPr>
        <p:spPr>
          <a:xfrm>
            <a:off x="889000" y="1841500"/>
            <a:ext cx="3238500" cy="3238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288C17C-3696-81C9-411A-D954C66A4873}"/>
              </a:ext>
            </a:extLst>
          </p:cNvPr>
          <p:cNvSpPr txBox="1"/>
          <p:nvPr/>
        </p:nvSpPr>
        <p:spPr>
          <a:xfrm>
            <a:off x="1117600" y="4635500"/>
            <a:ext cx="27813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2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12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 </a:t>
            </a:r>
            <a:r>
              <a:rPr lang="zh-CN" altLang="en-US" sz="12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人物关联总图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D60EC6A0-7DC5-25BE-B9EF-E19470DFFC61}"/>
              </a:ext>
            </a:extLst>
          </p:cNvPr>
          <p:cNvSpPr/>
          <p:nvPr/>
        </p:nvSpPr>
        <p:spPr>
          <a:xfrm>
            <a:off x="4470400" y="1841500"/>
            <a:ext cx="3238500" cy="3238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A1DEBCB9-9899-EF9B-B630-266BBBA62DE4}"/>
              </a:ext>
            </a:extLst>
          </p:cNvPr>
          <p:cNvSpPr txBox="1"/>
          <p:nvPr/>
        </p:nvSpPr>
        <p:spPr>
          <a:xfrm>
            <a:off x="4699000" y="4635500"/>
            <a:ext cx="27813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2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12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  </a:t>
            </a:r>
            <a:r>
              <a:rPr lang="zh-CN" altLang="en-US" sz="12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黄飞鸿人物子图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C773470A-3FEE-1838-EFCA-07B3EA6204BA}"/>
              </a:ext>
            </a:extLst>
          </p:cNvPr>
          <p:cNvSpPr/>
          <p:nvPr/>
        </p:nvSpPr>
        <p:spPr>
          <a:xfrm>
            <a:off x="8064500" y="1841500"/>
            <a:ext cx="3238500" cy="3238500"/>
          </a:xfrm>
          <a:prstGeom prst="roundRect">
            <a:avLst/>
          </a:prstGeom>
          <a:solidFill>
            <a:srgbClr val="F8F8FB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FE24766-B12A-5F2D-0D77-D872336693BC}"/>
              </a:ext>
            </a:extLst>
          </p:cNvPr>
          <p:cNvSpPr txBox="1"/>
          <p:nvPr/>
        </p:nvSpPr>
        <p:spPr>
          <a:xfrm>
            <a:off x="8318500" y="2108200"/>
            <a:ext cx="2730500" cy="4103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20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视频占位</a:t>
            </a:r>
          </a:p>
        </p:txBody>
      </p:sp>
      <p:sp>
        <p:nvSpPr>
          <p:cNvPr id="38" name="等腰三角形 37">
            <a:extLst>
              <a:ext uri="{FF2B5EF4-FFF2-40B4-BE49-F238E27FC236}">
                <a16:creationId xmlns:a16="http://schemas.microsoft.com/office/drawing/2014/main" id="{B06873EE-051D-A2DF-2224-10B1406C16D8}"/>
              </a:ext>
            </a:extLst>
          </p:cNvPr>
          <p:cNvSpPr/>
          <p:nvPr/>
        </p:nvSpPr>
        <p:spPr>
          <a:xfrm>
            <a:off x="9423400" y="2794000"/>
            <a:ext cx="584200" cy="584200"/>
          </a:xfrm>
          <a:prstGeom prst="triangle">
            <a:avLst/>
          </a:prstGeom>
          <a:solidFill>
            <a:srgbClr val="663D87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03C58AB-926B-CBBE-3D86-DDB3EBE10D6A}"/>
              </a:ext>
            </a:extLst>
          </p:cNvPr>
          <p:cNvSpPr txBox="1"/>
          <p:nvPr/>
        </p:nvSpPr>
        <p:spPr>
          <a:xfrm>
            <a:off x="8382000" y="3619500"/>
            <a:ext cx="2667000" cy="77200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45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后续可插入 </a:t>
            </a:r>
            <a:r>
              <a:rPr lang="en-US" altLang="zh-CN" sz="145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Neo4j </a:t>
            </a:r>
            <a:r>
              <a:rPr lang="zh-CN" altLang="en-US" sz="145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子图漫游视频：节点展开、关系路径、空间锚点说明。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60F9393E-2D40-528F-EECA-39B554FAB3DB}"/>
              </a:ext>
            </a:extLst>
          </p:cNvPr>
          <p:cNvSpPr/>
          <p:nvPr/>
        </p:nvSpPr>
        <p:spPr>
          <a:xfrm>
            <a:off x="889000" y="5397500"/>
            <a:ext cx="10414000" cy="533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1F123DE-9357-6775-C5D0-0280A9DD2EDB}"/>
              </a:ext>
            </a:extLst>
          </p:cNvPr>
          <p:cNvSpPr txBox="1"/>
          <p:nvPr/>
        </p:nvSpPr>
        <p:spPr>
          <a:xfrm>
            <a:off x="1168400" y="5549900"/>
            <a:ext cx="9652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展示逻辑：先看分类体系，再看全局图谱，最后用黄飞鸿子图证明关系网络能够支撑具体文化叙事。</a:t>
            </a:r>
          </a:p>
        </p:txBody>
      </p:sp>
      <p:pic>
        <p:nvPicPr>
          <p:cNvPr id="12" name="WhiteBG People Graph">
            <a:extLst>
              <a:ext uri="{FF2B5EF4-FFF2-40B4-BE49-F238E27FC236}">
                <a16:creationId xmlns:a16="http://schemas.microsoft.com/office/drawing/2014/main" id="{E6F4A13B-7A80-0820-ED83-76BABA842D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750" y="2108200"/>
            <a:ext cx="2413000" cy="2413000"/>
          </a:xfrm>
          <a:prstGeom prst="rect">
            <a:avLst/>
          </a:prstGeom>
        </p:spPr>
      </p:pic>
      <p:pic>
        <p:nvPicPr>
          <p:cNvPr id="17" name="WhiteBG Huang Feihong Graph">
            <a:extLst>
              <a:ext uri="{FF2B5EF4-FFF2-40B4-BE49-F238E27FC236}">
                <a16:creationId xmlns:a16="http://schemas.microsoft.com/office/drawing/2014/main" id="{69437EDA-2632-C216-607B-8C7EF1ACA7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3150" y="2108200"/>
            <a:ext cx="2413000" cy="241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67788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118</Words>
  <Application>Microsoft Office PowerPoint</Application>
  <DocSecurity>0</DocSecurity>
  <PresentationFormat>宽屏</PresentationFormat>
  <Paragraphs>11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59</cp:revision>
  <dcterms:created xsi:type="dcterms:W3CDTF">2026-06-02T06:15:18Z</dcterms:created>
  <dcterms:modified xsi:type="dcterms:W3CDTF">2026-06-03T09:17:26Z</dcterms:modified>
</cp:coreProperties>
</file>