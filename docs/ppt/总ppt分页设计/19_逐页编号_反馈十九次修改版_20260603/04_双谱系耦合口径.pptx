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双谱系耦合口径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5072DF-AEEB-EA18-C5F9-CFDB327965A5}"/>
              </a:ext>
            </a:extLst>
          </p:cNvPr>
          <p:cNvSpPr txBox="1"/>
          <p:nvPr/>
        </p:nvSpPr>
        <p:spPr>
          <a:xfrm>
            <a:off x="889000" y="1193800"/>
            <a:ext cx="10414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研究对象不是单独给景点评分，而是选取坐标明确、能够与旅游数据匹配的 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条核心文化载体，把文化谱系与旅游谱系放到同一空间对象上比较。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1F4A09-2641-E3F7-274D-922B65B0CD41}"/>
              </a:ext>
            </a:extLst>
          </p:cNvPr>
          <p:cNvCxnSpPr/>
          <p:nvPr/>
        </p:nvCxnSpPr>
        <p:spPr>
          <a:xfrm>
            <a:off x="889000" y="17145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5763557-2511-BE53-40E0-22F92C0DAC44}"/>
              </a:ext>
            </a:extLst>
          </p:cNvPr>
          <p:cNvSpPr/>
          <p:nvPr/>
        </p:nvSpPr>
        <p:spPr>
          <a:xfrm>
            <a:off x="8890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CF3BEA-8AD9-2F1C-A6A5-EB1DCE7E5E3F}"/>
              </a:ext>
            </a:extLst>
          </p:cNvPr>
          <p:cNvSpPr/>
          <p:nvPr/>
        </p:nvSpPr>
        <p:spPr>
          <a:xfrm>
            <a:off x="889000" y="2006600"/>
            <a:ext cx="31115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FDB715A-5D99-F8AD-7C74-853E873F1814}"/>
              </a:ext>
            </a:extLst>
          </p:cNvPr>
          <p:cNvSpPr txBox="1"/>
          <p:nvPr/>
        </p:nvSpPr>
        <p:spPr>
          <a:xfrm>
            <a:off x="10414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文化谱系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530283-8C32-5CF9-A1EE-1287EDED2645}"/>
              </a:ext>
            </a:extLst>
          </p:cNvPr>
          <p:cNvSpPr txBox="1"/>
          <p:nvPr/>
        </p:nvSpPr>
        <p:spPr>
          <a:xfrm>
            <a:off x="10414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典籍语料与地方文献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知识图谱实体与关系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DD6F53A-30C5-6D08-4182-BD3299C6C4F8}"/>
              </a:ext>
            </a:extLst>
          </p:cNvPr>
          <p:cNvSpPr/>
          <p:nvPr/>
        </p:nvSpPr>
        <p:spPr>
          <a:xfrm>
            <a:off x="4851400" y="1841500"/>
            <a:ext cx="3111500" cy="304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025AD3-EEE0-963C-2ACC-F33140E09CAD}"/>
              </a:ext>
            </a:extLst>
          </p:cNvPr>
          <p:cNvSpPr/>
          <p:nvPr/>
        </p:nvSpPr>
        <p:spPr>
          <a:xfrm>
            <a:off x="4851400" y="1841500"/>
            <a:ext cx="31115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47D2A2A-B638-1D57-EAD8-EAD625D7FF27}"/>
              </a:ext>
            </a:extLst>
          </p:cNvPr>
          <p:cNvSpPr txBox="1"/>
          <p:nvPr/>
        </p:nvSpPr>
        <p:spPr>
          <a:xfrm>
            <a:off x="5003800" y="20701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中间层：核心锚点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26D486-A7B1-3F03-98AD-00217895E1C1}"/>
              </a:ext>
            </a:extLst>
          </p:cNvPr>
          <p:cNvSpPr txBox="1"/>
          <p:nvPr/>
        </p:nvSpPr>
        <p:spPr>
          <a:xfrm>
            <a:off x="5003800" y="24765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坐标明确、类型可辨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可与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和评论匹配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6D96F12-1946-E3B5-7DDB-61ADB346B82F}"/>
              </a:ext>
            </a:extLst>
          </p:cNvPr>
          <p:cNvSpPr/>
          <p:nvPr/>
        </p:nvSpPr>
        <p:spPr>
          <a:xfrm>
            <a:off x="88265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78D115-02E6-BA0E-E143-8508B22F2655}"/>
              </a:ext>
            </a:extLst>
          </p:cNvPr>
          <p:cNvSpPr/>
          <p:nvPr/>
        </p:nvSpPr>
        <p:spPr>
          <a:xfrm>
            <a:off x="8826500" y="2006600"/>
            <a:ext cx="31115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745EFCC-3C93-2A55-4A88-9445B87D9411}"/>
              </a:ext>
            </a:extLst>
          </p:cNvPr>
          <p:cNvSpPr txBox="1"/>
          <p:nvPr/>
        </p:nvSpPr>
        <p:spPr>
          <a:xfrm>
            <a:off x="89789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旅游谱系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1618CD-E608-9CE4-71CA-548CFC273E41}"/>
              </a:ext>
            </a:extLst>
          </p:cNvPr>
          <p:cNvSpPr txBox="1"/>
          <p:nvPr/>
        </p:nvSpPr>
        <p:spPr>
          <a:xfrm>
            <a:off x="89789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条旅游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平台评分与评论量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评论知识图谱复核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950744-99F8-3C4F-1CA5-1040CDADDAC0}"/>
              </a:ext>
            </a:extLst>
          </p:cNvPr>
          <p:cNvSpPr txBox="1"/>
          <p:nvPr/>
        </p:nvSpPr>
        <p:spPr>
          <a:xfrm>
            <a:off x="11684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F487D71-FCD8-B82C-7607-ED9A506D364B}"/>
              </a:ext>
            </a:extLst>
          </p:cNvPr>
          <p:cNvCxnSpPr/>
          <p:nvPr/>
        </p:nvCxnSpPr>
        <p:spPr>
          <a:xfrm>
            <a:off x="1168400" y="47371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4B944F2-33EB-74AE-54E3-4BF663267A7F}"/>
              </a:ext>
            </a:extLst>
          </p:cNvPr>
          <p:cNvSpPr txBox="1"/>
          <p:nvPr/>
        </p:nvSpPr>
        <p:spPr>
          <a:xfrm>
            <a:off x="11684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图谱实体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C9703E-06FB-0075-6747-67322EB396D1}"/>
              </a:ext>
            </a:extLst>
          </p:cNvPr>
          <p:cNvSpPr txBox="1"/>
          <p:nvPr/>
        </p:nvSpPr>
        <p:spPr>
          <a:xfrm>
            <a:off x="51308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71DDCE8-73B2-7240-15BF-819BB30925C1}"/>
              </a:ext>
            </a:extLst>
          </p:cNvPr>
          <p:cNvCxnSpPr/>
          <p:nvPr/>
        </p:nvCxnSpPr>
        <p:spPr>
          <a:xfrm>
            <a:off x="51308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45A5FE6-3F3D-3829-A680-5630CBD527B2}"/>
              </a:ext>
            </a:extLst>
          </p:cNvPr>
          <p:cNvSpPr txBox="1"/>
          <p:nvPr/>
        </p:nvSpPr>
        <p:spPr>
          <a:xfrm>
            <a:off x="51308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核心载体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D6F4CD3-553C-CACF-FD00-E8363D693D94}"/>
              </a:ext>
            </a:extLst>
          </p:cNvPr>
          <p:cNvSpPr txBox="1"/>
          <p:nvPr/>
        </p:nvSpPr>
        <p:spPr>
          <a:xfrm>
            <a:off x="67310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802F462-10D6-F567-73CA-F5942D84D782}"/>
              </a:ext>
            </a:extLst>
          </p:cNvPr>
          <p:cNvCxnSpPr/>
          <p:nvPr/>
        </p:nvCxnSpPr>
        <p:spPr>
          <a:xfrm>
            <a:off x="67310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C26BA6F-D285-76ED-162C-B9D0DD751977}"/>
              </a:ext>
            </a:extLst>
          </p:cNvPr>
          <p:cNvSpPr txBox="1"/>
          <p:nvPr/>
        </p:nvSpPr>
        <p:spPr>
          <a:xfrm>
            <a:off x="67310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C05EF00-46AF-BFE1-D57A-CA7E2B90F38C}"/>
              </a:ext>
            </a:extLst>
          </p:cNvPr>
          <p:cNvSpPr txBox="1"/>
          <p:nvPr/>
        </p:nvSpPr>
        <p:spPr>
          <a:xfrm>
            <a:off x="91059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BFED1AA-D49B-E4CD-D9E5-AE2531702B47}"/>
              </a:ext>
            </a:extLst>
          </p:cNvPr>
          <p:cNvCxnSpPr/>
          <p:nvPr/>
        </p:nvCxnSpPr>
        <p:spPr>
          <a:xfrm>
            <a:off x="9105900" y="47371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D9B593F-1382-DD39-898B-BAA91176EC97}"/>
              </a:ext>
            </a:extLst>
          </p:cNvPr>
          <p:cNvSpPr txBox="1"/>
          <p:nvPr/>
        </p:nvSpPr>
        <p:spPr>
          <a:xfrm>
            <a:off x="91059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 </a:t>
            </a:r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EAC13F0-09D9-8F9F-CF8E-3434F705D0A3}"/>
              </a:ext>
            </a:extLst>
          </p:cNvPr>
          <p:cNvCxnSpPr/>
          <p:nvPr/>
        </p:nvCxnSpPr>
        <p:spPr>
          <a:xfrm>
            <a:off x="4038600" y="3302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CCA25D39-075B-E444-EE1C-0F0E1094F793}"/>
              </a:ext>
            </a:extLst>
          </p:cNvPr>
          <p:cNvCxnSpPr/>
          <p:nvPr/>
        </p:nvCxnSpPr>
        <p:spPr>
          <a:xfrm>
            <a:off x="8001000" y="3302000"/>
            <a:ext cx="7620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9D113FB6-A06D-EC89-64C1-92A562DA9F59}"/>
              </a:ext>
            </a:extLst>
          </p:cNvPr>
          <p:cNvSpPr/>
          <p:nvPr/>
        </p:nvSpPr>
        <p:spPr>
          <a:xfrm>
            <a:off x="2387600" y="5435600"/>
            <a:ext cx="74168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6FCE73-CC02-C577-53DA-6D771A05BF93}"/>
              </a:ext>
            </a:extLst>
          </p:cNvPr>
          <p:cNvSpPr txBox="1"/>
          <p:nvPr/>
        </p:nvSpPr>
        <p:spPr>
          <a:xfrm>
            <a:off x="2717800" y="5626100"/>
            <a:ext cx="6858000" cy="56425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输出：文化记忆指数（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180</Words>
  <Application>Microsoft Office PowerPoint</Application>
  <DocSecurity>0</DocSecurity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2026-06-03T09:17:25Z</dcterms:modified>
</cp:coreProperties>
</file>