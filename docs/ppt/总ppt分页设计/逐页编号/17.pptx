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0a68cab4842d1" /><Relationship Type="http://schemas.openxmlformats.org/officeDocument/2006/relationships/extended-properties" Target="/docProps/app.xml" Id="R4c480071054a4ac2" /><Relationship Type="http://schemas.openxmlformats.org/officeDocument/2006/relationships/officeDocument" Target="/ppt/presentation.xml" Id="R2ba45e64570044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3c98037e374037"/>
  </p:sldMasterIdLst>
  <p:notesMasterIdLst>
    <p:notesMasterId xmlns:r="http://schemas.openxmlformats.org/officeDocument/2006/relationships" r:id="Rd152c8c833a045b3"/>
  </p:notesMasterIdLst>
  <p:sldIdLst>
    <p:sldId xmlns:r="http://schemas.openxmlformats.org/officeDocument/2006/relationships" id="256" r:id="R83c8904deaab4c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c98037e374037" /><Relationship Type="http://schemas.openxmlformats.org/officeDocument/2006/relationships/theme" Target="/ppt/theme/theme1.xml" Id="Rd5daee3f16824386" /><Relationship Type="http://schemas.openxmlformats.org/officeDocument/2006/relationships/notesMaster" Target="/ppt/notesMasters/notesMaster1.xml" Id="Rd152c8c833a045b3" /><Relationship Type="http://schemas.openxmlformats.org/officeDocument/2006/relationships/presProps" Target="/ppt/presProps.xml" Id="R25f54f776ab34d2e" /><Relationship Type="http://schemas.openxmlformats.org/officeDocument/2006/relationships/viewProps" Target="/ppt/viewProps.xml" Id="R76d26cf4590245cb" /><Relationship Type="http://schemas.openxmlformats.org/officeDocument/2006/relationships/tableStyles" Target="/ppt/tableStyles.xml" Id="R53a5e88e290f4762" /><Relationship Type="http://schemas.openxmlformats.org/officeDocument/2006/relationships/slide" Target="/ppt/slides/slide1.xml" Id="R83c8904deaab4c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84936a78fb947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4eab573ed34216" /><Relationship Type="http://schemas.openxmlformats.org/officeDocument/2006/relationships/notesMaster" Target="/ppt/notesMasters/notesMaster1.xml" Id="Rfa54310e73b9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4e71f3236485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4f99bf278b44a71" /><Relationship Type="http://schemas.openxmlformats.org/officeDocument/2006/relationships/slideLayout" Target="/ppt/slideLayouts/slideLayout2.xml" Id="R967188600caa4a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7188600caa4a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58f8dc91c4b55" /><Relationship Type="http://schemas.openxmlformats.org/officeDocument/2006/relationships/image" Target="/ppt/media/image.png" Id="R41e96b0e6c524184" /><Relationship Type="http://schemas.openxmlformats.org/officeDocument/2006/relationships/image" Target="/ppt/media/image2.png" Id="Rb744d06c5b704e4b" /><Relationship Type="http://schemas.openxmlformats.org/officeDocument/2006/relationships/notesSlide" Target="/ppt/notesSlides/notesSlide1.xml" Id="R51792766243549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96b0e6c52418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04 规划转译与结论边界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4d06c5b704e4b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规划转译：补条件、补叙事、做深化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125E482-C6EF-445F-97CB-1D56B13F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策略转译按错位类型展开：文化强而热度弱的点补可达和展示，热度强而叙事弱的点补内容，双高节点继续深化线路和体验验证。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733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7172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860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860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438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733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3852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528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48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528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81350"/>
            <a:ext cx="2438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909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733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295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196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14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248150"/>
            <a:ext cx="2438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57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531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2026-06-02T07:43:43.6770000Z</dcterms:created>
  <dcterms:modified xsi:type="dcterms:W3CDTF">2026-06-02T07:43:43.6770000Z</dcterms:modified>
</coreProperties>
</file>