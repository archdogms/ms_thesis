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16ce9e7ca49a7" /><Relationship Type="http://schemas.openxmlformats.org/officeDocument/2006/relationships/extended-properties" Target="/docProps/app.xml" Id="R2690e9579f754338" /><Relationship Type="http://schemas.openxmlformats.org/officeDocument/2006/relationships/officeDocument" Target="/ppt/presentation.xml" Id="R6f66cc6d80dc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a78e02cda54345"/>
  </p:sldMasterIdLst>
  <p:notesMasterIdLst>
    <p:notesMasterId xmlns:r="http://schemas.openxmlformats.org/officeDocument/2006/relationships" r:id="Ra0286b6f06734952"/>
  </p:notesMasterIdLst>
  <p:sldIdLst>
    <p:sldId xmlns:r="http://schemas.openxmlformats.org/officeDocument/2006/relationships" id="256" r:id="Rec0e041f4a254f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78e02cda54345" /><Relationship Type="http://schemas.openxmlformats.org/officeDocument/2006/relationships/theme" Target="/ppt/theme/theme1.xml" Id="R0e9e92aff5fd46c5" /><Relationship Type="http://schemas.openxmlformats.org/officeDocument/2006/relationships/notesMaster" Target="/ppt/notesMasters/notesMaster1.xml" Id="Ra0286b6f06734952" /><Relationship Type="http://schemas.openxmlformats.org/officeDocument/2006/relationships/presProps" Target="/ppt/presProps.xml" Id="R1f98321142b54cfc" /><Relationship Type="http://schemas.openxmlformats.org/officeDocument/2006/relationships/viewProps" Target="/ppt/viewProps.xml" Id="Rc8a5f1e0d3304ce5" /><Relationship Type="http://schemas.openxmlformats.org/officeDocument/2006/relationships/tableStyles" Target="/ppt/tableStyles.xml" Id="R744a89db3eed49e5" /><Relationship Type="http://schemas.openxmlformats.org/officeDocument/2006/relationships/slide" Target="/ppt/slides/slide1.xml" Id="Rec0e041f4a254f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fe3e1f1ca2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bd1e30ae964c08" /><Relationship Type="http://schemas.openxmlformats.org/officeDocument/2006/relationships/notesMaster" Target="/ppt/notesMasters/notesMaster1.xml" Id="Rc1afd353fad240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ab7b45804fd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03e1c0f9864f2e" /><Relationship Type="http://schemas.openxmlformats.org/officeDocument/2006/relationships/slideLayout" Target="/ppt/slideLayouts/slideLayout2.xml" Id="R55c768a198124d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c768a198124d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a6e964bc8f4a9b" /><Relationship Type="http://schemas.openxmlformats.org/officeDocument/2006/relationships/image" Target="/ppt/media/image.png" Id="Ra299d0c9efb945e4" /><Relationship Type="http://schemas.openxmlformats.org/officeDocument/2006/relationships/image" Target="/ppt/media/image2.png" Id="Rdbd45856ae864cb4" /><Relationship Type="http://schemas.openxmlformats.org/officeDocument/2006/relationships/notesSlide" Target="/ppt/notesSlides/notesSlide1.xml" Id="R678b8d2fada040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9d0c9efb945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45856ae864cb4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165条载体的四类错位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A9F9F06-00E1-483A-B1B2-69E254A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以 CMI、OAI、THI、MI 对 165 条核心载体分层，沉睡潜力和空心景点合计过半，说明问题主要在承接关系，而不是资源是否存在。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85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F7"/>
          </a:solidFill>
          <a:ln xmlns:a="http://schemas.openxmlformats.org/drawingml/2006/main"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64D9D3A-177E-47A0-83F8-0BA60CA4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E364054-E406-4815-8819-DAC7A427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C31FCB5-CBE5-4073-BD56-95BFAFD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69E67D-F224-4FD7-A5CF-FC478D3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41B5-EA55-40A3-A08A-480C91DF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85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7074360-ADEC-4AFC-B353-A6D5BDC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56B976-4199-439E-9106-87AE9BA5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288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5C6B6AC-8BDA-42E8-9486-474D008C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051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26BF829-B186-485E-824F-FE9604B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314BDFF-F3A7-41BB-BE91-0E5736D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485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8FF3305-9BEB-4848-BAB6-5B0D1CF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62615B7-AF11-4036-B18D-4F6EB263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F37971D-2116-4F3E-820C-4DC42E2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387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5387509-EB5C-4FA4-8B44-24F9067F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27E6329-BD89-4009-90F7-839883E9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85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6FE229F-2DA5-411D-9E9E-980B740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1CA73B6-43DA-4A9C-B4EB-74AFD2CF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624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F106AAC-B522-4B8F-843F-70F0B91E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387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B6FE465-78A2-4C2C-8202-F2CDAB1D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14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热度高、本土叙事不足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CAC8769-9D7A-42F8-935E-600014A6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2AEFC47-87D2-45E9-85DC-68FEA4ED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293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核心耦合只作为优先深化对象，不做成熟度结论。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2026-06-02T07:42:28.1260000Z</dcterms:created>
  <dcterms:modified xsi:type="dcterms:W3CDTF">2026-06-02T07:42:28.1260000Z</dcterms:modified>
</coreProperties>
</file>