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f762b5dd3a4f02" /><Relationship Type="http://schemas.openxmlformats.org/officeDocument/2006/relationships/extended-properties" Target="/docProps/app.xml" Id="R1115fbaa59db49f7" /><Relationship Type="http://schemas.openxmlformats.org/officeDocument/2006/relationships/officeDocument" Target="/ppt/presentation.xml" Id="R04f654c5a9fa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2944ffd454d05"/>
  </p:sldMasterIdLst>
  <p:notesMasterIdLst>
    <p:notesMasterId xmlns:r="http://schemas.openxmlformats.org/officeDocument/2006/relationships" r:id="R347009d7e7414798"/>
  </p:notesMasterIdLst>
  <p:sldIdLst>
    <p:sldId xmlns:r="http://schemas.openxmlformats.org/officeDocument/2006/relationships" id="256" r:id="Rcfb5c1a2589c48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2944ffd454d05" /><Relationship Type="http://schemas.openxmlformats.org/officeDocument/2006/relationships/theme" Target="/ppt/theme/theme1.xml" Id="Rc14441243da34c2c" /><Relationship Type="http://schemas.openxmlformats.org/officeDocument/2006/relationships/notesMaster" Target="/ppt/notesMasters/notesMaster1.xml" Id="R347009d7e7414798" /><Relationship Type="http://schemas.openxmlformats.org/officeDocument/2006/relationships/presProps" Target="/ppt/presProps.xml" Id="R3c9aec2808494ec0" /><Relationship Type="http://schemas.openxmlformats.org/officeDocument/2006/relationships/viewProps" Target="/ppt/viewProps.xml" Id="R6bdaf19c04b34832" /><Relationship Type="http://schemas.openxmlformats.org/officeDocument/2006/relationships/tableStyles" Target="/ppt/tableStyles.xml" Id="R7ea0b90b847f4b22" /><Relationship Type="http://schemas.openxmlformats.org/officeDocument/2006/relationships/slide" Target="/ppt/slides/slide1.xml" Id="Rcfb5c1a2589c48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439f010d7c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b242bae4a4086" /><Relationship Type="http://schemas.openxmlformats.org/officeDocument/2006/relationships/notesMaster" Target="/ppt/notesMasters/notesMaster1.xml" Id="R78cfc6e3fe89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876d7230044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9fbde616734133" /><Relationship Type="http://schemas.openxmlformats.org/officeDocument/2006/relationships/slideLayout" Target="/ppt/slideLayouts/slideLayout2.xml" Id="R667cca5c518b40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7cca5c518b40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5dcd5c5dc48b4" /><Relationship Type="http://schemas.openxmlformats.org/officeDocument/2006/relationships/image" Target="/ppt/media/image.png" Id="R23c3028f61814560" /><Relationship Type="http://schemas.openxmlformats.org/officeDocument/2006/relationships/image" Target="/ppt/media/image2.png" Id="Rd0fb4e77df3c4f95" /><Relationship Type="http://schemas.openxmlformats.org/officeDocument/2006/relationships/notesSlide" Target="/ppt/notesSlides/notesSlide1.xml" Id="R46df6c34779746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3028f6181456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 数据基础与处理方法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4e77df3c4f95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四类指数：从概念到判断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48D6C4-756F-417C-8483-9B83ACE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四个指数分别回答“文化记忆厚不厚、官方认证强不强、旅游热度高不高、两侧是否错位”；公式只用于相对判断，不代表文化价值排序。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383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383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241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6957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62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0383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0"/>
            <a:ext cx="20383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2415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57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957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2026-06-02T07:41:45.0890000Z</dcterms:created>
  <dcterms:modified xsi:type="dcterms:W3CDTF">2026-06-02T07:41:45.0890000Z</dcterms:modified>
</coreProperties>
</file>