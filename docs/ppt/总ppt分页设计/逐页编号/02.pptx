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终版论文第 1、3、5、6、7 章
             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目录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rPr>
              <a:t>从开题/中期的双谱系问题出发，沿数据处理、结果诊断和规划转译逐步展开。
             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 dirty="0" err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研究回顾</a:t>
            </a:r>
            <a:endParaRPr sz="1275" b="1" dirty="0">
              <a:solidFill>
                <a:srgbClr val="600070"/>
              </a:solidFill>
              <a:latin typeface="Microsoft YaHei UI"/>
              <a:ea typeface="Microsoft YaHei UI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开题背景与中期问题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数据方法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OCR、POI、评论与指数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结果诊断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载体分层与空间格局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规划转译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分区策略与研究边界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>
            <a:spLocks noGrp="1"/>
          </p:cNvSpPr>
          <p:nvPr/>
        </p:nvSpPr>
        <p:spPr>
          <a:xfrm>
            <a:off x="419100" y="2668280"/>
            <a:ext cx="32572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CONTENT</a:t>
            </a: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>
            <a:spLocks noGrp="1"/>
          </p:cNvSpPr>
          <p:nvPr/>
        </p:nvSpPr>
        <p:spPr>
          <a:xfrm>
            <a:off x="4569677" y="1206742"/>
            <a:ext cx="362279" cy="3592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ts val="2880"/>
              </a:lnSpc>
              <a:buNone/>
            </a:pPr>
            <a:r>
              <a: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>
            <a:spLocks noGrp="1"/>
          </p:cNvSpPr>
          <p:nvPr/>
        </p:nvSpPr>
        <p:spPr>
          <a:xfrm>
            <a:off x="4569677" y="2046834"/>
            <a:ext cx="362279" cy="3592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ts val="2880"/>
              </a:lnSpc>
              <a:buNone/>
            </a:pPr>
            <a:r>
              <a: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>
            <a:spLocks noGrp="1"/>
          </p:cNvSpPr>
          <p:nvPr/>
        </p:nvSpPr>
        <p:spPr>
          <a:xfrm>
            <a:off x="4569677" y="2886929"/>
            <a:ext cx="362279" cy="3592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ts val="2880"/>
              </a:lnSpc>
              <a:buNone/>
            </a:pPr>
            <a:r>
              <a: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>
            <a:spLocks noGrp="1"/>
          </p:cNvSpPr>
          <p:nvPr/>
        </p:nvSpPr>
        <p:spPr>
          <a:xfrm>
            <a:off x="4569677" y="3727022"/>
            <a:ext cx="362279" cy="3592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ts val="2880"/>
              </a:lnSpc>
              <a:buNone/>
            </a:pPr>
            <a:r>
              <a:rPr sz="24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>
            <a:spLocks noGrp="1"/>
          </p:cNvSpPr>
          <p:nvPr/>
        </p:nvSpPr>
        <p:spPr>
          <a:xfrm>
            <a:off x="5150141" y="2067355"/>
            <a:ext cx="4377413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ts val="2419"/>
              </a:lnSpc>
              <a:buNone/>
            </a:pPr>
            <a:r>
              <a:rPr sz="2016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第二部分：数据基础与处理方法
              </a:t>
            </a: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>
            <a:spLocks noGrp="1"/>
          </p:cNvSpPr>
          <p:nvPr/>
        </p:nvSpPr>
        <p:spPr>
          <a:xfrm>
            <a:off x="5140943" y="1227260"/>
            <a:ext cx="4386613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ts val="2419"/>
              </a:lnSpc>
              <a:buNone/>
            </a:pPr>
            <a:r>
              <a:rPr sz="2016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第一部分：研究回顾与问题收束
              </a:t>
            </a: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>
            <a:spLocks noGrp="1"/>
          </p:cNvSpPr>
          <p:nvPr/>
        </p:nvSpPr>
        <p:spPr>
          <a:xfrm>
            <a:off x="5140943" y="2907447"/>
            <a:ext cx="441421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ts val="2419"/>
              </a:lnSpc>
              <a:buNone/>
            </a:pPr>
            <a:r>
              <a:rPr sz="2016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第三部分：结果诊断与空间格局
              </a:t>
            </a: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>
            <a:spLocks noGrp="1"/>
          </p:cNvSpPr>
          <p:nvPr/>
        </p:nvSpPr>
        <p:spPr>
          <a:xfrm>
            <a:off x="5140943" y="3747540"/>
            <a:ext cx="4386613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ts val="2419"/>
              </a:lnSpc>
              <a:buNone/>
            </a:pPr>
            <a:r>
              <a:rPr sz="2016">
                <a:solidFill>
                  <a:schemeClr val="accent5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第四部分：规划转译与结论边界
              </a:t>
            </a: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Microsoft Office PowerPoint</Application>
  <DocSecurity>0</DocSecurity>
  <PresentationFormat>宽屏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</cp:revision>
  <dcterms:created xsi:type="dcterms:W3CDTF">2026-06-02T07:41:01Z</dcterms:created>
  <dcterms:modified xsi:type="dcterms:W3CDTF">2026-06-02T11:24:51Z</dcterms:modified>
</cp:coreProperties>
</file>