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2160bcd0e0407b" /><Relationship Type="http://schemas.openxmlformats.org/officeDocument/2006/relationships/extended-properties" Target="/docProps/app.xml" Id="R164cb64db44f45b0" /><Relationship Type="http://schemas.openxmlformats.org/officeDocument/2006/relationships/officeDocument" Target="/ppt/presentation.xml" Id="R43037dc684044e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043f79046443b6"/>
  </p:sldMasterIdLst>
  <p:notesMasterIdLst>
    <p:notesMasterId xmlns:r="http://schemas.openxmlformats.org/officeDocument/2006/relationships" r:id="R177355268edc49dc"/>
  </p:notesMasterIdLst>
  <p:sldIdLst>
    <p:sldId xmlns:r="http://schemas.openxmlformats.org/officeDocument/2006/relationships" id="256" r:id="R3e24156f21aa4d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043f79046443b6" /><Relationship Type="http://schemas.openxmlformats.org/officeDocument/2006/relationships/theme" Target="/ppt/theme/theme1.xml" Id="R6a1408371932474d" /><Relationship Type="http://schemas.openxmlformats.org/officeDocument/2006/relationships/notesMaster" Target="/ppt/notesMasters/notesMaster1.xml" Id="R177355268edc49dc" /><Relationship Type="http://schemas.openxmlformats.org/officeDocument/2006/relationships/presProps" Target="/ppt/presProps.xml" Id="R91db7babf9ad43d8" /><Relationship Type="http://schemas.openxmlformats.org/officeDocument/2006/relationships/viewProps" Target="/ppt/viewProps.xml" Id="R7a2eb5d704d949bf" /><Relationship Type="http://schemas.openxmlformats.org/officeDocument/2006/relationships/tableStyles" Target="/ppt/tableStyles.xml" Id="R3ed8965e4a184bc9" /><Relationship Type="http://schemas.openxmlformats.org/officeDocument/2006/relationships/slide" Target="/ppt/slides/slide1.xml" Id="R3e24156f21aa4d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49a2ad4f67b46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575ef1a0de43a3" /><Relationship Type="http://schemas.openxmlformats.org/officeDocument/2006/relationships/notesMaster" Target="/ppt/notesMasters/notesMaster1.xml" Id="Rc86dbf1d5d1544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fbafb90c9442b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0baea3bf19d4ec2" /><Relationship Type="http://schemas.openxmlformats.org/officeDocument/2006/relationships/slideLayout" Target="/ppt/slideLayouts/slideLayout2.xml" Id="Rae562cfc067544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562cfc067544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c65b47da5343cf" /><Relationship Type="http://schemas.openxmlformats.org/officeDocument/2006/relationships/image" Target="/ppt/media/image.png" Id="R6c069fe9a9ff42a5" /><Relationship Type="http://schemas.openxmlformats.org/officeDocument/2006/relationships/image" Target="/ppt/media/image2.png" Id="R3d6e1465e5a04c3a" /><Relationship Type="http://schemas.openxmlformats.org/officeDocument/2006/relationships/image" Target="/ppt/media/image3.png" Id="R3040087439114f67" /><Relationship Type="http://schemas.openxmlformats.org/officeDocument/2006/relationships/notesSlide" Target="/ppt/notesSlides/notesSlide1.xml" Id="Rb5da696723e14d6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69fe9a9ff42a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2D4EDC1-FB05-4A10-8F58-CB7CF8AC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03 结果诊断与空间格局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16</a:t>
            </a:r>
          </a:p>
        </p:txBody>
      </p:sp>
      <p:pic>
        <p:nvPicPr>
          <p:cNvPr id="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e1465e5a04c3a"/>
          <a:stretch xmlns:a="http://schemas.openxmlformats.org/drawingml/2006/main"/>
        </p:blipFill>
        <p:spPr>
          <a:xfrm xmlns:a="http://schemas.openxmlformats.org/drawingml/2006/main">
            <a:off x="10026361" y="266700"/>
            <a:ext cx="114992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6.6.2 节、图 6.10、图 6.11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960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评论复核：热度不等于文化识别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43EBE7-6921-4693-80C2-3EF6B1E6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9144000" cy="5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评论文本进一步验证：游客到达并不必然形成文化识别。部分重点载体已有较高文化关键词占比，但更多 POI 仍停留在一般游憩反馈。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36B9098-B53B-4AB1-B003-E8CEFFD5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72390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D53638E-93EA-4F93-99F5-5F280855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72390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0087439114f67"/>
          <a:stretch xmlns:a="http://schemas.openxmlformats.org/drawingml/2006/main"/>
        </p:blipFill>
        <p:spPr>
          <a:xfrm xmlns:a="http://schemas.openxmlformats.org/drawingml/2006/main">
            <a:off x="1555453" y="2228850"/>
            <a:ext cx="5537794" cy="3105150"/>
          </a:xfrm>
          <a:prstGeom xmlns:a="http://schemas.openxmlformats.org/drawingml/2006/main" prst="rect">
            <a:avLst/>
          </a:prstGeom>
        </p:spPr>
      </p:pic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8F8C8EA-FB10-4606-800B-3D143D1D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69723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117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7170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4790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严格匹配 POI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327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评论实体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481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5760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关系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386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9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005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高识别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63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4350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1970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未形成明确文化识别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578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核心样本约 30%—40% 形成文化关键词识别，热度不能直接替代语义判断。</a:t>
            </a:r>
          </a:p>
        </p:txBody>
      </p:sp>
    </p:spTree>
    <p:extLst>
      <p:ext uri="{BB962C8B-B14F-4D97-AF65-F5344CB8AC3E}">
        <p14:creationId xmlns:p14="http://schemas.microsoft.com/office/powerpoint/2010/main" val="13116426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2026-06-02T07:43:32.8990000Z</dcterms:created>
  <dcterms:modified xsi:type="dcterms:W3CDTF">2026-06-02T07:43:32.8990000Z</dcterms:modified>
</coreProperties>
</file>