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084c1ac07d4003" /><Relationship Type="http://schemas.openxmlformats.org/officeDocument/2006/relationships/extended-properties" Target="/docProps/app.xml" Id="Rf66b447e42ff4303" /><Relationship Type="http://schemas.openxmlformats.org/officeDocument/2006/relationships/officeDocument" Target="/ppt/presentation.xml" Id="R21acdb92b7364d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4a29d44a8d4609"/>
  </p:sldMasterIdLst>
  <p:notesMasterIdLst>
    <p:notesMasterId xmlns:r="http://schemas.openxmlformats.org/officeDocument/2006/relationships" r:id="R12392c1e76d54f19"/>
  </p:notesMasterIdLst>
  <p:sldIdLst>
    <p:sldId xmlns:r="http://schemas.openxmlformats.org/officeDocument/2006/relationships" id="256" r:id="R45ecb915ecf54d9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4a29d44a8d4609" /><Relationship Type="http://schemas.openxmlformats.org/officeDocument/2006/relationships/theme" Target="/ppt/theme/theme1.xml" Id="R7d0165322d6c4eaf" /><Relationship Type="http://schemas.openxmlformats.org/officeDocument/2006/relationships/notesMaster" Target="/ppt/notesMasters/notesMaster1.xml" Id="R12392c1e76d54f19" /><Relationship Type="http://schemas.openxmlformats.org/officeDocument/2006/relationships/presProps" Target="/ppt/presProps.xml" Id="R3208b7f0f80841d9" /><Relationship Type="http://schemas.openxmlformats.org/officeDocument/2006/relationships/viewProps" Target="/ppt/viewProps.xml" Id="R175e4b1fa4c74d6e" /><Relationship Type="http://schemas.openxmlformats.org/officeDocument/2006/relationships/tableStyles" Target="/ppt/tableStyles.xml" Id="Rbe3209a35dcb4d8d" /><Relationship Type="http://schemas.openxmlformats.org/officeDocument/2006/relationships/slide" Target="/ppt/slides/slide1.xml" Id="R45ecb915ecf54d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1cf874a2a6548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40836a9e3e442e" /><Relationship Type="http://schemas.openxmlformats.org/officeDocument/2006/relationships/notesMaster" Target="/ppt/notesMasters/notesMaster1.xml" Id="Rdf1676f20b3a49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3901d5926f430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cb4a96eafc44246" /><Relationship Type="http://schemas.openxmlformats.org/officeDocument/2006/relationships/slideLayout" Target="/ppt/slideLayouts/slideLayout2.xml" Id="R2f273d8ec5074e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273d8ec5074e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72924964e04db0" /><Relationship Type="http://schemas.openxmlformats.org/officeDocument/2006/relationships/image" Target="/ppt/media/image.png" Id="R82a24a7242a14f41" /><Relationship Type="http://schemas.openxmlformats.org/officeDocument/2006/relationships/image" Target="/ppt/media/image2.png" Id="R1f0f8caa854141b0" /><Relationship Type="http://schemas.openxmlformats.org/officeDocument/2006/relationships/image" Target="/ppt/media/image3.png" Id="R95dca4e0f80a40d9" /><Relationship Type="http://schemas.openxmlformats.org/officeDocument/2006/relationships/notesSlide" Target="/ppt/notesSlides/notesSlide1.xml" Id="R76c5284aa9e44bb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a24a7242a14f4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09566C8-5949-4632-9965-FE380066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8EED79F-680A-4D3E-8DED-EC4BFA40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0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BDD00DA-7106-4DD1-9E9E-D68AC24E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3924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03 结果诊断与空间格局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9CD9B71-2741-4848-8C5B-4B66E531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5795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09</a:t>
            </a:r>
          </a:p>
        </p:txBody>
      </p:sp>
      <p:pic>
        <p:nvPicPr>
          <p:cNvPr id="6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0f8caa854141b0"/>
          <a:stretch xmlns:a="http://schemas.openxmlformats.org/drawingml/2006/main"/>
        </p:blipFill>
        <p:spPr>
          <a:xfrm xmlns:a="http://schemas.openxmlformats.org/drawingml/2006/main">
            <a:off x="10026361" y="266700"/>
            <a:ext cx="1149927" cy="4572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FC6DA7F-F51C-4316-A14D-EF4FDB8D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5.1 节、图 5.1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6AB6E46-A02C-4F1E-BB84-9D2DA188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960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468A9FE-ABAA-46C4-8E11-A09F807E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POI结构：供给强，文化入口薄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5C181DA-7DFA-4631-965A-04AA9D33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9144000" cy="5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13,512 条 POI 说明南海旅游供给总体不弱，但类型结构偏向公园绿地和自然景观，直接承载非遗体验、文化场馆和特色街区的入口比例较低。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208834F-FA97-47CA-A321-0F5ACC3D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14550"/>
            <a:ext cx="7239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5F716AE-EFBA-4CD0-97DC-9236CE04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38350"/>
            <a:ext cx="7239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dca4e0f80a40d9"/>
          <a:stretch xmlns:a="http://schemas.openxmlformats.org/drawingml/2006/main"/>
        </p:blipFill>
        <p:spPr>
          <a:xfrm xmlns:a="http://schemas.openxmlformats.org/drawingml/2006/main">
            <a:off x="4356942" y="2171700"/>
            <a:ext cx="5383116" cy="2990850"/>
          </a:xfrm>
          <a:prstGeom xmlns:a="http://schemas.openxmlformats.org/drawingml/2006/main" prst="rect">
            <a:avLst/>
          </a:prstGeom>
        </p:spPr>
      </p:pic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74DB6B3-3318-40A8-9A0E-3D6D58E9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71700"/>
            <a:ext cx="69723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E05708F-9117-41BC-A7E3-9F3E0475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70.8%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1AFAF73-4A8B-439E-9C95-FBBE276C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0143B26-83C4-4865-B75F-98941F38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公园绿地 + 自然景观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F8472AA-CCF4-42DB-AF84-1EAD709B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3.8%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C430E1B-83B7-47A6-A91B-5CF3F8F0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DE8E670C-7621-469D-A525-B351F1A8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非遗体验 + 文化场馆 + 特色街区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AB7C399C-1C25-468D-AF61-694759AE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82.1%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A50F6341-5ED3-44CA-8233-C49B6D7C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94A3799-443D-4515-B099-7282EB78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桂城、里水、狮山、大沥 POI 合计占比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32D1C45-B2D7-472F-94F4-D690FC14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九江仅 259 条 / 1.92%，提醒不能只按总体热度判断。</a:t>
            </a:r>
          </a:p>
        </p:txBody>
      </p:sp>
    </p:spTree>
    <p:extLst>
      <p:ext uri="{BB962C8B-B14F-4D97-AF65-F5344CB8AC3E}">
        <p14:creationId xmlns:p14="http://schemas.microsoft.com/office/powerpoint/2010/main" val="11734133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2026-06-02T07:42:17.2380000Z</dcterms:created>
  <dcterms:modified xsi:type="dcterms:W3CDTF">2026-06-02T07:42:17.2380000Z</dcterms:modified>
</coreProperties>
</file>