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d897faa67e4fa5" /><Relationship Type="http://schemas.openxmlformats.org/officeDocument/2006/relationships/extended-properties" Target="/docProps/app.xml" Id="R42c9f679d95549a8" /><Relationship Type="http://schemas.openxmlformats.org/officeDocument/2006/relationships/officeDocument" Target="/ppt/presentation.xml" Id="Rc4fe980f39f9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c1288bbd0a411b"/>
  </p:sldMasterIdLst>
  <p:notesMasterIdLst>
    <p:notesMasterId xmlns:r="http://schemas.openxmlformats.org/officeDocument/2006/relationships" r:id="Rb7821b788d8644c3"/>
  </p:notesMasterIdLst>
  <p:sldIdLst>
    <p:sldId xmlns:r="http://schemas.openxmlformats.org/officeDocument/2006/relationships" id="256" r:id="R3f8b8477f9b24f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1288bbd0a411b" /><Relationship Type="http://schemas.openxmlformats.org/officeDocument/2006/relationships/theme" Target="/ppt/theme/theme1.xml" Id="Rdbe74d36daed4973" /><Relationship Type="http://schemas.openxmlformats.org/officeDocument/2006/relationships/notesMaster" Target="/ppt/notesMasters/notesMaster1.xml" Id="Rb7821b788d8644c3" /><Relationship Type="http://schemas.openxmlformats.org/officeDocument/2006/relationships/presProps" Target="/ppt/presProps.xml" Id="R86341af94ffb4b06" /><Relationship Type="http://schemas.openxmlformats.org/officeDocument/2006/relationships/viewProps" Target="/ppt/viewProps.xml" Id="R789e1a4897af4cd1" /><Relationship Type="http://schemas.openxmlformats.org/officeDocument/2006/relationships/tableStyles" Target="/ppt/tableStyles.xml" Id="R57c115c753be44bf" /><Relationship Type="http://schemas.openxmlformats.org/officeDocument/2006/relationships/slide" Target="/ppt/slides/slide1.xml" Id="R3f8b8477f9b24f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df492ca9f1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de9b437bd4eed" /><Relationship Type="http://schemas.openxmlformats.org/officeDocument/2006/relationships/notesMaster" Target="/ppt/notesMasters/notesMaster1.xml" Id="R38b8cb314de5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b7d7abcee4c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e37250eb714a69" /><Relationship Type="http://schemas.openxmlformats.org/officeDocument/2006/relationships/slideLayout" Target="/ppt/slideLayouts/slideLayout2.xml" Id="Rdb122d20f978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22d20f978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f9972006ca42f4" /><Relationship Type="http://schemas.openxmlformats.org/officeDocument/2006/relationships/image" Target="/ppt/media/image.png" Id="R6d01d2c179674457" /><Relationship Type="http://schemas.openxmlformats.org/officeDocument/2006/relationships/image" Target="/ppt/media/image2.png" Id="R193dce0f9e89478b" /><Relationship Type="http://schemas.openxmlformats.org/officeDocument/2006/relationships/notesSlide" Target="/ppt/notesSlides/notesSlide1.xml" Id="R53860c5590b94c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1d2c1796744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 规划转译与结论边界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dce0f9e89478b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结论：识别潜力，也说明边界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681B1B6-084F-4FD0-A8F0-63BD27EC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本研究把文化记忆、官方资源和旅游热度放到同一空间口径中识别潜力；边界在于数据平台、权重设定和评论语义深度。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629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0"/>
            <a:ext cx="4629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5A83A8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575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24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575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24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24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3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576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2026-06-02T07:43:54.5150000Z</dcterms:created>
  <dcterms:modified xsi:type="dcterms:W3CDTF">2026-06-02T07:43:54.5150000Z</dcterms:modified>
</coreProperties>
</file>