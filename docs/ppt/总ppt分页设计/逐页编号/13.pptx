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4419b3019d40d9" /><Relationship Type="http://schemas.openxmlformats.org/officeDocument/2006/relationships/extended-properties" Target="/docProps/app.xml" Id="R770c6fc238774b66" /><Relationship Type="http://schemas.openxmlformats.org/officeDocument/2006/relationships/officeDocument" Target="/ppt/presentation.xml" Id="R1649a351061f4e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4cd5cd3db342e6"/>
  </p:sldMasterIdLst>
  <p:notesMasterIdLst>
    <p:notesMasterId xmlns:r="http://schemas.openxmlformats.org/officeDocument/2006/relationships" r:id="R3d47b7e9fc304201"/>
  </p:notesMasterIdLst>
  <p:sldIdLst>
    <p:sldId xmlns:r="http://schemas.openxmlformats.org/officeDocument/2006/relationships" id="256" r:id="R95f763ebe3b64a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cd5cd3db342e6" /><Relationship Type="http://schemas.openxmlformats.org/officeDocument/2006/relationships/theme" Target="/ppt/theme/theme1.xml" Id="Rf412a68de0834b86" /><Relationship Type="http://schemas.openxmlformats.org/officeDocument/2006/relationships/notesMaster" Target="/ppt/notesMasters/notesMaster1.xml" Id="R3d47b7e9fc304201" /><Relationship Type="http://schemas.openxmlformats.org/officeDocument/2006/relationships/presProps" Target="/ppt/presProps.xml" Id="R91d91af06ccb4e3d" /><Relationship Type="http://schemas.openxmlformats.org/officeDocument/2006/relationships/viewProps" Target="/ppt/viewProps.xml" Id="Rd6fa1bcaf0d546ba" /><Relationship Type="http://schemas.openxmlformats.org/officeDocument/2006/relationships/tableStyles" Target="/ppt/tableStyles.xml" Id="R338e68870fa64590" /><Relationship Type="http://schemas.openxmlformats.org/officeDocument/2006/relationships/slide" Target="/ppt/slides/slide1.xml" Id="R95f763ebe3b6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fbb52cb6eb94f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d66fb022f448f4" /><Relationship Type="http://schemas.openxmlformats.org/officeDocument/2006/relationships/notesMaster" Target="/ppt/notesMasters/notesMaster1.xml" Id="R3410b8fd27d74f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a97d10dc44f7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6b1463cb4f04cd2" /><Relationship Type="http://schemas.openxmlformats.org/officeDocument/2006/relationships/slideLayout" Target="/ppt/slideLayouts/slideLayout2.xml" Id="R65b1da1c5c1345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b1da1c5c1345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527249c60349c9" /><Relationship Type="http://schemas.openxmlformats.org/officeDocument/2006/relationships/image" Target="/ppt/media/image.png" Id="Rf0dff282a6b34ffb" /><Relationship Type="http://schemas.openxmlformats.org/officeDocument/2006/relationships/image" Target="/ppt/media/image2.png" Id="R2a8cbc226d8b4561" /><Relationship Type="http://schemas.openxmlformats.org/officeDocument/2006/relationships/image" Target="/ppt/media/image3.png" Id="R66611341fbf54fb5" /><Relationship Type="http://schemas.openxmlformats.org/officeDocument/2006/relationships/image" Target="/ppt/media/image4.png" Id="R0418374749ef4a03" /><Relationship Type="http://schemas.openxmlformats.org/officeDocument/2006/relationships/notesSlide" Target="/ppt/notesSlides/notesSlide1.xml" Id="R00a12e390c9249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ff282a6b34ff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CFD8A09-18DC-4CB1-92F0-540D6C4C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 结果诊断与空间格局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cbc226d8b4561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官方资源扩展：样本之外的潜力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8859FFA-F148-4104-AC51-BEF0B324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官方扩展层用于检查 165 条核心样本之外的资源潜力；593 条记录经空间化和去重后，帮助识别尚未进入旅游空间的文化锚点。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762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11341fbf54fb5"/>
          <a:stretch xmlns:a="http://schemas.openxmlformats.org/drawingml/2006/main"/>
        </p:blipFill>
        <p:spPr>
          <a:xfrm xmlns:a="http://schemas.openxmlformats.org/drawingml/2006/main">
            <a:off x="948070" y="2171700"/>
            <a:ext cx="4199860" cy="300990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4958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445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官方资源空间化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4762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38350"/>
            <a:ext cx="4762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8374749ef4a03"/>
          <a:stretch xmlns:a="http://schemas.openxmlformats.org/drawingml/2006/main"/>
        </p:blipFill>
        <p:spPr>
          <a:xfrm xmlns:a="http://schemas.openxmlformats.org/drawingml/2006/main">
            <a:off x="6015370" y="2171700"/>
            <a:ext cx="4199860" cy="3009900"/>
          </a:xfrm>
          <a:prstGeom xmlns:a="http://schemas.openxmlformats.org/drawingml/2006/main" prst="rect">
            <a:avLst/>
          </a:prstGeom>
        </p:spPr>
      </p:pic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71700"/>
            <a:ext cx="44958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19700"/>
            <a:ext cx="445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500 m 网格覆盖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19075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593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955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官方资源扩展记录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4800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484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528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不可移动文物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90525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11 / 98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100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博物馆 / 历史文化资源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6250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424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0673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纯新增候选资源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619750"/>
            <a:ext cx="83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710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245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扩展锚点库总量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2026-06-02T07:43:00.4760000Z</dcterms:created>
  <dcterms:modified xsi:type="dcterms:W3CDTF">2026-06-02T07:43:00.4760000Z</dcterms:modified>
</coreProperties>
</file>