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5022c10e9467b" /><Relationship Type="http://schemas.openxmlformats.org/officeDocument/2006/relationships/extended-properties" Target="/docProps/app.xml" Id="R2afa0c1a57944158" /><Relationship Type="http://schemas.openxmlformats.org/officeDocument/2006/relationships/officeDocument" Target="/ppt/presentation.xml" Id="Rf6018888c06c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dffb537f7b444c"/>
  </p:sldMasterIdLst>
  <p:notesMasterIdLst>
    <p:notesMasterId xmlns:r="http://schemas.openxmlformats.org/officeDocument/2006/relationships" r:id="Rbee0bd0facdb4c8c"/>
  </p:notesMasterIdLst>
  <p:sldIdLst>
    <p:sldId xmlns:r="http://schemas.openxmlformats.org/officeDocument/2006/relationships" id="256" r:id="R58604f53fb254e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ffb537f7b444c" /><Relationship Type="http://schemas.openxmlformats.org/officeDocument/2006/relationships/theme" Target="/ppt/theme/theme1.xml" Id="Rebbbeca8215c4dee" /><Relationship Type="http://schemas.openxmlformats.org/officeDocument/2006/relationships/notesMaster" Target="/ppt/notesMasters/notesMaster1.xml" Id="Rbee0bd0facdb4c8c" /><Relationship Type="http://schemas.openxmlformats.org/officeDocument/2006/relationships/presProps" Target="/ppt/presProps.xml" Id="R50a298fce85a4dc4" /><Relationship Type="http://schemas.openxmlformats.org/officeDocument/2006/relationships/viewProps" Target="/ppt/viewProps.xml" Id="Rca47b277217f46f9" /><Relationship Type="http://schemas.openxmlformats.org/officeDocument/2006/relationships/tableStyles" Target="/ppt/tableStyles.xml" Id="Rf9125e5dcf5b454f" /><Relationship Type="http://schemas.openxmlformats.org/officeDocument/2006/relationships/slide" Target="/ppt/slides/slide1.xml" Id="R58604f53fb25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4528aeec83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adbf0a232642ba" /><Relationship Type="http://schemas.openxmlformats.org/officeDocument/2006/relationships/notesMaster" Target="/ppt/notesMasters/notesMaster1.xml" Id="R6765bfc05698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c32cc348b48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59b04f4ab534afe" /><Relationship Type="http://schemas.openxmlformats.org/officeDocument/2006/relationships/slideLayout" Target="/ppt/slideLayouts/slideLayout2.xml" Id="R8fb6316063a04f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b6316063a04f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8aad7af74458d" /><Relationship Type="http://schemas.openxmlformats.org/officeDocument/2006/relationships/image" Target="/ppt/media/image.png" Id="Raaf09316c9374276" /><Relationship Type="http://schemas.openxmlformats.org/officeDocument/2006/relationships/image" Target="/ppt/media/image2.png" Id="Ra859ed00dbf6418e" /><Relationship Type="http://schemas.openxmlformats.org/officeDocument/2006/relationships/image" Target="/ppt/media/image3.png" Id="Rcc4d604a0f6b4b7b" /><Relationship Type="http://schemas.openxmlformats.org/officeDocument/2006/relationships/notesSlide" Target="/ppt/notesSlides/notesSlide1.xml" Id="Ra7435c3d1cfc4b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09316c93742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9ed00dbf6418e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空间格局：东旅西文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D29B8-C431-4A48-9B00-DB2B42E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核密度图显示 POI 高值更偏东北城市圈，文化载体高值更偏西樵、九江、丹灶等西南片区；这种错位决定后续策略要分区处理。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7334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334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d604a0f6b4b7b"/>
          <a:stretch xmlns:a="http://schemas.openxmlformats.org/drawingml/2006/main"/>
        </p:blipFill>
        <p:spPr>
          <a:xfrm xmlns:a="http://schemas.openxmlformats.org/drawingml/2006/main">
            <a:off x="1615557" y="2171700"/>
            <a:ext cx="5779535" cy="32004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0675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7029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86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2026-06-02T07:42:38.7640000Z</dcterms:created>
  <dcterms:modified xsi:type="dcterms:W3CDTF">2026-06-02T07:42:38.7640000Z</dcterms:modified>
</coreProperties>
</file>