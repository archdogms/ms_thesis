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f3e95c009004eed" /><Relationship Type="http://schemas.openxmlformats.org/officeDocument/2006/relationships/extended-properties" Target="/docProps/app.xml" Id="R44e58c5ab1e541dd" /><Relationship Type="http://schemas.openxmlformats.org/officeDocument/2006/relationships/officeDocument" Target="/ppt/presentation.xml" Id="R395b5082ec774dd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86448f55d51450e"/>
  </p:sldMasterIdLst>
  <p:notesMasterIdLst>
    <p:notesMasterId xmlns:r="http://schemas.openxmlformats.org/officeDocument/2006/relationships" r:id="R719e412a5b264aba"/>
  </p:notesMasterIdLst>
  <p:sldIdLst>
    <p:sldId xmlns:r="http://schemas.openxmlformats.org/officeDocument/2006/relationships" id="256" r:id="R46ee08ead268486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6448f55d51450e" /><Relationship Type="http://schemas.openxmlformats.org/officeDocument/2006/relationships/theme" Target="/ppt/theme/theme1.xml" Id="R867965d9edf74c6c" /><Relationship Type="http://schemas.openxmlformats.org/officeDocument/2006/relationships/notesMaster" Target="/ppt/notesMasters/notesMaster1.xml" Id="R719e412a5b264aba" /><Relationship Type="http://schemas.openxmlformats.org/officeDocument/2006/relationships/presProps" Target="/ppt/presProps.xml" Id="R428f382473b44a44" /><Relationship Type="http://schemas.openxmlformats.org/officeDocument/2006/relationships/viewProps" Target="/ppt/viewProps.xml" Id="R20d50c221d3942b4" /><Relationship Type="http://schemas.openxmlformats.org/officeDocument/2006/relationships/tableStyles" Target="/ppt/tableStyles.xml" Id="R2040e55f204446f4" /><Relationship Type="http://schemas.openxmlformats.org/officeDocument/2006/relationships/slide" Target="/ppt/slides/slide1.xml" Id="R46ee08ead268486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092e3dded7748e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1851afb44e14bd7" /><Relationship Type="http://schemas.openxmlformats.org/officeDocument/2006/relationships/notesMaster" Target="/ppt/notesMasters/notesMaster1.xml" Id="R41e16b75d9e340e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fa7d0d8a2e45d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c30f40ea19f4d07" /><Relationship Type="http://schemas.openxmlformats.org/officeDocument/2006/relationships/slideLayout" Target="/ppt/slideLayouts/slideLayout2.xml" Id="R3e58a72b5bd54be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58a72b5bd54be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0f30f3ff84a494b" /><Relationship Type="http://schemas.openxmlformats.org/officeDocument/2006/relationships/image" Target="/ppt/media/image.png" Id="Ra4588c16d8fa400f" /><Relationship Type="http://schemas.openxmlformats.org/officeDocument/2006/relationships/image" Target="/ppt/media/image2.png" Id="Rbb92aa297d2f493f" /><Relationship Type="http://schemas.openxmlformats.org/officeDocument/2006/relationships/image" Target="/ppt/media/image3.png" Id="R79500237471c4b87" /><Relationship Type="http://schemas.openxmlformats.org/officeDocument/2006/relationships/notesSlide" Target="/ppt/notesSlides/notesSlide1.xml" Id="R14df4df6e1564ee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图片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588c16d8fa400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0E65C9D-0AB0-432A-98DE-7EB3D3467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95C8001-27F6-4179-B75F-E11F03863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0050"/>
            <a:ext cx="666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00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3AD5E81-9788-49B0-9E51-2D08FBE43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"/>
            <a:ext cx="3924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03 结果诊断与空间格局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0B110045-98E8-49F0-9EEB-732572267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57950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12</a:t>
            </a:r>
          </a:p>
        </p:txBody>
      </p:sp>
      <p:pic>
        <p:nvPicPr>
          <p:cNvPr id="6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92aa297d2f493f"/>
          <a:stretch xmlns:a="http://schemas.openxmlformats.org/drawingml/2006/main"/>
        </p:blipFill>
        <p:spPr>
          <a:xfrm xmlns:a="http://schemas.openxmlformats.org/drawingml/2006/main">
            <a:off x="10026361" y="266700"/>
            <a:ext cx="1149927" cy="457200"/>
          </a:xfrm>
          <a:prstGeom xmlns:a="http://schemas.openxmlformats.org/drawingml/2006/main" prst="rect">
            <a:avLst/>
          </a:prstGeom>
        </p:spPr>
      </p:pic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4A6E7CB1-8D17-4824-AAE7-E555B366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第 6.3 节、图 6.3、表 5.1.2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D10DFC15-1377-4F8F-A4A2-F945637C2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49605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10420F9-C075-494A-A88C-2B1909B06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"/>
            <a:ext cx="7810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镇街对比：热度与文化厚度分离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93770A5B-0A71-4819-B47F-85F590824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9144000" cy="59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镇街统计进一步说明：桂城等东北片区旅游供给强，西樵、九江、丹灶文化厚度更高；因此“补旅游条件”和“补文化叙事”不能混为一谈。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9C55F06E-B532-4317-AA93-E371B21BA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114550"/>
            <a:ext cx="72390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1A4C0B9C-59FB-4FC0-B11C-E6746AD47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38350"/>
            <a:ext cx="72390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500237471c4b87"/>
          <a:stretch xmlns:a="http://schemas.openxmlformats.org/drawingml/2006/main"/>
        </p:blipFill>
        <p:spPr>
          <a:xfrm xmlns:a="http://schemas.openxmlformats.org/drawingml/2006/main">
            <a:off x="4397331" y="2171700"/>
            <a:ext cx="5302338" cy="2990850"/>
          </a:xfrm>
          <a:prstGeom xmlns:a="http://schemas.openxmlformats.org/drawingml/2006/main" prst="rect">
            <a:avLst/>
          </a:prstGeom>
        </p:spPr>
      </p:pic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89F822BA-2489-437B-AA70-8B7EA3103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171700"/>
            <a:ext cx="697230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E6659BAD-58F1-47CE-ABC1-05A899D43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4,174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9F48D6BF-08D6-4B18-8119-5F4DD23B3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2133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83B9AD86-22D8-4A5C-A2D4-48E543B6E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桂城 POI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85772D12-FC4F-4A0B-84CE-9C298CB51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194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rPr>
              <a:t>2,625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B01D682C-0DA6-42C0-BD6E-1CC22344E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81350"/>
            <a:ext cx="2133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EF53EDE6-6D8B-4A91-82E9-E8332752F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575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里水 POI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CB419412-5CBB-43C2-92CC-23E235420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045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259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DA875AE7-6E41-419D-8231-59E277E12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62400"/>
            <a:ext cx="2133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8E2F11E0-BF8B-4708-9E45-38542D5C5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九江 POI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886A2D56-8FB9-4B4A-B50E-5F39C6066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rPr>
              <a:t>1.92%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C9B0F6F6-C744-4F4D-9C36-C8196239A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2133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E1F81F2E-6D96-4F77-825E-B6F16058E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96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九江 POI 占比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8E18AC17-E70C-4CAD-AE5F-DDD315952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19700"/>
            <a:ext cx="228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西樵、九江、丹灶文化载体更厚，说明补旅游条件和补文化内容是两类任务。</a:t>
            </a:r>
          </a:p>
        </p:txBody>
      </p:sp>
    </p:spTree>
    <p:extLst>
      <p:ext uri="{BB962C8B-B14F-4D97-AF65-F5344CB8AC3E}">
        <p14:creationId xmlns:p14="http://schemas.microsoft.com/office/powerpoint/2010/main" val="1006342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2026-06-02T07:42:49.7430000Z</dcterms:created>
  <dcterms:modified xsi:type="dcterms:W3CDTF">2026-06-02T07:42:49.7430000Z</dcterms:modified>
</coreProperties>
</file>