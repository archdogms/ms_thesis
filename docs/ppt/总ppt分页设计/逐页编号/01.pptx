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2954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本科毕业设计答辩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5619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基于多源数据的佛山市南海区旅游景点文旅融合潜力研究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识别文化记忆、空间载体与游客热度之间的错位关系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答辩人：孟帅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专业：风景园林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指导教师：邬东璠 副教授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 dirty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2026 年 6 月</a:t>
            </a:r>
            <a:r>
              <a:rPr lang="en-US" sz="1013" b="0" dirty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 </a:t>
            </a:r>
            <a:r>
              <a:rPr lang="en-US" sz="1013" dirty="0">
                <a:solidFill>
                  <a:srgbClr val="5C5362"/>
                </a:solidFill>
                <a:latin typeface="Microsoft YaHei UI"/>
                <a:ea typeface="Microsoft YaHei UI"/>
              </a:rPr>
              <a:t>4 </a:t>
            </a:r>
            <a:r>
              <a:rPr lang="zh-CN" altLang="en-US" sz="1013" dirty="0">
                <a:solidFill>
                  <a:srgbClr val="5C5362"/>
                </a:solidFill>
                <a:latin typeface="Microsoft YaHei UI"/>
                <a:ea typeface="Microsoft YaHei UI"/>
              </a:rPr>
              <a:t>日</a:t>
            </a:r>
            <a:endParaRPr sz="1013" dirty="0">
              <a:solidFill>
                <a:srgbClr val="5C5362"/>
              </a:solidFill>
              <a:latin typeface="Microsoft YaHei UI"/>
              <a:ea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NANHAI / MAP DATA / CULTURE-TOURISM</a:t>
            </a: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DocSecurity>0</DocSecurity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 UI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</cp:revision>
  <dcterms:created xsi:type="dcterms:W3CDTF">2026-06-02T07:40:50Z</dcterms:created>
  <dcterms:modified xsi:type="dcterms:W3CDTF">2026-06-02T10:53:33Z</dcterms:modified>
</cp:coreProperties>
</file>