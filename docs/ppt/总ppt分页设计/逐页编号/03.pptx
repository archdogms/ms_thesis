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F7B0-0AD1-4480-B1AB-2AF7811204A4}"/>
              </a:ext>
            </a:extLst>
          </p:cNvPr>
          <p:cNvSpPr>
            <a:spLocks noGrp="1"/>
          </p:cNvSpPr>
          <p:nvPr/>
        </p:nvSpPr>
        <p:spPr>
          <a:xfrm>
            <a:off x="571500" y="228600"/>
            <a:ext cx="3924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 研究回顾与问题收束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7810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文旅融合的核心矛盾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6342F-EEBA-4AD0-B732-58F64BED5DA3}"/>
              </a:ext>
            </a:extLst>
          </p:cNvPr>
          <p:cNvSpPr>
            <a:spLocks noGrp="1"/>
          </p:cNvSpPr>
          <p:nvPr/>
        </p:nvSpPr>
        <p:spPr>
          <a:xfrm>
            <a:off x="609600" y="1238250"/>
            <a:ext cx="9144000" cy="59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开题关注文旅融合政策和南海文化资源富集，中期完成多源数据与图谱链条；定稿把问题收束为文化记忆、官方载体、旅游热度三者是否对应。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8585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20015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政策导向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文旅融合成为区域高质量发展的重要方向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文化资源需要从名录与文本，转化为可到达、可参与、可体验的旅游产品。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D3D4830-8616-49B8-8FFD-647B658BC357}"/>
              </a:ext>
            </a:extLst>
          </p:cNvPr>
          <p:cNvSpPr>
            <a:spLocks noGrp="1"/>
          </p:cNvSpPr>
          <p:nvPr/>
        </p:nvSpPr>
        <p:spPr>
          <a:xfrm>
            <a:off x="4543425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823F2B-36F9-4867-AF66-6445B5675A92}"/>
              </a:ext>
            </a:extLst>
          </p:cNvPr>
          <p:cNvSpPr>
            <a:spLocks noGrp="1"/>
          </p:cNvSpPr>
          <p:nvPr/>
        </p:nvSpPr>
        <p:spPr>
          <a:xfrm>
            <a:off x="4657725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区域现状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南海文化资源丰富，但与旅游体验整合不足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06E303D-4EFE-497A-8694-E1B6BA17D2ED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8989A-C6C8-4A99-B4E7-A3B9EF901A29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中期问题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如何识别文化遗产与旅游产品的对应、错位和缺失？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2005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中期收束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D294B25-9B2A-419B-9056-51D7AB900029}"/>
              </a:ext>
            </a:extLst>
          </p:cNvPr>
          <p:cNvSpPr>
            <a:spLocks noGrp="1"/>
          </p:cNvSpPr>
          <p:nvPr/>
        </p:nvSpPr>
        <p:spPr>
          <a:xfrm>
            <a:off x="2238375" y="3467100"/>
            <a:ext cx="5905500" cy="28575"/>
          </a:xfrm>
          <a:prstGeom prst="rect">
            <a:avLst/>
          </a:prstGeom>
          <a:solidFill>
            <a:srgbClr val="8C4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DocSecurity>0</DocSecurity>
  <PresentationFormat>宽屏</PresentationFormat>
  <Paragraphs>21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 UI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</cp:revision>
  <dcterms:created xsi:type="dcterms:W3CDTF">2026-06-02T07:41:12Z</dcterms:created>
  <dcterms:modified xsi:type="dcterms:W3CDTF">2026-06-02T11:25:06Z</dcterms:modified>
</cp:coreProperties>
</file>