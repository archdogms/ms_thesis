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cb367f3bb34c17" /><Relationship Type="http://schemas.openxmlformats.org/officeDocument/2006/relationships/extended-properties" Target="/docProps/app.xml" Id="R7a8f7a89ae2c44d5" /><Relationship Type="http://schemas.openxmlformats.org/officeDocument/2006/relationships/officeDocument" Target="/ppt/presentation.xml" Id="Ra9a1a42fdc054d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9ff75372ea4614"/>
  </p:sldMasterIdLst>
  <p:notesMasterIdLst>
    <p:notesMasterId xmlns:r="http://schemas.openxmlformats.org/officeDocument/2006/relationships" r:id="Re1f58bd3ab8f48a9"/>
  </p:notesMasterIdLst>
  <p:sldIdLst>
    <p:sldId xmlns:r="http://schemas.openxmlformats.org/officeDocument/2006/relationships" id="256" r:id="R17ee4450d32f40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9ff75372ea4614" /><Relationship Type="http://schemas.openxmlformats.org/officeDocument/2006/relationships/theme" Target="/ppt/theme/theme1.xml" Id="R1a79d35cb34f48eb" /><Relationship Type="http://schemas.openxmlformats.org/officeDocument/2006/relationships/notesMaster" Target="/ppt/notesMasters/notesMaster1.xml" Id="Re1f58bd3ab8f48a9" /><Relationship Type="http://schemas.openxmlformats.org/officeDocument/2006/relationships/presProps" Target="/ppt/presProps.xml" Id="R0bae275217cb4bd7" /><Relationship Type="http://schemas.openxmlformats.org/officeDocument/2006/relationships/viewProps" Target="/ppt/viewProps.xml" Id="Rae5559de2324468f" /><Relationship Type="http://schemas.openxmlformats.org/officeDocument/2006/relationships/tableStyles" Target="/ppt/tableStyles.xml" Id="R34a36ea48fd3480d" /><Relationship Type="http://schemas.openxmlformats.org/officeDocument/2006/relationships/slide" Target="/ppt/slides/slide1.xml" Id="R17ee4450d32f40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26445a8cf57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9227fddcbf458b" /><Relationship Type="http://schemas.openxmlformats.org/officeDocument/2006/relationships/notesMaster" Target="/ppt/notesMasters/notesMaster1.xml" Id="R5ac18bdf48bf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e9e193cac463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80e8ed9f9be4090" /><Relationship Type="http://schemas.openxmlformats.org/officeDocument/2006/relationships/slideLayout" Target="/ppt/slideLayouts/slideLayout2.xml" Id="R83bc719b03fa45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bc719b03fa45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b248e4523843d2" /><Relationship Type="http://schemas.openxmlformats.org/officeDocument/2006/relationships/image" Target="/ppt/media/image.png" Id="Rf0ea10a7e70d4b2a" /><Relationship Type="http://schemas.openxmlformats.org/officeDocument/2006/relationships/image" Target="/ppt/media/image2.png" Id="Rd6481befc5534329" /><Relationship Type="http://schemas.openxmlformats.org/officeDocument/2006/relationships/image" Target="/ppt/media/image3.png" Id="Rb82cc5ef36c649a7" /><Relationship Type="http://schemas.openxmlformats.org/officeDocument/2006/relationships/notesSlide" Target="/ppt/notesSlides/notesSlide1.xml" Id="Ra7e0dfd719c145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a10a7e70d4b2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0050"/>
            <a:ext cx="666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00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F94A435-7E09-4D65-9098-A9FE4938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3924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03 结果诊断与空间格局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57950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14</a:t>
            </a:r>
          </a:p>
        </p:txBody>
      </p:sp>
      <p:pic>
        <p:nvPicPr>
          <p:cNvPr id="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81befc5534329"/>
          <a:stretch xmlns:a="http://schemas.openxmlformats.org/drawingml/2006/main"/>
        </p:blipFill>
        <p:spPr>
          <a:xfrm xmlns:a="http://schemas.openxmlformats.org/drawingml/2006/main">
            <a:off x="10026361" y="266700"/>
            <a:ext cx="114992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6.5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96050"/>
            <a:ext cx="247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九江专题：低热度不等于低潜力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E7EDFDA-9B61-4BFC-9335-CF665AF7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9144000" cy="5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九江的 POI 和平台评论偏低，但龙舟、美食、节庆等地方体验容易被现有旅游 POI 口径低估；因此需要同时看真实短板和数据盲区。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905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5905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cc5ef36c649a7"/>
          <a:stretch xmlns:a="http://schemas.openxmlformats.org/drawingml/2006/main"/>
        </p:blipFill>
        <p:spPr>
          <a:xfrm xmlns:a="http://schemas.openxmlformats.org/drawingml/2006/main">
            <a:off x="1388836" y="2171700"/>
            <a:ext cx="4537529" cy="3124200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56388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560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九江专题识别图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342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F7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实质转化不足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游线组织、展示空间、交通接驳和游客服务仍需补足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71850"/>
            <a:ext cx="3429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数据口径低估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未纳入大众点评、美团等餐饮评价与夜间活力数据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57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959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九江非遗项目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259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959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57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1.92%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19700"/>
            <a:ext cx="933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959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全区 POI 占比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2026-06-02T07:43:11.1480000Z</dcterms:created>
  <dcterms:modified xsi:type="dcterms:W3CDTF">2026-06-02T07:43:11.1480000Z</dcterms:modified>
</coreProperties>
</file>