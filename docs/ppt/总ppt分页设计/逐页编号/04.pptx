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44c5d7ad8740e3" /><Relationship Type="http://schemas.openxmlformats.org/officeDocument/2006/relationships/extended-properties" Target="/docProps/app.xml" Id="Rf68262444b854d55" /><Relationship Type="http://schemas.openxmlformats.org/officeDocument/2006/relationships/officeDocument" Target="/ppt/presentation.xml" Id="R464640a296e3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41b356bbc4494"/>
  </p:sldMasterIdLst>
  <p:notesMasterIdLst>
    <p:notesMasterId xmlns:r="http://schemas.openxmlformats.org/officeDocument/2006/relationships" r:id="Rf5c71faec2024d0a"/>
  </p:notesMasterIdLst>
  <p:sldIdLst>
    <p:sldId xmlns:r="http://schemas.openxmlformats.org/officeDocument/2006/relationships" id="256" r:id="Rb79212a3c52743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41b356bbc4494" /><Relationship Type="http://schemas.openxmlformats.org/officeDocument/2006/relationships/theme" Target="/ppt/theme/theme1.xml" Id="Rde92e0abf8a34df8" /><Relationship Type="http://schemas.openxmlformats.org/officeDocument/2006/relationships/notesMaster" Target="/ppt/notesMasters/notesMaster1.xml" Id="Rf5c71faec2024d0a" /><Relationship Type="http://schemas.openxmlformats.org/officeDocument/2006/relationships/presProps" Target="/ppt/presProps.xml" Id="Rbde2489d387649b7" /><Relationship Type="http://schemas.openxmlformats.org/officeDocument/2006/relationships/viewProps" Target="/ppt/viewProps.xml" Id="R0c31c1b542734ba2" /><Relationship Type="http://schemas.openxmlformats.org/officeDocument/2006/relationships/tableStyles" Target="/ppt/tableStyles.xml" Id="R505a344e292a44a7" /><Relationship Type="http://schemas.openxmlformats.org/officeDocument/2006/relationships/slide" Target="/ppt/slides/slide1.xml" Id="Rb79212a3c52743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83dd04844742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e801472224914" /><Relationship Type="http://schemas.openxmlformats.org/officeDocument/2006/relationships/notesMaster" Target="/ppt/notesMasters/notesMaster1.xml" Id="R5d00ae1aa9a247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5c39379214f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0deae164686475d" /><Relationship Type="http://schemas.openxmlformats.org/officeDocument/2006/relationships/slideLayout" Target="/ppt/slideLayouts/slideLayout2.xml" Id="R1d5968c908b247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5968c908b247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bc22ff3404ec3" /><Relationship Type="http://schemas.openxmlformats.org/officeDocument/2006/relationships/image" Target="/ppt/media/image.png" Id="Rb0d9933991d24166" /><Relationship Type="http://schemas.openxmlformats.org/officeDocument/2006/relationships/image" Target="/ppt/media/image2.png" Id="Red494e12e2864a1e" /><Relationship Type="http://schemas.openxmlformats.org/officeDocument/2006/relationships/notesSlide" Target="/ppt/notesSlides/notesSlide1.xml" Id="R2cfbfb3fdfce4d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9933991d241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3D6AA56-6B3F-404A-A621-D8FABBD7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 研究回顾与问题收束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94e12e2864a1e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研究对象：景点级文旅载体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1090A25-B40C-40C8-B215-D46A2AA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本研究不把复合景区作为单一整体，而是把可定位、可匹配、可比较的节点作为分析对象，便于和 POI、评论、官方名录及典籍关系同尺度对照。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F2BF6AC-C477-4C02-984C-1D062035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6957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C3ABAF-5D49-48FC-9998-9E4724ED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景点级文旅载体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38D3E44-7839-4B2A-AC2B-18E6C3E9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同一空间尺度上比较文化记忆、官方认定与旅游热度。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653ACA9-53CA-47F8-A2EA-D8472ADC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A 级景区只作为辅助校准变量，不替代景点级载体分析。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C30E31E-C416-4DF4-87E1-266DFA7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165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21D8FFF-F914-4D14-B300-6033CFA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85CA80-6C32-42A5-BA9D-70BF10FF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核心文化载体样本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7C8DED6-ACCB-4CF8-9CC8-54DE4DBF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95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129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61628E5-FFB7-4E64-8ECC-0493628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574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8537B8B-76BE-4F53-A220-364D5AF0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533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物质 / 空间类载体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F904C3B-D66D-4CB1-AA41-454D4980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90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C25C98E-AB7A-4E9D-8C85-0DEBF5CB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F896472-DADA-4C6A-B826-ED0BE51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3B1859A-7635-45B3-9A0E-24AA4D91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194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36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9B7AC53-05F0-40D1-A614-E7860F8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814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F62CC0D-3FE3-4F03-905C-389FF31F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576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空间锚点非遗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0C1A173-86D1-4DA1-9544-C54DDA8E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9302BF1-B20F-4D7C-9706-7E58F80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0535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1AD9DB2-3357-48C3-980E-A60C6C55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81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空间匹配尺度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2026-06-02T07:41:23.4140000Z</dcterms:created>
  <dcterms:modified xsi:type="dcterms:W3CDTF">2026-06-02T07:41:23.4140000Z</dcterms:modified>
</coreProperties>
</file>