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38a632d4014b01" /><Relationship Type="http://schemas.openxmlformats.org/officeDocument/2006/relationships/extended-properties" Target="/docProps/app.xml" Id="R3041eebb97bb4998" /><Relationship Type="http://schemas.openxmlformats.org/officeDocument/2006/relationships/officeDocument" Target="/ppt/presentation.xml" Id="R2cdbf87c4efc49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0e8b6a911c4f0f"/>
  </p:sldMasterIdLst>
  <p:notesMasterIdLst>
    <p:notesMasterId xmlns:r="http://schemas.openxmlformats.org/officeDocument/2006/relationships" r:id="Rfa63541bef144583"/>
  </p:notesMasterIdLst>
  <p:sldIdLst>
    <p:sldId xmlns:r="http://schemas.openxmlformats.org/officeDocument/2006/relationships" id="256" r:id="Re9b4773510ba435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0e8b6a911c4f0f" /><Relationship Type="http://schemas.openxmlformats.org/officeDocument/2006/relationships/theme" Target="/ppt/theme/theme1.xml" Id="R53099668a14d4ae5" /><Relationship Type="http://schemas.openxmlformats.org/officeDocument/2006/relationships/notesMaster" Target="/ppt/notesMasters/notesMaster1.xml" Id="Rfa63541bef144583" /><Relationship Type="http://schemas.openxmlformats.org/officeDocument/2006/relationships/presProps" Target="/ppt/presProps.xml" Id="R50024a53af494ca2" /><Relationship Type="http://schemas.openxmlformats.org/officeDocument/2006/relationships/viewProps" Target="/ppt/viewProps.xml" Id="R120b8b8b0bac4157" /><Relationship Type="http://schemas.openxmlformats.org/officeDocument/2006/relationships/tableStyles" Target="/ppt/tableStyles.xml" Id="Re28c3b0979be4bfa" /><Relationship Type="http://schemas.openxmlformats.org/officeDocument/2006/relationships/slide" Target="/ppt/slides/slide1.xml" Id="Re9b4773510ba43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4a593e410844c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91acf82a954965" /><Relationship Type="http://schemas.openxmlformats.org/officeDocument/2006/relationships/notesMaster" Target="/ppt/notesMasters/notesMaster1.xml" Id="Ra3895173cc834b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38aac1ce40443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969b3412caf4269" /><Relationship Type="http://schemas.openxmlformats.org/officeDocument/2006/relationships/slideLayout" Target="/ppt/slideLayouts/slideLayout2.xml" Id="R3e36bfb1f99548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36bfb1f99548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958bd20cce4b4c" /><Relationship Type="http://schemas.openxmlformats.org/officeDocument/2006/relationships/image" Target="/ppt/media/image.png" Id="R72cd85dd504c4bc3" /><Relationship Type="http://schemas.openxmlformats.org/officeDocument/2006/relationships/image" Target="/ppt/media/image2.png" Id="R07cc0ef369604e81" /><Relationship Type="http://schemas.openxmlformats.org/officeDocument/2006/relationships/image" Target="/ppt/media/image3.png" Id="R468222abd7a54721" /><Relationship Type="http://schemas.openxmlformats.org/officeDocument/2006/relationships/image" Target="/ppt/media/image4.png" Id="R02eda7d6c1474130" /><Relationship Type="http://schemas.openxmlformats.org/officeDocument/2006/relationships/notesSlide" Target="/ppt/notesSlides/notesSlide1.xml" Id="Re6002d6c65a0469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cd85dd504c4bc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C5F2C68-FCD2-437B-995E-9285B3B2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3335C92-2CFE-4055-B77B-2F7C24F5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0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EA8FDF0-784F-443B-B3D9-6DDA185A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3924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03 结果诊断与空间格局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3C33FB5-E3D5-4A75-90DF-43D4EA93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579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15</a:t>
            </a:r>
          </a:p>
        </p:txBody>
      </p:sp>
      <p:pic>
        <p:nvPicPr>
          <p:cNvPr id="6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cc0ef369604e81"/>
          <a:stretch xmlns:a="http://schemas.openxmlformats.org/drawingml/2006/main"/>
        </p:blipFill>
        <p:spPr>
          <a:xfrm xmlns:a="http://schemas.openxmlformats.org/drawingml/2006/main">
            <a:off x="10026361" y="266700"/>
            <a:ext cx="1149927" cy="4572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C15B0F0-4252-48D8-A044-34E18F3D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6.6.1 节、图 6.4、图 6.9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8F7A5D0-BA59-4126-A0B8-25D329B3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960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C87358F-FC27-4298-8DA0-6A96197F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相关与稳健：限定解释边界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30B6FAC-712D-40A7-A365-391CF7CD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9144000" cy="5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相关矩阵用于提示文化基础与旅游热度之间的关系方向，权重敏感性用于检验分类是否稳定；二者共同限制了指数的解释边界。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A3379C0-1B85-40B0-ADC9-12FFF121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4810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3C41279-BD0C-4C09-A841-C55F5F5B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810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222abd7a54721"/>
          <a:stretch xmlns:a="http://schemas.openxmlformats.org/drawingml/2006/main"/>
        </p:blipFill>
        <p:spPr>
          <a:xfrm xmlns:a="http://schemas.openxmlformats.org/drawingml/2006/main">
            <a:off x="857250" y="2291802"/>
            <a:ext cx="4543425" cy="2331545"/>
          </a:xfrm>
          <a:prstGeom xmlns:a="http://schemas.openxmlformats.org/drawingml/2006/main" prst="rect">
            <a:avLst/>
          </a:prstGeom>
        </p:spPr>
      </p:pic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35CF2FD-ECE7-496B-B4C9-F1ECE51E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543425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695172E-C95F-434F-8A0C-FBE2C572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45053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权重敏感性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9FE1ED3-D1D3-4DB1-BAF4-88BED2B9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71700"/>
            <a:ext cx="4810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3D86208-0D6C-4AB5-88C7-7FE3BEC2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4810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eda7d6c1474130"/>
          <a:stretch xmlns:a="http://schemas.openxmlformats.org/drawingml/2006/main"/>
        </p:blipFill>
        <p:spPr>
          <a:xfrm xmlns:a="http://schemas.openxmlformats.org/drawingml/2006/main">
            <a:off x="6935167" y="2228850"/>
            <a:ext cx="2941292" cy="2457450"/>
          </a:xfrm>
          <a:prstGeom xmlns:a="http://schemas.openxmlformats.org/drawingml/2006/main" prst="rect">
            <a:avLst/>
          </a:prstGeom>
        </p:spPr>
      </p:pic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38D5FF6-D8F6-4F16-B235-8E979526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28850"/>
            <a:ext cx="4543425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A3DA14B-E477-4CB3-BBAE-335D9A03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24400"/>
            <a:ext cx="45053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相关矩阵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C617266-B3EC-4A34-BC50-7D9032E8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340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≥89.7%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D0862AF-809D-4E7A-9736-352EE587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95950"/>
            <a:ext cx="1943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4894BF3-AE20-4F62-9BDA-B5D3641F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721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替代口径分类一致比例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98A1B322-55B5-47DA-BD50-4A38C69F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340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-0.495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EB6D10A-ADCC-4B6D-8F82-6F802CE8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95950"/>
            <a:ext cx="1943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A2522388-1A2D-4DD4-B1BD-0105B277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721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CMI 与 MI 相关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006E4F24-A4F0-4E59-B387-4E6B21B5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340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-0.440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A5DCB5E-5EF8-43AD-9D48-EA0CDAEA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695950"/>
            <a:ext cx="1943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F1C6EBCA-8370-4E40-A351-61063FC3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7721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OAI 与 MI 相关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7D352D32-D4E3-479F-8DF1-52BF1B18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1531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相关性只说明关系方向，不解释机制本身。</a:t>
            </a:r>
          </a:p>
        </p:txBody>
      </p:sp>
    </p:spTree>
    <p:extLst>
      <p:ext uri="{BB962C8B-B14F-4D97-AF65-F5344CB8AC3E}">
        <p14:creationId xmlns:p14="http://schemas.microsoft.com/office/powerpoint/2010/main" val="4942873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2026-06-02T07:43:22.1110000Z</dcterms:created>
  <dcterms:modified xsi:type="dcterms:W3CDTF">2026-06-02T07:43:22.1110000Z</dcterms:modified>
</coreProperties>
</file>