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e5f378360a4876" /><Relationship Type="http://schemas.openxmlformats.org/officeDocument/2006/relationships/extended-properties" Target="/docProps/app.xml" Id="Rc98d56366cf64259" /><Relationship Type="http://schemas.openxmlformats.org/officeDocument/2006/relationships/officeDocument" Target="/ppt/presentation.xml" Id="Rfdd114c778084e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ec34a917a4d79"/>
  </p:sldMasterIdLst>
  <p:notesMasterIdLst>
    <p:notesMasterId xmlns:r="http://schemas.openxmlformats.org/officeDocument/2006/relationships" r:id="Rb31865348b044d25"/>
  </p:notesMasterIdLst>
  <p:sldIdLst>
    <p:sldId xmlns:r="http://schemas.openxmlformats.org/officeDocument/2006/relationships" id="256" r:id="R166aeb8297e842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2ec34a917a4d79" /><Relationship Type="http://schemas.openxmlformats.org/officeDocument/2006/relationships/theme" Target="/ppt/theme/theme1.xml" Id="Rc7bd0f0b620842d1" /><Relationship Type="http://schemas.openxmlformats.org/officeDocument/2006/relationships/notesMaster" Target="/ppt/notesMasters/notesMaster1.xml" Id="Rb31865348b044d25" /><Relationship Type="http://schemas.openxmlformats.org/officeDocument/2006/relationships/presProps" Target="/ppt/presProps.xml" Id="R9d5a540642324bf5" /><Relationship Type="http://schemas.openxmlformats.org/officeDocument/2006/relationships/viewProps" Target="/ppt/viewProps.xml" Id="Rc303ae6a98b847d3" /><Relationship Type="http://schemas.openxmlformats.org/officeDocument/2006/relationships/tableStyles" Target="/ppt/tableStyles.xml" Id="R99b5c7de114d4771" /><Relationship Type="http://schemas.openxmlformats.org/officeDocument/2006/relationships/slide" Target="/ppt/slides/slide1.xml" Id="R166aeb8297e842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720d8a5d7d844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491d2637ae4621" /><Relationship Type="http://schemas.openxmlformats.org/officeDocument/2006/relationships/notesMaster" Target="/ppt/notesMasters/notesMaster1.xml" Id="R72b865d1897d42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65dee79d5440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b90566466ed4870" /><Relationship Type="http://schemas.openxmlformats.org/officeDocument/2006/relationships/slideLayout" Target="/ppt/slideLayouts/slideLayout2.xml" Id="Ref95e7cd136e4b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95e7cd136e4b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0c7cc46ac74451" /><Relationship Type="http://schemas.openxmlformats.org/officeDocument/2006/relationships/image" Target="/ppt/media/image.png" Id="Rfe70e35660424179" /><Relationship Type="http://schemas.openxmlformats.org/officeDocument/2006/relationships/image" Target="/ppt/media/image2.png" Id="Rec654e739b5d4c72" /><Relationship Type="http://schemas.openxmlformats.org/officeDocument/2006/relationships/image" Target="/ppt/media/image3.png" Id="Rd25761e453644daf" /><Relationship Type="http://schemas.openxmlformats.org/officeDocument/2006/relationships/image" Target="/ppt/media/image4.png" Id="Re7bd558fae9344e2" /><Relationship Type="http://schemas.openxmlformats.org/officeDocument/2006/relationships/notesSlide" Target="/ppt/notesSlides/notesSlide1.xml" Id="R8882fa41def843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0e3566042417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9520866-5C2C-490D-94A8-50FABE26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 数据基础与处理方法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pic>
        <p:nvPicPr>
          <p:cNvPr id="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54e739b5d4c72"/>
          <a:stretch xmlns:a="http://schemas.openxmlformats.org/drawingml/2006/main"/>
        </p:blipFill>
        <p:spPr>
          <a:xfrm xmlns:a="http://schemas.openxmlformats.org/drawingml/2006/main">
            <a:off x="10026361" y="266700"/>
            <a:ext cx="114992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4.3.2 节、图 4.3、图 4.4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96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人物子图：文化记忆的关系化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121950B-6511-4BB6-BE61-3669FCD4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144000" cy="5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人物网络把文本中的人物、地点、技艺和事件连接起来；以黄飞鸿为例，关系网络能够提示哪些地方叙事可被转译为旅游内容。</a:t>
            </a: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/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EE3E200-3086-4F06-8780-73D66359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762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445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人物关联总图</a:t>
            </a: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/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A025EA7-441A-4146-9505-428CEDF1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4762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761e453644daf"/>
          <a:stretch xmlns:a="http://schemas.openxmlformats.org/drawingml/2006/main"/>
        </p:blipFill>
        <p:spPr>
          <a:xfrm xmlns:a="http://schemas.openxmlformats.org/drawingml/2006/main">
            <a:off x="6366371" y="2171700"/>
            <a:ext cx="3497857" cy="3009900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19700"/>
            <a:ext cx="445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黄飞鸿人物子图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190750"/>
            <a:ext cx="838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人物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955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人物关系进入图谱结构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048000"/>
            <a:ext cx="838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432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地点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528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文化记忆可追溯到空间锚点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905250"/>
            <a:ext cx="838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技艺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100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非遗与地方叙事发生关联</a:t>
            </a:r>
          </a:p>
        </p:txBody>
      </p:sp>
      <p:pic>
        <p:nvPicPr>
          <p:cNvPr id="30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d558fae9344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728" y="2165587"/>
            <a:ext cx="3626544" cy="30030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77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2026-06-02T07:42:06.5650000Z</dcterms:created>
  <dcterms:modified xsi:type="dcterms:W3CDTF">2026-06-02T07:42:06.5650000Z</dcterms:modified>
</coreProperties>
</file>