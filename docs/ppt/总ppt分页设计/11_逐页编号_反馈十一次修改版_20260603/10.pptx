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335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用图表把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条载体的四类分层直接展示出来：核心耦合很少，沉睡潜力与空心景点合计过半，是后续规划转译的重点。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9685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2098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71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75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35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37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3782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39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98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401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40132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402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62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64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6482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66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21082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311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7940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6322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6322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9022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33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9022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3340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994400"/>
            <a:ext cx="82550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读法：数量越大越常见；后续建议重点围绕“沉睡”和“空心”两类展开。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170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2026-06-03T04:24:01Z</dcterms:modified>
</cp:coreProperties>
</file>