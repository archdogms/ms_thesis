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4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文化资源需要从名录与文本，转化为可到达、可参与、可体验的旅游产品</a:t>
            </a: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如何识别文化遗产与旅游产品的对应、错位和缺失</a:t>
            </a:r>
            <a:r>
              <a:rPr sz="1600" b="1" dirty="0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中期收束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区域现状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68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2026-06-03T04:24:00Z</dcterms:modified>
</cp:coreProperties>
</file>