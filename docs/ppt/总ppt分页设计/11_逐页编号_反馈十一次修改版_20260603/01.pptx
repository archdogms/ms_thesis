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 dirty="0" err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00" b="1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dirty="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年 6 月</a:t>
            </a:r>
            <a:r>
              <a:rPr 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4 </a:t>
            </a: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2026-06-03T04:23:59Z</dcterms:modified>
</cp:coreProperties>
</file>