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6371" y="1993900"/>
            <a:ext cx="3497857" cy="3009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黄飞鸿人物子图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0129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1082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3177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人物关系进入图谱结构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28702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29654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地点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1750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7274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38227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技艺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0322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非遗与地方叙事发生关联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F5F0A2C-9C73-8CE5-AF00-6948F43C8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1987787"/>
            <a:ext cx="3626544" cy="3003076"/>
          </a:xfrm>
          <a:prstGeom prst="rect">
            <a:avLst/>
          </a:prstGeom>
        </p:spPr>
      </p:pic>
      <p:sp>
        <p:nvSpPr>
          <p:cNvPr id="10" name="Slide08 Explain Box">
            <a:extLst>
              <a:ext uri="{FF2B5EF4-FFF2-40B4-BE49-F238E27FC236}">
                <a16:creationId xmlns:a16="http://schemas.microsoft.com/office/drawing/2014/main" id="{FC77A2B6-ACA4-0EA9-2C6F-D01BC122C37A}"/>
              </a:ext>
            </a:extLst>
          </p:cNvPr>
          <p:cNvSpPr/>
          <p:nvPr/>
        </p:nvSpPr>
        <p:spPr>
          <a:xfrm>
            <a:off x="850900" y="5435600"/>
            <a:ext cx="9461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lide08 Explain Text">
            <a:extLst>
              <a:ext uri="{FF2B5EF4-FFF2-40B4-BE49-F238E27FC236}">
                <a16:creationId xmlns:a16="http://schemas.microsoft.com/office/drawing/2014/main" id="{CF890B3B-9959-9E33-CD27-874107485A92}"/>
              </a:ext>
            </a:extLst>
          </p:cNvPr>
          <p:cNvSpPr txBox="1"/>
          <p:nvPr/>
        </p:nvSpPr>
        <p:spPr>
          <a:xfrm>
            <a:off x="1003300" y="5562600"/>
            <a:ext cx="91567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这一页用人物总图和黄飞鸿子图说明：地方文化记忆不是孤立词条，而是由人物、地点、技艺和事件共同组成的关系网络，可以进一步转译为游线和解说内容。</a:t>
            </a:r>
          </a:p>
        </p:txBody>
      </p:sp>
      <p:sp>
        <p:nvSpPr>
          <p:cNvPr id="13" name="Slide08 Explain Label">
            <a:extLst>
              <a:ext uri="{FF2B5EF4-FFF2-40B4-BE49-F238E27FC236}">
                <a16:creationId xmlns:a16="http://schemas.microsoft.com/office/drawing/2014/main" id="{73684301-10DB-D1C1-5D83-B5CFEA633535}"/>
              </a:ext>
            </a:extLst>
          </p:cNvPr>
          <p:cNvSpPr txBox="1"/>
          <p:nvPr/>
        </p:nvSpPr>
        <p:spPr>
          <a:xfrm>
            <a:off x="1003300" y="5308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2C5C51E-DF0D-7603-25D0-F9670FB5C6FD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人物、地点与技艺的关系网络，是文化记忆指数和空间匹配的依据。</a:t>
            </a:r>
          </a:p>
        </p:txBody>
      </p:sp>
      <p:cxnSp>
        <p:nvCxnSpPr>
          <p:cNvPr id="17" name="Round8 CoreClaim Rule">
            <a:extLst>
              <a:ext uri="{FF2B5EF4-FFF2-40B4-BE49-F238E27FC236}">
                <a16:creationId xmlns:a16="http://schemas.microsoft.com/office/drawing/2014/main" id="{16E9E52A-741E-F508-C4C5-DC3BAADD227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100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2026-06-02T17:41:40Z</dcterms:modified>
</cp:coreProperties>
</file>