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6.2 节、图 6.2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2114550"/>
            <a:ext cx="7334250" cy="36004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2038350"/>
            <a:ext cx="7334250" cy="3600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2171700"/>
            <a:ext cx="5779535" cy="32004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7067550" cy="32004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4102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核密度对照图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4860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4193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东部：旅游供给与日常消费更强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3051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23850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西南：文化资源与历史线索更厚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40576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关键不是资源多少，而是空间衔接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2026-06-02T17:41:41Z</dcterms:modified>
</cp:coreProperties>
</file>