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6.4 节、图 6.5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21717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266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3718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543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8481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POI 占比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46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2026-06-02T17:41:42Z</dcterms:modified>
</cp:coreProperties>
</file>