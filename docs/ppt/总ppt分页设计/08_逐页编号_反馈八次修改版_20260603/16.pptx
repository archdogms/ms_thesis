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1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CB7A394-5719-41DA-A5E4-0E287BF8CA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F399197-8E39-4A30-ADA0-6A834689D0A8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2DA6FF9-34C3-46C8-A8A4-6708229A14E5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6A4246D-0CED-413C-A743-135DA0FE2DA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6.6.2 节、图 6.10、图 6.11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72B32C-85CF-4BCE-9FB4-267D091E76F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08B182-88EE-4E58-9467-1F56278D158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评论复核游客文化识别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36B9098-B53B-4AB1-B003-E8CEFFD5EE0C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7239000" cy="35052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D53638E-93EA-4F93-99F5-5F280855616E}"/>
              </a:ext>
            </a:extLst>
          </p:cNvPr>
          <p:cNvSpPr>
            <a:spLocks noGrp="1"/>
          </p:cNvSpPr>
          <p:nvPr/>
        </p:nvSpPr>
        <p:spPr>
          <a:xfrm>
            <a:off x="704850" y="2095500"/>
            <a:ext cx="7239000" cy="3505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555453" y="2228850"/>
            <a:ext cx="5537794" cy="310515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8F8C8EA-FB10-4606-800B-3D143D1DE5C8}"/>
              </a:ext>
            </a:extLst>
          </p:cNvPr>
          <p:cNvSpPr>
            <a:spLocks noGrp="1"/>
          </p:cNvSpPr>
          <p:nvPr/>
        </p:nvSpPr>
        <p:spPr>
          <a:xfrm>
            <a:off x="838200" y="2228850"/>
            <a:ext cx="6972300" cy="31051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CA0ADDE-2D23-42D5-82A7-A22D8369E5E7}"/>
              </a:ext>
            </a:extLst>
          </p:cNvPr>
          <p:cNvSpPr>
            <a:spLocks noGrp="1"/>
          </p:cNvSpPr>
          <p:nvPr/>
        </p:nvSpPr>
        <p:spPr>
          <a:xfrm>
            <a:off x="8477250" y="18097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117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015896-5A81-4782-B65A-B149E8645EA1}"/>
              </a:ext>
            </a:extLst>
          </p:cNvPr>
          <p:cNvSpPr>
            <a:spLocks noGrp="1"/>
          </p:cNvSpPr>
          <p:nvPr/>
        </p:nvSpPr>
        <p:spPr>
          <a:xfrm>
            <a:off x="8477250" y="21717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E3C04A3-08AF-4EC1-9DEE-74D60038856A}"/>
              </a:ext>
            </a:extLst>
          </p:cNvPr>
          <p:cNvSpPr>
            <a:spLocks noGrp="1"/>
          </p:cNvSpPr>
          <p:nvPr/>
        </p:nvSpPr>
        <p:spPr>
          <a:xfrm>
            <a:off x="8477250" y="22479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严格匹配 POI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9D931F8-98DE-4E84-BB10-ABF076D51571}"/>
              </a:ext>
            </a:extLst>
          </p:cNvPr>
          <p:cNvSpPr>
            <a:spLocks noGrp="1"/>
          </p:cNvSpPr>
          <p:nvPr/>
        </p:nvSpPr>
        <p:spPr>
          <a:xfrm>
            <a:off x="8477250" y="255270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327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497F324-AD48-4D19-95A6-E3760DEEC921}"/>
              </a:ext>
            </a:extLst>
          </p:cNvPr>
          <p:cNvSpPr>
            <a:spLocks noGrp="1"/>
          </p:cNvSpPr>
          <p:nvPr/>
        </p:nvSpPr>
        <p:spPr>
          <a:xfrm>
            <a:off x="8477250" y="291465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02DD86E-249A-4640-B4D6-F17743CF25F3}"/>
              </a:ext>
            </a:extLst>
          </p:cNvPr>
          <p:cNvSpPr>
            <a:spLocks noGrp="1"/>
          </p:cNvSpPr>
          <p:nvPr/>
        </p:nvSpPr>
        <p:spPr>
          <a:xfrm>
            <a:off x="8477250" y="299085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评论实体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B5D3C7B-8410-4573-8087-6D2E19FE311F}"/>
              </a:ext>
            </a:extLst>
          </p:cNvPr>
          <p:cNvSpPr>
            <a:spLocks noGrp="1"/>
          </p:cNvSpPr>
          <p:nvPr/>
        </p:nvSpPr>
        <p:spPr>
          <a:xfrm>
            <a:off x="8477250" y="32956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481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262E5DC-F874-4608-A8CA-55BC8E9390C8}"/>
              </a:ext>
            </a:extLst>
          </p:cNvPr>
          <p:cNvSpPr>
            <a:spLocks noGrp="1"/>
          </p:cNvSpPr>
          <p:nvPr/>
        </p:nvSpPr>
        <p:spPr>
          <a:xfrm>
            <a:off x="8477250" y="36576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1AC26FA-6D80-4913-89FD-E250F1E325BC}"/>
              </a:ext>
            </a:extLst>
          </p:cNvPr>
          <p:cNvSpPr>
            <a:spLocks noGrp="1"/>
          </p:cNvSpPr>
          <p:nvPr/>
        </p:nvSpPr>
        <p:spPr>
          <a:xfrm>
            <a:off x="8477250" y="37338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关系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C21B621-788B-4F18-8236-BDD9566EA49A}"/>
              </a:ext>
            </a:extLst>
          </p:cNvPr>
          <p:cNvSpPr>
            <a:spLocks noGrp="1"/>
          </p:cNvSpPr>
          <p:nvPr/>
        </p:nvSpPr>
        <p:spPr>
          <a:xfrm>
            <a:off x="8477250" y="403860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9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454F34-149C-4866-B51D-DAC71871CEA1}"/>
              </a:ext>
            </a:extLst>
          </p:cNvPr>
          <p:cNvSpPr>
            <a:spLocks noGrp="1"/>
          </p:cNvSpPr>
          <p:nvPr/>
        </p:nvSpPr>
        <p:spPr>
          <a:xfrm>
            <a:off x="8477250" y="440055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0EA6F80-753F-4D3A-BE63-F4543CC7863A}"/>
              </a:ext>
            </a:extLst>
          </p:cNvPr>
          <p:cNvSpPr>
            <a:spLocks noGrp="1"/>
          </p:cNvSpPr>
          <p:nvPr/>
        </p:nvSpPr>
        <p:spPr>
          <a:xfrm>
            <a:off x="8477250" y="447675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高识别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571BABD-9DB8-47B0-8780-7D31C300F306}"/>
              </a:ext>
            </a:extLst>
          </p:cNvPr>
          <p:cNvSpPr>
            <a:spLocks noGrp="1"/>
          </p:cNvSpPr>
          <p:nvPr/>
        </p:nvSpPr>
        <p:spPr>
          <a:xfrm>
            <a:off x="8477250" y="47815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63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3A0B9EA-C76A-42EE-A20E-E7495036A8AB}"/>
              </a:ext>
            </a:extLst>
          </p:cNvPr>
          <p:cNvSpPr>
            <a:spLocks noGrp="1"/>
          </p:cNvSpPr>
          <p:nvPr/>
        </p:nvSpPr>
        <p:spPr>
          <a:xfrm>
            <a:off x="8477250" y="51435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97D6A471-00C4-43C5-AEF9-C936790BDDF1}"/>
              </a:ext>
            </a:extLst>
          </p:cNvPr>
          <p:cNvSpPr>
            <a:spLocks noGrp="1"/>
          </p:cNvSpPr>
          <p:nvPr/>
        </p:nvSpPr>
        <p:spPr>
          <a:xfrm>
            <a:off x="8477250" y="52197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未形成明确文化识别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CFC3DF36-C4B5-4EAE-94B4-6CD9C6733CFC}"/>
              </a:ext>
            </a:extLst>
          </p:cNvPr>
          <p:cNvSpPr>
            <a:spLocks noGrp="1"/>
          </p:cNvSpPr>
          <p:nvPr/>
        </p:nvSpPr>
        <p:spPr>
          <a:xfrm>
            <a:off x="8477250" y="5657850"/>
            <a:ext cx="24765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7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核心样本约 30%—40% 形成文化关键词识别，热度不能直接替代语义判断。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8CAF7F5-D709-4855-53B7-34344B0C1BF0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</p:spTree>
    <p:extLst>
      <p:ext uri="{BB962C8B-B14F-4D97-AF65-F5344CB8AC3E}">
        <p14:creationId xmlns:p14="http://schemas.microsoft.com/office/powerpoint/2010/main" val="131164262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45</Words>
  <Application>Microsoft Office PowerPoint</Application>
  <DocSecurity>0</DocSecurity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38</cp:revision>
  <dcterms:created xsi:type="dcterms:W3CDTF">2026-06-02T06:15:18Z</dcterms:created>
  <dcterms:modified xsi:type="dcterms:W3CDTF">2026-06-02T17:41:42Z</dcterms:modified>
</cp:coreProperties>
</file>