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2937534"/>
            <a:ext cx="1030000" cy="480131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6007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727700"/>
            <a:ext cx="64897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与评论提供旅游侧，二者通过载体锚点和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4737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223</Words>
  <Application>Microsoft Office PowerPoint</Application>
  <DocSecurity>0</DocSecurity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2026-06-02T17:41:40Z</dcterms:modified>
</cp:coreProperties>
</file>