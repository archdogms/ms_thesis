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权重敏感性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相关矩阵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替代口径分类一致比例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CMI 与 MI 相关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相关性只说明关系方向，不解释机制本身。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92FDE2-7D6F-B1B9-EF82-CDC289CA7FD0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47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2026-06-02T17:41:42Z</dcterms:modified>
</cp:coreProperties>
</file>