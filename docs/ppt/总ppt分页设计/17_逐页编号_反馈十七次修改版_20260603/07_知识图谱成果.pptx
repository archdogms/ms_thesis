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D8DCB7E-5DC9-079F-B3FD-F267906C4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2006600"/>
            <a:ext cx="3429000" cy="3429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空间落位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AA0AFA-31BA-19A5-6A0E-26070575F8C9}"/>
              </a:ext>
            </a:extLst>
          </p:cNvPr>
          <p:cNvSpPr txBox="1"/>
          <p:nvPr/>
        </p:nvSpPr>
        <p:spPr>
          <a:xfrm>
            <a:off x="6604000" y="3200400"/>
            <a:ext cx="4699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分类体系：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大体系 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11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类实体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00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760C0B-F970-DE23-B0BA-40957CED2639}"/>
              </a:ext>
            </a:extLst>
          </p:cNvPr>
          <p:cNvSpPr txBox="1"/>
          <p:nvPr/>
        </p:nvSpPr>
        <p:spPr>
          <a:xfrm>
            <a:off x="6832600" y="3835400"/>
            <a:ext cx="4241800" cy="14137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非遗体系：非遗项目、民俗礼仪、物产饮食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文物体系：文物建筑、文物遗址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传承主体：人物、宗族姓氏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空间载体：地名空间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文献记忆：典籍文献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历史时序：朝代年号、历史事件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2F7A2B-D06F-1C6A-CABA-D2F39CA1EA60}"/>
              </a:ext>
            </a:extLst>
          </p:cNvPr>
          <p:cNvSpPr txBox="1"/>
          <p:nvPr/>
        </p:nvSpPr>
        <p:spPr>
          <a:xfrm>
            <a:off x="6832600" y="5384800"/>
            <a:ext cx="42418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后续用该分类体系计算文化记忆指数，并解释文化载体之间的关系。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145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2026-06-03T08:31:30Z</dcterms:modified>
</cp:coreProperties>
</file>