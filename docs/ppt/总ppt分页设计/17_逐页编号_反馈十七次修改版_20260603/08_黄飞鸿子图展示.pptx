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08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4.3.2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4.3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4.4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黄飞鸿子图展示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DDB60C-C7A9-D9B6-350B-72DE1DE8CA5B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知识图谱成果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FFC569-E2E5-CA01-C984-397B0144C1E9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黄飞鸿子图可作为答辩展示重点：用人物</a:t>
            </a:r>
            <a:r>
              <a:rPr lang="en-US" altLang="zh-CN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地点</a:t>
            </a:r>
            <a:r>
              <a:rPr lang="en-US" altLang="zh-CN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技艺</a:t>
            </a:r>
            <a:r>
              <a:rPr lang="en-US" altLang="zh-CN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文献关系说明文化记忆如何从文本进入空间分析。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BDA02B2-EFE2-8728-5373-D075D9A5F768}"/>
              </a:ext>
            </a:extLst>
          </p:cNvPr>
          <p:cNvSpPr/>
          <p:nvPr/>
        </p:nvSpPr>
        <p:spPr>
          <a:xfrm>
            <a:off x="889000" y="1841500"/>
            <a:ext cx="3238500" cy="3238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8B857A3-145B-6567-24A1-DD29741835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750" y="2108200"/>
            <a:ext cx="2413000" cy="24130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288C17C-3696-81C9-411A-D954C66A4873}"/>
              </a:ext>
            </a:extLst>
          </p:cNvPr>
          <p:cNvSpPr txBox="1"/>
          <p:nvPr/>
        </p:nvSpPr>
        <p:spPr>
          <a:xfrm>
            <a:off x="1117600" y="4635500"/>
            <a:ext cx="27813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 </a:t>
            </a:r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人物关联总图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60EC6A0-7DC5-25BE-B9EF-E19470DFFC61}"/>
              </a:ext>
            </a:extLst>
          </p:cNvPr>
          <p:cNvSpPr/>
          <p:nvPr/>
        </p:nvSpPr>
        <p:spPr>
          <a:xfrm>
            <a:off x="4470400" y="1841500"/>
            <a:ext cx="3238500" cy="3238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A0439005-E1AC-171F-DE33-414E56346A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150" y="2108200"/>
            <a:ext cx="2413000" cy="2413000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A1DEBCB9-9899-EF9B-B630-266BBBA62DE4}"/>
              </a:ext>
            </a:extLst>
          </p:cNvPr>
          <p:cNvSpPr txBox="1"/>
          <p:nvPr/>
        </p:nvSpPr>
        <p:spPr>
          <a:xfrm>
            <a:off x="4699000" y="4635500"/>
            <a:ext cx="27813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 </a:t>
            </a:r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黄飞鸿人物子图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C773470A-3FEE-1838-EFCA-07B3EA6204BA}"/>
              </a:ext>
            </a:extLst>
          </p:cNvPr>
          <p:cNvSpPr/>
          <p:nvPr/>
        </p:nvSpPr>
        <p:spPr>
          <a:xfrm>
            <a:off x="8064500" y="1841500"/>
            <a:ext cx="3238500" cy="32385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FE24766-B12A-5F2D-0D77-D872336693BC}"/>
              </a:ext>
            </a:extLst>
          </p:cNvPr>
          <p:cNvSpPr txBox="1"/>
          <p:nvPr/>
        </p:nvSpPr>
        <p:spPr>
          <a:xfrm>
            <a:off x="8318500" y="2108200"/>
            <a:ext cx="27305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20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视频占位</a:t>
            </a:r>
          </a:p>
        </p:txBody>
      </p:sp>
      <p:sp>
        <p:nvSpPr>
          <p:cNvPr id="38" name="等腰三角形 37">
            <a:extLst>
              <a:ext uri="{FF2B5EF4-FFF2-40B4-BE49-F238E27FC236}">
                <a16:creationId xmlns:a16="http://schemas.microsoft.com/office/drawing/2014/main" id="{B06873EE-051D-A2DF-2224-10B1406C16D8}"/>
              </a:ext>
            </a:extLst>
          </p:cNvPr>
          <p:cNvSpPr/>
          <p:nvPr/>
        </p:nvSpPr>
        <p:spPr>
          <a:xfrm>
            <a:off x="9423400" y="2794000"/>
            <a:ext cx="584200" cy="584200"/>
          </a:xfrm>
          <a:prstGeom prst="triangle">
            <a:avLst/>
          </a:prstGeom>
          <a:solidFill>
            <a:srgbClr val="663D87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03C58AB-926B-CBBE-3D86-DDB3EBE10D6A}"/>
              </a:ext>
            </a:extLst>
          </p:cNvPr>
          <p:cNvSpPr txBox="1"/>
          <p:nvPr/>
        </p:nvSpPr>
        <p:spPr>
          <a:xfrm>
            <a:off x="8382000" y="3619500"/>
            <a:ext cx="2667000" cy="77200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45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后续可插入 </a:t>
            </a:r>
            <a:r>
              <a:rPr lang="en-US" altLang="zh-CN" sz="145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Neo4j </a:t>
            </a:r>
            <a:r>
              <a:rPr lang="zh-CN" altLang="en-US" sz="145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子图漫游视频：节点展开、关系路径、空间锚点说明。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0F9393E-2D40-528F-EECA-39B554FAB3DB}"/>
              </a:ext>
            </a:extLst>
          </p:cNvPr>
          <p:cNvSpPr/>
          <p:nvPr/>
        </p:nvSpPr>
        <p:spPr>
          <a:xfrm>
            <a:off x="889000" y="5397500"/>
            <a:ext cx="104140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1F123DE-9357-6775-C5D0-0280A9DD2EDB}"/>
              </a:ext>
            </a:extLst>
          </p:cNvPr>
          <p:cNvSpPr txBox="1"/>
          <p:nvPr/>
        </p:nvSpPr>
        <p:spPr>
          <a:xfrm>
            <a:off x="1168400" y="5549900"/>
            <a:ext cx="9652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展示逻辑：先看分类体系，再看全局图谱，最后用黄飞鸿子图证明关系网络能够支撑具体文化叙事。</a:t>
            </a:r>
          </a:p>
        </p:txBody>
      </p:sp>
    </p:spTree>
    <p:extLst>
      <p:ext uri="{BB962C8B-B14F-4D97-AF65-F5344CB8AC3E}">
        <p14:creationId xmlns:p14="http://schemas.microsoft.com/office/powerpoint/2010/main" val="1833677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118</Words>
  <Application>Microsoft Office PowerPoint</Application>
  <DocSecurity>0</DocSecurity>
  <PresentationFormat>宽屏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55</cp:revision>
  <dcterms:created xsi:type="dcterms:W3CDTF">2026-06-02T06:15:18Z</dcterms:created>
  <dcterms:modified xsi:type="dcterms:W3CDTF">2026-06-03T08:31:31Z</dcterms:modified>
</cp:coreProperties>
</file>