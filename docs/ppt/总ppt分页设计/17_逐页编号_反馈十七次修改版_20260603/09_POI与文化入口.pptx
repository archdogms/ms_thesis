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09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POI</a:t>
            </a: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与文化入口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55</cp:revision>
  <dcterms:created xsi:type="dcterms:W3CDTF">2026-06-02T06:15:18Z</dcterms:created>
  <dcterms:modified xsi:type="dcterms:W3CDTF">2026-06-03T08:31:31Z</dcterms:modified>
</cp:coreProperties>
</file>