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12395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2400" b="1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49" y="1657350"/>
            <a:ext cx="698456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4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基于多源数据的佛山市南海区旅游景点文旅融合潜力研究</a:t>
            </a:r>
            <a:endParaRPr sz="34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49" y="2905125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450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49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答辩人：孟帅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49" y="4281488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专业：风景园林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49" y="4602957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指导教师：邬东璠 副教授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49" y="49244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日期：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 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9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NANHAI / MAP DATA / CULTURE-TOURISM</a:t>
            </a:r>
            <a:endParaRPr sz="9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A41-C646-5604-D6E2-C7AA241DE1AB}"/>
              </a:ext>
            </a:extLst>
          </p:cNvPr>
          <p:cNvSpPr>
            <a:spLocks noGrp="1"/>
          </p:cNvSpPr>
          <p:nvPr/>
        </p:nvSpPr>
        <p:spPr>
          <a:xfrm>
            <a:off x="819149" y="3960019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学号：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2021010910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65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55</cp:revision>
  <dcterms:created xsi:type="dcterms:W3CDTF">2026-06-02T06:15:18Z</dcterms:created>
  <dcterms:modified xsi:type="dcterms:W3CDTF">2026-06-03T08:31:29Z</dcterms:modified>
</cp:coreProperties>
</file>