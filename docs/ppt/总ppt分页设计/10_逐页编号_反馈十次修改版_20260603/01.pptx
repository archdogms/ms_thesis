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E6AE8E4-69C4-4881-B06C-DADDE4CB94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263207" y="400050"/>
            <a:ext cx="1533236" cy="6096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62F1931C-48D8-41E6-BE29-B5A585EC8628}"/>
              </a:ext>
            </a:extLst>
          </p:cNvPr>
          <p:cNvSpPr>
            <a:spLocks noGrp="1"/>
          </p:cNvSpPr>
          <p:nvPr/>
        </p:nvSpPr>
        <p:spPr>
          <a:xfrm>
            <a:off x="552450" y="1123950"/>
            <a:ext cx="6362700" cy="1924050"/>
          </a:xfrm>
          <a:prstGeom prst="rect">
            <a:avLst/>
          </a:prstGeom>
          <a:solidFill>
            <a:srgbClr val="F7F5FA">
              <a:alpha val="9098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823C85E-9710-4154-895B-7AC86AF6B556}"/>
              </a:ext>
            </a:extLst>
          </p:cNvPr>
          <p:cNvSpPr>
            <a:spLocks noGrp="1"/>
          </p:cNvSpPr>
          <p:nvPr/>
        </p:nvSpPr>
        <p:spPr>
          <a:xfrm>
            <a:off x="552450" y="1123950"/>
            <a:ext cx="95250" cy="19240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9FD263-D702-41FE-83B0-ABDA5673F615}"/>
              </a:ext>
            </a:extLst>
          </p:cNvPr>
          <p:cNvSpPr>
            <a:spLocks noGrp="1"/>
          </p:cNvSpPr>
          <p:nvPr/>
        </p:nvSpPr>
        <p:spPr>
          <a:xfrm>
            <a:off x="819150" y="1123950"/>
            <a:ext cx="3619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1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 dirty="0" err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2400" b="1" dirty="0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BA6D79-F634-484A-8E2F-5F27FC618E8B}"/>
              </a:ext>
            </a:extLst>
          </p:cNvPr>
          <p:cNvSpPr>
            <a:spLocks noGrp="1"/>
          </p:cNvSpPr>
          <p:nvPr/>
        </p:nvSpPr>
        <p:spPr>
          <a:xfrm>
            <a:off x="819149" y="1657350"/>
            <a:ext cx="6984565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4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400" b="1" dirty="0" err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基于多源数据的佛山市南海区旅游景点文旅融合潜力研究</a:t>
            </a:r>
            <a:endParaRPr sz="340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A7E0B23-7C4D-44FC-996E-A4EC21FCAF7D}"/>
              </a:ext>
            </a:extLst>
          </p:cNvPr>
          <p:cNvSpPr>
            <a:spLocks noGrp="1"/>
          </p:cNvSpPr>
          <p:nvPr/>
        </p:nvSpPr>
        <p:spPr>
          <a:xfrm>
            <a:off x="819149" y="2905125"/>
            <a:ext cx="5429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050" b="0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450" dirty="0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识别文化记忆、空间载体与游客体验之间的错位关系</a:t>
            </a:r>
            <a:endParaRPr sz="1450" dirty="0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FEF8AC9-03FB-46BB-806A-34D76CB2ED26}"/>
              </a:ext>
            </a:extLst>
          </p:cNvPr>
          <p:cNvSpPr>
            <a:spLocks noGrp="1"/>
          </p:cNvSpPr>
          <p:nvPr/>
        </p:nvSpPr>
        <p:spPr>
          <a:xfrm>
            <a:off x="819149" y="36385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dirty="0" err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答辩人：孟帅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45F7DC4-EC9F-4904-AD84-C427C5929FCD}"/>
              </a:ext>
            </a:extLst>
          </p:cNvPr>
          <p:cNvSpPr>
            <a:spLocks noGrp="1"/>
          </p:cNvSpPr>
          <p:nvPr/>
        </p:nvSpPr>
        <p:spPr>
          <a:xfrm>
            <a:off x="819149" y="4281488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dirty="0" err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专业：风景园林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47C7EC0-4C82-436D-9204-948D8793847F}"/>
              </a:ext>
            </a:extLst>
          </p:cNvPr>
          <p:cNvSpPr>
            <a:spLocks noGrp="1"/>
          </p:cNvSpPr>
          <p:nvPr/>
        </p:nvSpPr>
        <p:spPr>
          <a:xfrm>
            <a:off x="819149" y="4602957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dirty="0" err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指导教师：邬东璠</a:t>
            </a:r>
            <a:r>
              <a:rPr sz="135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sz="1350" dirty="0" err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副教授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7854CB5-7D29-4D6A-86E8-10E90CF8F8CC}"/>
              </a:ext>
            </a:extLst>
          </p:cNvPr>
          <p:cNvSpPr>
            <a:spLocks noGrp="1"/>
          </p:cNvSpPr>
          <p:nvPr/>
        </p:nvSpPr>
        <p:spPr>
          <a:xfrm>
            <a:off x="819149" y="4924425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日期：</a:t>
            </a:r>
            <a:r>
              <a:rPr sz="135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2026 年 6 月</a:t>
            </a:r>
            <a:r>
              <a:rPr lang="en-US" sz="135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4 </a:t>
            </a:r>
            <a:r>
              <a:rPr lang="zh-CN" altLang="en-US" sz="135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B0C8B33-5A70-4607-9D22-A5E3AC736C09}"/>
              </a:ext>
            </a:extLst>
          </p:cNvPr>
          <p:cNvSpPr>
            <a:spLocks noGrp="1"/>
          </p:cNvSpPr>
          <p:nvPr/>
        </p:nvSpPr>
        <p:spPr>
          <a:xfrm>
            <a:off x="552450" y="6229350"/>
            <a:ext cx="2190750" cy="7620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AC35AC4-BDC8-44AE-9178-E69DFBA97134}"/>
              </a:ext>
            </a:extLst>
          </p:cNvPr>
          <p:cNvSpPr>
            <a:spLocks noGrp="1"/>
          </p:cNvSpPr>
          <p:nvPr/>
        </p:nvSpPr>
        <p:spPr>
          <a:xfrm>
            <a:off x="7296150" y="4705350"/>
            <a:ext cx="3905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8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NANHAI / MAP DATA / CULTURE-TOURISM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B24FA41-C646-5604-D6E2-C7AA241DE1AB}"/>
              </a:ext>
            </a:extLst>
          </p:cNvPr>
          <p:cNvSpPr>
            <a:spLocks noGrp="1"/>
          </p:cNvSpPr>
          <p:nvPr/>
        </p:nvSpPr>
        <p:spPr>
          <a:xfrm>
            <a:off x="819149" y="3960019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学号</a:t>
            </a:r>
            <a:r>
              <a:rPr sz="135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sz="135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2021010910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46275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43</Words>
  <Application>Microsoft Office PowerPoint</Application>
  <DocSecurity>0</DocSecurity>
  <PresentationFormat>宽屏</PresentationFormat>
  <Paragraphs>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40</cp:revision>
  <dcterms:created xsi:type="dcterms:W3CDTF">2026-06-02T06:15:18Z</dcterms:created>
  <dcterms:modified xsi:type="dcterms:W3CDTF">2026-06-03T04:05:51Z</dcterms:modified>
</cp:coreProperties>
</file>