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2159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247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476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997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3086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314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835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924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4152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673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762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991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511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600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829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2026-06-03T04:05:53Z</dcterms:modified>
</cp:coreProperties>
</file>