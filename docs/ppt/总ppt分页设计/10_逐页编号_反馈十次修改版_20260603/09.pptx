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4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409566C8-5949-4632-9965-FE38006633A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8EED79F-680A-4D3E-8DED-EC4BFA40582B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9CD9B71-2741-4848-8C5B-4B66E53149FB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09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FFC6DA7F-F51C-4316-A14D-EF4FDB8D0571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5.1 节、图 5.1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6AB6E46-A02C-4F1E-BB84-9D2DA1880482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468A9FE-ABAA-46C4-8E11-A09F807E3EA7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sz="24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 </a:t>
            </a:r>
            <a:r>
              <a:rPr lang="zh-CN" altLang="en-US" sz="24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强，文化入口薄</a:t>
            </a:r>
            <a:endParaRPr sz="245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08834F-FA97-47CA-A321-0F5ACC3DFDCE}"/>
              </a:ext>
            </a:extLst>
          </p:cNvPr>
          <p:cNvSpPr>
            <a:spLocks noGrp="1"/>
          </p:cNvSpPr>
          <p:nvPr/>
        </p:nvSpPr>
        <p:spPr>
          <a:xfrm>
            <a:off x="3505200" y="2114550"/>
            <a:ext cx="7239000" cy="339090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C5F716AE-EFBA-4CD0-97DC-9236CE04BC45}"/>
              </a:ext>
            </a:extLst>
          </p:cNvPr>
          <p:cNvSpPr>
            <a:spLocks noGrp="1"/>
          </p:cNvSpPr>
          <p:nvPr/>
        </p:nvSpPr>
        <p:spPr>
          <a:xfrm>
            <a:off x="3429000" y="2038350"/>
            <a:ext cx="7239000" cy="33909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4356942" y="2171700"/>
            <a:ext cx="5383116" cy="2990850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374DB6B3-3318-40A8-9A0E-3D6D58E9ED0D}"/>
              </a:ext>
            </a:extLst>
          </p:cNvPr>
          <p:cNvSpPr>
            <a:spLocks noGrp="1"/>
          </p:cNvSpPr>
          <p:nvPr/>
        </p:nvSpPr>
        <p:spPr>
          <a:xfrm>
            <a:off x="3562350" y="2171700"/>
            <a:ext cx="6972300" cy="2990850"/>
          </a:xfrm>
          <a:prstGeom prst="round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DE05708F-9117-41BC-A7E3-9F3E04750ADA}"/>
              </a:ext>
            </a:extLst>
          </p:cNvPr>
          <p:cNvSpPr>
            <a:spLocks noGrp="1"/>
          </p:cNvSpPr>
          <p:nvPr/>
        </p:nvSpPr>
        <p:spPr>
          <a:xfrm>
            <a:off x="742950" y="2038350"/>
            <a:ext cx="21907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70.8%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1AFAF73-4A8B-439E-9C95-FBBE276C48A2}"/>
              </a:ext>
            </a:extLst>
          </p:cNvPr>
          <p:cNvSpPr>
            <a:spLocks noGrp="1"/>
          </p:cNvSpPr>
          <p:nvPr/>
        </p:nvSpPr>
        <p:spPr>
          <a:xfrm>
            <a:off x="742950" y="240030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C0143B26-83C4-4865-B75F-98941F38CE77}"/>
              </a:ext>
            </a:extLst>
          </p:cNvPr>
          <p:cNvSpPr>
            <a:spLocks noGrp="1"/>
          </p:cNvSpPr>
          <p:nvPr/>
        </p:nvSpPr>
        <p:spPr>
          <a:xfrm>
            <a:off x="742950" y="2476500"/>
            <a:ext cx="21907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公园绿地 + 自然景观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7F8472AA-CCF4-42DB-AF84-1EAD709BC351}"/>
              </a:ext>
            </a:extLst>
          </p:cNvPr>
          <p:cNvSpPr>
            <a:spLocks noGrp="1"/>
          </p:cNvSpPr>
          <p:nvPr/>
        </p:nvSpPr>
        <p:spPr>
          <a:xfrm>
            <a:off x="742950" y="2819400"/>
            <a:ext cx="21907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3.8%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C430E1B-83B7-47A6-A91B-5CF3F8F06A69}"/>
              </a:ext>
            </a:extLst>
          </p:cNvPr>
          <p:cNvSpPr>
            <a:spLocks noGrp="1"/>
          </p:cNvSpPr>
          <p:nvPr/>
        </p:nvSpPr>
        <p:spPr>
          <a:xfrm>
            <a:off x="742950" y="318135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DE8E670C-7621-469D-A525-B351F1A8EC50}"/>
              </a:ext>
            </a:extLst>
          </p:cNvPr>
          <p:cNvSpPr>
            <a:spLocks noGrp="1"/>
          </p:cNvSpPr>
          <p:nvPr/>
        </p:nvSpPr>
        <p:spPr>
          <a:xfrm>
            <a:off x="742950" y="3257550"/>
            <a:ext cx="21907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文化体验类入口</a:t>
            </a:r>
            <a:endParaRPr sz="130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AB7C399C-1C25-468D-AF61-694759AE5374}"/>
              </a:ext>
            </a:extLst>
          </p:cNvPr>
          <p:cNvSpPr>
            <a:spLocks noGrp="1"/>
          </p:cNvSpPr>
          <p:nvPr/>
        </p:nvSpPr>
        <p:spPr>
          <a:xfrm>
            <a:off x="742950" y="3600450"/>
            <a:ext cx="21907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82.1%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50F6341-5ED3-44CA-8233-C49B6D7CE5E2}"/>
              </a:ext>
            </a:extLst>
          </p:cNvPr>
          <p:cNvSpPr>
            <a:spLocks noGrp="1"/>
          </p:cNvSpPr>
          <p:nvPr/>
        </p:nvSpPr>
        <p:spPr>
          <a:xfrm>
            <a:off x="742950" y="396240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094A3799-443D-4515-B099-7282EB78CAB6}"/>
              </a:ext>
            </a:extLst>
          </p:cNvPr>
          <p:cNvSpPr>
            <a:spLocks noGrp="1"/>
          </p:cNvSpPr>
          <p:nvPr/>
        </p:nvSpPr>
        <p:spPr>
          <a:xfrm>
            <a:off x="742950" y="4038600"/>
            <a:ext cx="21907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四镇街 </a:t>
            </a:r>
            <a:r>
              <a:rPr lang="en-US" sz="13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 </a:t>
            </a:r>
            <a:r>
              <a:rPr lang="zh-CN" altLang="en-US" sz="13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合计占比</a:t>
            </a:r>
            <a:endParaRPr sz="130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132D1C45-B2D7-472F-94F4-D690FC14E3D4}"/>
              </a:ext>
            </a:extLst>
          </p:cNvPr>
          <p:cNvSpPr>
            <a:spLocks noGrp="1"/>
          </p:cNvSpPr>
          <p:nvPr/>
        </p:nvSpPr>
        <p:spPr>
          <a:xfrm>
            <a:off x="742950" y="5219700"/>
            <a:ext cx="2286000" cy="3619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2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九江仅 </a:t>
            </a:r>
            <a:r>
              <a:rPr lang="en-US" altLang="zh-CN" sz="12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259 </a:t>
            </a:r>
            <a:r>
              <a:rPr lang="zh-CN" altLang="en-US" sz="12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条 </a:t>
            </a:r>
            <a:r>
              <a:rPr lang="en-US" altLang="zh-CN" sz="12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/ 1.92%</a:t>
            </a:r>
            <a:r>
              <a:rPr lang="zh-CN" altLang="en-US" sz="12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，提醒不能只按总体热度判断。</a:t>
            </a:r>
            <a:endParaRPr sz="12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Slide09 Explain Box">
            <a:extLst>
              <a:ext uri="{FF2B5EF4-FFF2-40B4-BE49-F238E27FC236}">
                <a16:creationId xmlns:a16="http://schemas.microsoft.com/office/drawing/2014/main" id="{0877D6CC-BB0B-1B7F-ADD8-34BE96CD62E3}"/>
              </a:ext>
            </a:extLst>
          </p:cNvPr>
          <p:cNvSpPr/>
          <p:nvPr/>
        </p:nvSpPr>
        <p:spPr>
          <a:xfrm>
            <a:off x="3429000" y="5410200"/>
            <a:ext cx="6413500" cy="60960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Slide09 Explain Text">
            <a:extLst>
              <a:ext uri="{FF2B5EF4-FFF2-40B4-BE49-F238E27FC236}">
                <a16:creationId xmlns:a16="http://schemas.microsoft.com/office/drawing/2014/main" id="{E621680A-AC7C-9034-0005-0EE5A477D41E}"/>
              </a:ext>
            </a:extLst>
          </p:cNvPr>
          <p:cNvSpPr txBox="1"/>
          <p:nvPr/>
        </p:nvSpPr>
        <p:spPr>
          <a:xfrm>
            <a:off x="3581400" y="5537200"/>
            <a:ext cx="6108700" cy="26674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POI </a:t>
            </a:r>
            <a:r>
              <a:rPr lang="zh-CN" altLang="en-US"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数量说明旅游供给并不弱，但真正直接承载文化体验的入口比例偏低。</a:t>
            </a:r>
          </a:p>
        </p:txBody>
      </p:sp>
      <p:sp>
        <p:nvSpPr>
          <p:cNvPr id="27" name="Slide09 Explain Label">
            <a:extLst>
              <a:ext uri="{FF2B5EF4-FFF2-40B4-BE49-F238E27FC236}">
                <a16:creationId xmlns:a16="http://schemas.microsoft.com/office/drawing/2014/main" id="{59F8749F-8FF0-E840-271D-DB29D3E14DC3}"/>
              </a:ext>
            </a:extLst>
          </p:cNvPr>
          <p:cNvSpPr txBox="1"/>
          <p:nvPr/>
        </p:nvSpPr>
        <p:spPr>
          <a:xfrm>
            <a:off x="3581400" y="5283200"/>
            <a:ext cx="508000" cy="23596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2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说明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DFC35D10-3CA5-71CE-FB54-4FE6B448199E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结果诊断与空间格局</a:t>
            </a:r>
          </a:p>
        </p:txBody>
      </p:sp>
    </p:spTree>
    <p:extLst>
      <p:ext uri="{BB962C8B-B14F-4D97-AF65-F5344CB8AC3E}">
        <p14:creationId xmlns:p14="http://schemas.microsoft.com/office/powerpoint/2010/main" val="117341334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80</Words>
  <Application>Microsoft Office PowerPoint</Application>
  <DocSecurity>0</DocSecurity>
  <PresentationFormat>宽屏</PresentationFormat>
  <Paragraphs>14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40</cp:revision>
  <dcterms:created xsi:type="dcterms:W3CDTF">2026-06-02T06:15:18Z</dcterms:created>
  <dcterms:modified xsi:type="dcterms:W3CDTF">2026-06-03T04:05:52Z</dcterms:modified>
</cp:coreProperties>
</file>