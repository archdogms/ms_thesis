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29375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6007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7277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4737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223</Words>
  <Application>Microsoft Office PowerPoint</Application>
  <DocSecurity>0</DocSecurity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2026-06-03T04:05:51Z</dcterms:modified>
</cp:coreProperties>
</file>