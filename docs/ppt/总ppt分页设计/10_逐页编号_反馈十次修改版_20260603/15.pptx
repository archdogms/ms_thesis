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与 MI 相关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相关性只说明关系方向，不解释机制本身。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2026-06-03T04:05:54Z</dcterms:modified>
</cp:coreProperties>
</file>