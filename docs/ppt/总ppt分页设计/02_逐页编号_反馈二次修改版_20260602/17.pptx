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6C902C-21A1-4A1D-B466-AF764B592D88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125E482-C6EF-445F-97CB-1D56B13FA549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核心判断：规划建议按错位类型分流，沉睡潜力补条件，空心景点补叙事，核心耦合做深化。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讲述时强调：分析结果最终要转成空间组织、游线设计、解说系统和内容运营。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研究结果最终要转成风景园林的空间组织、游线设计和内容运营语言。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95</Words>
  <Application>Microsoft Office PowerPoint</Application>
  <DocSecurity>0</DocSecurity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2026-06-02T12:51:50Z</dcterms:modified>
</cp:coreProperties>
</file>