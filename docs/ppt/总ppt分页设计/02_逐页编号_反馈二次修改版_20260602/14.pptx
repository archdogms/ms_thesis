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94A435-7E09-4D65-9098-A9FE49387C0E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7EDFDA-9B61-4BFC-9335-CF665AF7C45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核心判断：九江低热度不能简单等同于低潜力，它同时存在真实转化不足和数据口径低估。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讲述时强调：龙舟、美食、节庆等地方体验需要现场与平台口径补充，不能只看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九江专题识别图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2026-06-02T12:51:49Z</dcterms:modified>
</cp:coreProperties>
</file>