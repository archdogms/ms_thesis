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2080000"/>
            <a:ext cx="6920000" cy="324000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9339F3-76BA-4134-A7E1-0896A70C139A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3.2 节、图 3.1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719DF1-9297-46F7-8A4F-6A43AC58033B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核心判断：文化侧与旅游侧只有进入同一空间底图，后续指数才具备可比性。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讲述时强调：典籍、名录、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和评论先清洗匹配，再通过载体锚点与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网格统一口径。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7048500" cy="35242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70485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6781800" cy="3124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3721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2860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3622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标准化典籍语料，约900万字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70510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13,512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30670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31432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 POI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4861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16,391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8481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9243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平台评论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26720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 / 165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6291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7053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非遗项目 / 核心文化载体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50482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4,662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4102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4864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500 m 分析网格</a:t>
            </a:r>
          </a:p>
        </p:txBody>
      </p:sp>
      <p:sp>
        <p:nvSpPr>
          <p:cNvPr id="40" name="NativeFlow Data Top 3"/>
          <p:cNvSpPr/>
          <p:nvPr/>
        </p:nvSpPr>
        <p:spPr>
          <a:xfrm>
            <a:off x="5150000" y="3020000"/>
            <a:ext cx="1030000" cy="620000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文化载体锚点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90非遗 / 165核心载体</a:t>
            </a: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409151"/>
            <a:ext cx="1420000" cy="501698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载体—POI匹配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3274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6609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6449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与评论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POI / 16,391评论</a:t>
            </a: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数据清洗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OCR校对、去重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坐标与名称统一</a:t>
            </a: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成果输出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错位分类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专题图与建议</a:t>
            </a: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6609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指数与空间分析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</a:t>
            </a:r>
          </a:p>
        </p:txBody>
      </p:sp>
      <p:sp>
        <p:nvSpPr>
          <p:cNvPr id="34" name="NativeFlow Data Top 0"/>
          <p:cNvSpPr/>
          <p:nvPr/>
        </p:nvSpPr>
        <p:spPr>
          <a:xfrm>
            <a:off x="1280000" y="31438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典籍资料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53份 / 约900万字</a:t>
            </a:r>
          </a:p>
        </p:txBody>
      </p:sp>
      <p:sp>
        <p:nvSpPr>
          <p:cNvPr id="36" name="NativeFlow Data Top 1"/>
          <p:cNvSpPr/>
          <p:nvPr/>
        </p:nvSpPr>
        <p:spPr>
          <a:xfrm>
            <a:off x="2570000" y="3020000"/>
            <a:ext cx="1030000" cy="620000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文化实体关系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8,048实体 / 19,382关系</a:t>
            </a: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3274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339195"/>
            <a:ext cx="6200000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zh-CN" altLang="en-US" sz="11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流程：来源 → 清洗 → 匹配 → 网格 → 指数</a:t>
            </a:r>
            <a:endParaRPr lang="zh-CN" sz="11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197</Words>
  <Application>Microsoft Office PowerPoint</Application>
  <DocSecurity>0</DocSecurity>
  <PresentationFormat>宽屏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2026-06-02T12:51:47Z</dcterms:modified>
</cp:coreProperties>
</file>