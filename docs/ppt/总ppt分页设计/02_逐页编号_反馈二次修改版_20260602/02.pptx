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 dirty="0" err="1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终版论文第 1、3、5、6、7 章</a:t>
            </a:r>
            <a:r>
              <a:rPr sz="638" b="0" dirty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60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目录</a:t>
            </a:r>
            <a:endParaRPr lang="en-US" altLang="zh-CN" sz="60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dirty="0" err="1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从开题/中期的双谱系问题出发，沿数据处理、结果诊断和规划转译逐步展开。</a:t>
            </a:r>
            <a:r>
              <a:rPr sz="1050" b="0" dirty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88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8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CONTENT</a:t>
            </a:r>
            <a:endParaRPr lang="zh-CN" altLang="en-US" sz="48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第二部分：数据基础与处理方法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第三部分：结果诊断与空间格局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第四部分：规划转译与结论边界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2026-06-02T12:51:47Z</dcterms:modified>
</cp:coreProperties>
</file>