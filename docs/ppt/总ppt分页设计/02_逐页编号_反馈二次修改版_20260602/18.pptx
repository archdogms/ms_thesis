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A99F6B-2BD4-443C-8E2E-331D2B0F4561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81B1B6-084F-4FD0-A8F0-63BD27EC3E5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核心判断：本研究的贡献是识别优先深化的文旅融合潜力，边界在数据口径、权重设定和语义深度。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讲述时强调：结论不是成熟度评价终点，而是后续现场校准和规划行动的起点。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主要贡献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文化记忆能否通过空间载体进入游客体验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2026-06-02T12:51:50Z</dcterms:modified>
</cp:coreProperties>
</file>