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4956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409151"/>
            <a:ext cx="1420000" cy="501698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25280"/>
            <a:ext cx="6200000" cy="289441"/>
          </a:xfrm>
          <a:prstGeom prst="round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7531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880100"/>
            <a:ext cx="6489700" cy="2585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与评论提供旅游侧，二者通过载体锚点和 </a:t>
            </a:r>
            <a:r>
              <a:rPr lang="en-US" altLang="zh-CN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626100"/>
            <a:ext cx="508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196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2026-06-02T16:10:26Z</dcterms:modified>
</cp:coreProperties>
</file>