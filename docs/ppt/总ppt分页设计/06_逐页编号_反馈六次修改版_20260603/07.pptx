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2108200"/>
            <a:ext cx="4749800" cy="406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80" y="2197100"/>
            <a:ext cx="4377239" cy="373380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066800" y="5969000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227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总图展示的是关系网络结果，右侧数字说明抽取与合并规模。</a:t>
            </a:r>
          </a:p>
        </p:txBody>
      </p:sp>
      <p:sp>
        <p:nvSpPr>
          <p:cNvPr id="10" name="Slide07 Explain Box">
            <a:extLst>
              <a:ext uri="{FF2B5EF4-FFF2-40B4-BE49-F238E27FC236}">
                <a16:creationId xmlns:a16="http://schemas.microsoft.com/office/drawing/2014/main" id="{0370714B-3494-ED66-DE33-3BE8A2C4AB02}"/>
              </a:ext>
            </a:extLst>
          </p:cNvPr>
          <p:cNvSpPr/>
          <p:nvPr/>
        </p:nvSpPr>
        <p:spPr>
          <a:xfrm>
            <a:off x="5969000" y="4800600"/>
            <a:ext cx="2260600" cy="812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07 Explain Text">
            <a:extLst>
              <a:ext uri="{FF2B5EF4-FFF2-40B4-BE49-F238E27FC236}">
                <a16:creationId xmlns:a16="http://schemas.microsoft.com/office/drawing/2014/main" id="{EACC2658-D839-42BD-17B8-56CA27E95000}"/>
              </a:ext>
            </a:extLst>
          </p:cNvPr>
          <p:cNvSpPr txBox="1"/>
          <p:nvPr/>
        </p:nvSpPr>
        <p:spPr>
          <a:xfrm>
            <a:off x="6121400" y="4927600"/>
            <a:ext cx="1955800" cy="5170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知识图谱不是单独炫技，而是把典籍中的人物、地点、技艺和事件转成可追溯的关系网络；这些关系后续进入文化记忆指数和空间匹配。</a:t>
            </a:r>
          </a:p>
        </p:txBody>
      </p:sp>
      <p:sp>
        <p:nvSpPr>
          <p:cNvPr id="12" name="Slide07 Explain Label">
            <a:extLst>
              <a:ext uri="{FF2B5EF4-FFF2-40B4-BE49-F238E27FC236}">
                <a16:creationId xmlns:a16="http://schemas.microsoft.com/office/drawing/2014/main" id="{B03DD512-DEDB-F793-43BC-3C3E64878BF8}"/>
              </a:ext>
            </a:extLst>
          </p:cNvPr>
          <p:cNvSpPr txBox="1"/>
          <p:nvPr/>
        </p:nvSpPr>
        <p:spPr>
          <a:xfrm>
            <a:off x="6121400" y="4673600"/>
            <a:ext cx="508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113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2026-06-02T16:10:26Z</dcterms:modified>
</cp:coreProperties>
</file>