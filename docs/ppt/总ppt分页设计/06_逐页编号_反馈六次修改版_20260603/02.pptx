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 dirty="0" err="1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终版论文第 1、3、5、6、7 章</a:t>
            </a:r>
            <a:r>
              <a:rPr sz="638" b="0" dirty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60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  <a:endParaRPr lang="en-US" altLang="zh-CN" sz="60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 dirty="0" err="1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从开题/中期的双谱系问题出发，沿数据处理、结果诊断和规划转译逐步展开。</a:t>
            </a:r>
            <a:r>
              <a:rPr sz="1050" b="0" dirty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研究回顾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 b="1" dirty="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核心判断：不是证明南海「有文化」，而是判断文化资源如何被旅游空间看见、承接和转化。</a:t>
            </a:r>
            <a:endParaRPr sz="880" b="1" dirty="0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800" b="1" dirty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CONTENT</a:t>
            </a:r>
            <a:endParaRPr lang="zh-CN" altLang="en-US" sz="4800" b="1" dirty="0">
              <a:solidFill>
                <a:srgbClr val="FFFFFF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en-US" sz="2400" b="1" dirty="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en-US" sz="2400" b="1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en-US" sz="2400" b="1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en-US" sz="2400" b="1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400" b="1" dirty="0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400" b="1" dirty="0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94</Words>
  <Application>Microsoft Office PowerPoint</Application>
  <DocSecurity>0</DocSecurity>
  <PresentationFormat>宽屏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 UI</vt:lpstr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2026-06-02T16:10:25Z</dcterms:modified>
</cp:coreProperties>
</file>