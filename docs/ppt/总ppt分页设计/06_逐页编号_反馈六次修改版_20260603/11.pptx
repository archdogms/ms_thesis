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4B10643-84F3-411D-8FFA-FA3D3E65CF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50F862-8659-4E72-9998-1642FD7E8E8D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D3ACD93-4B17-4A99-B089-868571D8BDA7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A189F5-547D-4CAF-92AA-822AD510112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11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26E2115-A7FB-49D5-AF36-E5C7E799518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6.2 节、图 6.2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E71711-8ABA-47F2-866D-89AD00F4E7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BD4C80-5637-4AA8-8BC3-C60C25816EC4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空间格局：东旅西文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5080D27-1208-4B98-9433-03A8C5BD12E6}"/>
              </a:ext>
            </a:extLst>
          </p:cNvPr>
          <p:cNvSpPr>
            <a:spLocks noGrp="1"/>
          </p:cNvSpPr>
          <p:nvPr/>
        </p:nvSpPr>
        <p:spPr>
          <a:xfrm>
            <a:off x="914400" y="2114550"/>
            <a:ext cx="7334250" cy="36004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5C5029E-4CA0-4A0C-8A68-A60990C4788F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7334250" cy="36004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615557" y="2171700"/>
            <a:ext cx="5779535" cy="32004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B24B0B6-8691-4E00-9091-A833F62386A9}"/>
              </a:ext>
            </a:extLst>
          </p:cNvPr>
          <p:cNvSpPr>
            <a:spLocks noGrp="1"/>
          </p:cNvSpPr>
          <p:nvPr/>
        </p:nvSpPr>
        <p:spPr>
          <a:xfrm>
            <a:off x="971550" y="2171700"/>
            <a:ext cx="7067550" cy="32004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947B7F-C4E1-404A-B9F6-ABA99B9E49C4}"/>
              </a:ext>
            </a:extLst>
          </p:cNvPr>
          <p:cNvSpPr>
            <a:spLocks noGrp="1"/>
          </p:cNvSpPr>
          <p:nvPr/>
        </p:nvSpPr>
        <p:spPr>
          <a:xfrm>
            <a:off x="990600" y="5410200"/>
            <a:ext cx="7029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核密度对照图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7B271C5-B16E-4374-B279-CA27EF353B01}"/>
              </a:ext>
            </a:extLst>
          </p:cNvPr>
          <p:cNvSpPr>
            <a:spLocks noGrp="1"/>
          </p:cNvSpPr>
          <p:nvPr/>
        </p:nvSpPr>
        <p:spPr>
          <a:xfrm>
            <a:off x="8591550" y="24860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951C7A6-5007-4419-8456-7891D590EBC7}"/>
              </a:ext>
            </a:extLst>
          </p:cNvPr>
          <p:cNvSpPr>
            <a:spLocks noGrp="1"/>
          </p:cNvSpPr>
          <p:nvPr/>
        </p:nvSpPr>
        <p:spPr>
          <a:xfrm>
            <a:off x="8743950" y="2419350"/>
            <a:ext cx="22288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东部：旅游供给与日常消费更强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ACB3089-5FF7-4F31-9C56-4D4BD8B3670F}"/>
              </a:ext>
            </a:extLst>
          </p:cNvPr>
          <p:cNvSpPr>
            <a:spLocks noGrp="1"/>
          </p:cNvSpPr>
          <p:nvPr/>
        </p:nvSpPr>
        <p:spPr>
          <a:xfrm>
            <a:off x="8591550" y="330517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9CA5F73-A4D5-419D-AE33-5CA893CFBDB4}"/>
              </a:ext>
            </a:extLst>
          </p:cNvPr>
          <p:cNvSpPr>
            <a:spLocks noGrp="1"/>
          </p:cNvSpPr>
          <p:nvPr/>
        </p:nvSpPr>
        <p:spPr>
          <a:xfrm>
            <a:off x="8743950" y="3238500"/>
            <a:ext cx="22288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西南：文化资源与历史线索更厚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98686FD-130E-44C0-84FD-E2B193462C41}"/>
              </a:ext>
            </a:extLst>
          </p:cNvPr>
          <p:cNvSpPr>
            <a:spLocks noGrp="1"/>
          </p:cNvSpPr>
          <p:nvPr/>
        </p:nvSpPr>
        <p:spPr>
          <a:xfrm>
            <a:off x="8591550" y="41243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C3474EC-39ED-4025-A263-65CBAD0C7C82}"/>
              </a:ext>
            </a:extLst>
          </p:cNvPr>
          <p:cNvSpPr>
            <a:spLocks noGrp="1"/>
          </p:cNvSpPr>
          <p:nvPr/>
        </p:nvSpPr>
        <p:spPr>
          <a:xfrm>
            <a:off x="8743950" y="4057650"/>
            <a:ext cx="22288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关键不是资源多少，而是空间衔接</a:t>
            </a:r>
          </a:p>
        </p:txBody>
      </p:sp>
    </p:spTree>
    <p:extLst>
      <p:ext uri="{BB962C8B-B14F-4D97-AF65-F5344CB8AC3E}">
        <p14:creationId xmlns:p14="http://schemas.microsoft.com/office/powerpoint/2010/main" val="1634521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33</Words>
  <Application>Microsoft Office PowerPoint</Application>
  <DocSecurity>0</DocSecurity>
  <PresentationFormat>宽屏</PresentationFormat>
  <Paragraphs>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26</cp:revision>
  <dcterms:created xsi:type="dcterms:W3CDTF">2026-06-02T06:15:18Z</dcterms:created>
  <dcterms:modified xsi:type="dcterms:W3CDTF">2026-06-02T16:10:27Z</dcterms:modified>
</cp:coreProperties>
</file>