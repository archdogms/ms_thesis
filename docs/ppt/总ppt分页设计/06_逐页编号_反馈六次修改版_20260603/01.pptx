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 dirty="0" err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6000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 dirty="0" err="1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600" b="1" dirty="0">
              <a:solidFill>
                <a:srgbClr val="2422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50" dirty="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150" dirty="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dirty="0" err="1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答辩人：孟帅</a:t>
            </a:r>
            <a:endParaRPr sz="1200" b="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dirty="0" err="1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专业：风景园林</a:t>
            </a:r>
            <a:endParaRPr sz="120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dirty="0" err="1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指导教师：邬东璠</a:t>
            </a:r>
            <a:r>
              <a:rPr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dirty="0" err="1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副教授</a:t>
            </a:r>
            <a:endParaRPr sz="120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6 月</a:t>
            </a:r>
            <a:r>
              <a:rPr 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</a:t>
            </a:r>
            <a:r>
              <a:rPr lang="zh-CN" alt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sz="120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NANHAI / MAP DATA / CULTURE-TOURISM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2021010910</a:t>
            </a:r>
            <a:endParaRPr sz="120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2026-06-02T16:10:25Z</dcterms:modified>
</cp:coreProperties>
</file>