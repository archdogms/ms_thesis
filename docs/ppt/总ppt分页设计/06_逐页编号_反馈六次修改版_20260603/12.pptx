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AD5E81-9788-49B0-9E51-2D08FBE43DCC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21717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 POI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里水 POI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 占比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50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2026-06-02T16:10:27Z</dcterms:modified>
</cp:coreProperties>
</file>