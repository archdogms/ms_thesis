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用图表把 </a:t>
            </a:r>
            <a:r>
              <a:rPr lang="en-US" altLang="zh-CN" sz="90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0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92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92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92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92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85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85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2246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文化基础较强，但旅游转化不足；优先补可达、展示和停留条件。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2246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旅游热度较高，但本土叙事不足；优先补解说、活动和地方故事。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2246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双高节点适合作为线路组织与体验深化的优先样本。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2246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作为过渡样本，用于检验现有承接关系是否稳定。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图表读法：数量越大，说明该类型在 </a:t>
            </a:r>
            <a:r>
              <a:rPr lang="en-US" altLang="zh-CN" sz="8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8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条载体中越常见；后续建议围绕“沉睡”和“空心”两类错位展开。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204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2026-06-02T16:10:27Z</dcterms:modified>
</cp:coreProperties>
</file>