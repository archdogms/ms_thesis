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21336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336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3368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典籍提及频次、图谱中心性，回答文化记忆厚不厚。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336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3368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文物、非遗、历史文化资源等制度性认定。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8862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8862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、评分与评论量，回答现实到访热不热。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8862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8862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比较旅游热度与文化侧基础，识别相对错位。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1590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2606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7531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6121400"/>
            <a:ext cx="58674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横轴为文化厚度 </a:t>
            </a:r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，纵轴为旅游热度 </a:t>
            </a:r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；红点提示沉睡潜力，蓝点提示空心景点，黄色星标提示核心耦合网格。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2070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334000"/>
            <a:ext cx="3810000" cy="2585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读图时先看坐标轴：横轴越右代表文化厚度越高，纵轴越上代表旅游热度越高。红点和蓝点分别对应两类主要错位，黄色星标用于提示核心耦合网格。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5080000"/>
            <a:ext cx="508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204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2026-06-02T16:10:26Z</dcterms:modified>
</cp:coreProperties>
</file>