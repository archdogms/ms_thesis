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10" name="Slide06 Explain Box">
            <a:extLst>
              <a:ext uri="{FF2B5EF4-FFF2-40B4-BE49-F238E27FC236}">
                <a16:creationId xmlns:a16="http://schemas.microsoft.com/office/drawing/2014/main" id="{6B261580-B41D-3C6C-9539-BFD7AD92DB15}"/>
              </a:ext>
            </a:extLst>
          </p:cNvPr>
          <p:cNvSpPr/>
          <p:nvPr/>
        </p:nvSpPr>
        <p:spPr>
          <a:xfrm>
            <a:off x="965200" y="5054600"/>
            <a:ext cx="41148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Explain Text">
            <a:extLst>
              <a:ext uri="{FF2B5EF4-FFF2-40B4-BE49-F238E27FC236}">
                <a16:creationId xmlns:a16="http://schemas.microsoft.com/office/drawing/2014/main" id="{1D5EBF2D-FC21-76FF-D114-963B57CB89A7}"/>
              </a:ext>
            </a:extLst>
          </p:cNvPr>
          <p:cNvSpPr txBox="1"/>
          <p:nvPr/>
        </p:nvSpPr>
        <p:spPr>
          <a:xfrm>
            <a:off x="1117600" y="5181600"/>
            <a:ext cx="3810000" cy="4452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5" name="Slide06 Explain Label">
            <a:extLst>
              <a:ext uri="{FF2B5EF4-FFF2-40B4-BE49-F238E27FC236}">
                <a16:creationId xmlns:a16="http://schemas.microsoft.com/office/drawing/2014/main" id="{C63B0EF8-3101-D4DC-8DC3-1E3122515136}"/>
              </a:ext>
            </a:extLst>
          </p:cNvPr>
          <p:cNvSpPr txBox="1"/>
          <p:nvPr/>
        </p:nvSpPr>
        <p:spPr>
          <a:xfrm>
            <a:off x="1117600" y="4927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CMI / OAI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162</Words>
  <Application>Microsoft Office PowerPoint</Application>
  <DocSecurity>0</DocSecurity>
  <PresentationFormat>宽屏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2026-06-03T04:38:25Z</dcterms:modified>
</cp:coreProperties>
</file>