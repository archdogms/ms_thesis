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C33FB5-E3D5-4A75-90DF-43D4EA93E7D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6.6.1 节、图 6.4、图 6.9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相关与稳健限定边界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noGrp="1"/>
          </p:cNvSpPr>
          <p:nvPr/>
        </p:nvSpPr>
        <p:spPr>
          <a:xfrm>
            <a:off x="800100" y="19431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" y="2063202"/>
            <a:ext cx="4543425" cy="2331545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noGrp="1"/>
          </p:cNvSpPr>
          <p:nvPr/>
        </p:nvSpPr>
        <p:spPr>
          <a:xfrm>
            <a:off x="876300" y="44958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权重敏感性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noGrp="1"/>
          </p:cNvSpPr>
          <p:nvPr/>
        </p:nvSpPr>
        <p:spPr>
          <a:xfrm>
            <a:off x="6076950" y="19431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noGrp="1"/>
          </p:cNvSpPr>
          <p:nvPr/>
        </p:nvSpPr>
        <p:spPr>
          <a:xfrm>
            <a:off x="6000750" y="18669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5167" y="2000250"/>
            <a:ext cx="2941292" cy="245745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noGrp="1"/>
          </p:cNvSpPr>
          <p:nvPr/>
        </p:nvSpPr>
        <p:spPr>
          <a:xfrm>
            <a:off x="6134100" y="20002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noGrp="1"/>
          </p:cNvSpPr>
          <p:nvPr/>
        </p:nvSpPr>
        <p:spPr>
          <a:xfrm>
            <a:off x="6153150" y="44958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相关矩阵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noGrp="1"/>
          </p:cNvSpPr>
          <p:nvPr/>
        </p:nvSpPr>
        <p:spPr>
          <a:xfrm>
            <a:off x="238125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≥89.7%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noGrp="1"/>
          </p:cNvSpPr>
          <p:nvPr/>
        </p:nvSpPr>
        <p:spPr>
          <a:xfrm>
            <a:off x="238125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noGrp="1"/>
          </p:cNvSpPr>
          <p:nvPr/>
        </p:nvSpPr>
        <p:spPr>
          <a:xfrm>
            <a:off x="238125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替代口径分类一致比例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noGrp="1"/>
          </p:cNvSpPr>
          <p:nvPr/>
        </p:nvSpPr>
        <p:spPr>
          <a:xfrm>
            <a:off x="514350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-0.495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noGrp="1"/>
          </p:cNvSpPr>
          <p:nvPr/>
        </p:nvSpPr>
        <p:spPr>
          <a:xfrm>
            <a:off x="514350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noGrp="1"/>
          </p:cNvSpPr>
          <p:nvPr/>
        </p:nvSpPr>
        <p:spPr>
          <a:xfrm>
            <a:off x="514350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 与 MI 相关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noGrp="1"/>
          </p:cNvSpPr>
          <p:nvPr/>
        </p:nvSpPr>
        <p:spPr>
          <a:xfrm>
            <a:off x="790575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-0.440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noGrp="1"/>
          </p:cNvSpPr>
          <p:nvPr/>
        </p:nvSpPr>
        <p:spPr>
          <a:xfrm>
            <a:off x="790575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noGrp="1"/>
          </p:cNvSpPr>
          <p:nvPr/>
        </p:nvSpPr>
        <p:spPr>
          <a:xfrm>
            <a:off x="790575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 与 MI 相关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noGrp="1"/>
          </p:cNvSpPr>
          <p:nvPr/>
        </p:nvSpPr>
        <p:spPr>
          <a:xfrm>
            <a:off x="4419600" y="592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相关性只说明关系方向，不解释机制本身。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92FDE2-7D6F-B1B9-EF82-CDC289CA7FD0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03860912-27CB-8A7A-15F4-A91FE0B2A1C2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敏感性检验显示主要分类稳定。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相关矩阵只说明关系方向，不解释因果。</a:t>
            </a: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66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43</cp:revision>
  <dcterms:created xsi:type="dcterms:W3CDTF">2026-06-02T06:15:18Z</dcterms:created>
  <dcterms:modified xsi:type="dcterms:W3CDTF">2026-06-03T04:38:27Z</dcterms:modified>
</cp:coreProperties>
</file>