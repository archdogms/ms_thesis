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POI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POI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POI 占比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80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43</cp:revision>
  <dcterms:created xsi:type="dcterms:W3CDTF">2026-06-02T06:15:18Z</dcterms:created>
  <dcterms:modified xsi:type="dcterms:W3CDTF">2026-06-03T04:38:26Z</dcterms:modified>
</cp:coreProperties>
</file>