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</a:p>
        </p:txBody>
      </p:sp>
      <p:sp>
        <p:nvSpPr>
          <p:cNvPr id="10" name="Slide08 Explain Box">
            <a:extLst>
              <a:ext uri="{FF2B5EF4-FFF2-40B4-BE49-F238E27FC236}">
                <a16:creationId xmlns:a16="http://schemas.microsoft.com/office/drawing/2014/main" id="{FC77A2B6-ACA4-0EA9-2C6F-D01BC122C37A}"/>
              </a:ext>
            </a:extLst>
          </p:cNvPr>
          <p:cNvSpPr/>
          <p:nvPr/>
        </p:nvSpPr>
        <p:spPr>
          <a:xfrm>
            <a:off x="850900" y="5435600"/>
            <a:ext cx="9461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lide08 Explain Text">
            <a:extLst>
              <a:ext uri="{FF2B5EF4-FFF2-40B4-BE49-F238E27FC236}">
                <a16:creationId xmlns:a16="http://schemas.microsoft.com/office/drawing/2014/main" id="{CF890B3B-9959-9E33-CD27-874107485A92}"/>
              </a:ext>
            </a:extLst>
          </p:cNvPr>
          <p:cNvSpPr txBox="1"/>
          <p:nvPr/>
        </p:nvSpPr>
        <p:spPr>
          <a:xfrm>
            <a:off x="1003300" y="5562600"/>
            <a:ext cx="91567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这一页用人物总图和黄飞鸿子图说明：地方文化记忆不是孤立词条，而是由人物、地点、技艺和事件共同组成的关系网络，可以进一步转译为游线和解说内容。</a:t>
            </a:r>
          </a:p>
        </p:txBody>
      </p:sp>
      <p:sp>
        <p:nvSpPr>
          <p:cNvPr id="13" name="Slide08 Explain Label">
            <a:extLst>
              <a:ext uri="{FF2B5EF4-FFF2-40B4-BE49-F238E27FC236}">
                <a16:creationId xmlns:a16="http://schemas.microsoft.com/office/drawing/2014/main" id="{73684301-10DB-D1C1-5D83-B5CFEA633535}"/>
              </a:ext>
            </a:extLst>
          </p:cNvPr>
          <p:cNvSpPr txBox="1"/>
          <p:nvPr/>
        </p:nvSpPr>
        <p:spPr>
          <a:xfrm>
            <a:off x="1003300" y="5308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1">
            <a:extLst>
              <a:ext uri="{FF2B5EF4-FFF2-40B4-BE49-F238E27FC236}">
                <a16:creationId xmlns:a16="http://schemas.microsoft.com/office/drawing/2014/main" id="{C3E25AC6-2CE2-8136-D30D-B1A00289E5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31EF10C0-F009-E00C-36E9-672D8D5853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98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2026-06-03T04:38:25Z</dcterms:modified>
</cp:coreProperties>
</file>