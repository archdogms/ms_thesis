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19685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19685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1955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044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273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794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2882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111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632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721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3949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470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559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787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308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397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626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ACED3F01-4338-38B4-F38E-4C7D1F47E49C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条官方资源扩展记录用于补充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条核心样本。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新增候选资源提示后续空间覆盖和项目储备。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82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2026-06-03T04:38:26Z</dcterms:modified>
</cp:coreProperties>
</file>