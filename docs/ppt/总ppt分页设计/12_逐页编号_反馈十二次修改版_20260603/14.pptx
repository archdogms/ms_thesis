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19431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POI 占比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DD031D1-EF36-1A24-98E4-2E5534BB29C6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占比低，但非遗和历史村落线索集中。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低热度既有转化不足，也可能有数据口径低估。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76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2026-06-03T04:38:26Z</dcterms:modified>
</cp:coreProperties>
</file>