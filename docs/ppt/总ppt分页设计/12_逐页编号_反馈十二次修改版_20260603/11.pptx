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18859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19431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2574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1907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0765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0099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38957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38290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5480807-5DD2-DDC7-0BCE-3B6531450859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东部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与日常消费更集中。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西南文化载体与文化厚度更高，形成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53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2026-06-03T04:38:26Z</dcterms:modified>
</cp:coreProperties>
</file>