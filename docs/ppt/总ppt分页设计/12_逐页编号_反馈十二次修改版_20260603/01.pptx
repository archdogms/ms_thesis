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E6AE8E4-69C4-4881-B06C-DADDE4CB94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63207" y="400050"/>
            <a:ext cx="1533236" cy="6096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2F1931C-48D8-41E6-BE29-B5A585EC8628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6362700" cy="1924050"/>
          </a:xfrm>
          <a:prstGeom prst="rect">
            <a:avLst/>
          </a:prstGeom>
          <a:solidFill>
            <a:srgbClr val="F7F5FA">
              <a:alpha val="9098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23C85E-9710-4154-895B-7AC86AF6B556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95250" cy="19240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9FD263-D702-41FE-83B0-ABDA5673F615}"/>
              </a:ext>
            </a:extLst>
          </p:cNvPr>
          <p:cNvSpPr>
            <a:spLocks noGrp="1"/>
          </p:cNvSpPr>
          <p:nvPr/>
        </p:nvSpPr>
        <p:spPr>
          <a:xfrm>
            <a:off x="819150" y="112395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 dirty="0" err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2400" b="1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BA6D79-F634-484A-8E2F-5F27FC618E8B}"/>
              </a:ext>
            </a:extLst>
          </p:cNvPr>
          <p:cNvSpPr>
            <a:spLocks noGrp="1"/>
          </p:cNvSpPr>
          <p:nvPr/>
        </p:nvSpPr>
        <p:spPr>
          <a:xfrm>
            <a:off x="819149" y="1657350"/>
            <a:ext cx="698456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400" b="1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基于多源数据的佛山市南海区旅游景点文旅融合潜力研究</a:t>
            </a:r>
            <a:endParaRPr sz="34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E0B23-7C4D-44FC-996E-A4EC21FCAF7D}"/>
              </a:ext>
            </a:extLst>
          </p:cNvPr>
          <p:cNvSpPr>
            <a:spLocks noGrp="1"/>
          </p:cNvSpPr>
          <p:nvPr/>
        </p:nvSpPr>
        <p:spPr>
          <a:xfrm>
            <a:off x="819149" y="2905125"/>
            <a:ext cx="542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50" dirty="0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识别文化记忆、空间载体与游客体验之间的错位关系</a:t>
            </a:r>
            <a:endParaRPr sz="1450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EF8AC9-03FB-46BB-806A-34D76CB2ED26}"/>
              </a:ext>
            </a:extLst>
          </p:cNvPr>
          <p:cNvSpPr>
            <a:spLocks noGrp="1"/>
          </p:cNvSpPr>
          <p:nvPr/>
        </p:nvSpPr>
        <p:spPr>
          <a:xfrm>
            <a:off x="819149" y="3638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答辩人：孟帅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F7DC4-EC9F-4904-AD84-C427C5929FCD}"/>
              </a:ext>
            </a:extLst>
          </p:cNvPr>
          <p:cNvSpPr>
            <a:spLocks noGrp="1"/>
          </p:cNvSpPr>
          <p:nvPr/>
        </p:nvSpPr>
        <p:spPr>
          <a:xfrm>
            <a:off x="819149" y="4281488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专业：风景园林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7C7EC0-4C82-436D-9204-948D8793847F}"/>
              </a:ext>
            </a:extLst>
          </p:cNvPr>
          <p:cNvSpPr>
            <a:spLocks noGrp="1"/>
          </p:cNvSpPr>
          <p:nvPr/>
        </p:nvSpPr>
        <p:spPr>
          <a:xfrm>
            <a:off x="819149" y="4602957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指导教师：邬东璠</a:t>
            </a:r>
            <a:r>
              <a:rPr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sz="1350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副教授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54CB5-7D29-4D6A-86E8-10E90CF8F8CC}"/>
              </a:ext>
            </a:extLst>
          </p:cNvPr>
          <p:cNvSpPr>
            <a:spLocks noGrp="1"/>
          </p:cNvSpPr>
          <p:nvPr/>
        </p:nvSpPr>
        <p:spPr>
          <a:xfrm>
            <a:off x="819149" y="492442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日期：</a:t>
            </a:r>
            <a:r>
              <a:rPr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 年 6 月</a:t>
            </a:r>
            <a:r>
              <a:rPr 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4 </a:t>
            </a:r>
            <a:r>
              <a:rPr lang="zh-CN" alt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0C8B33-5A70-4607-9D22-A5E3AC736C09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2190750" cy="762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C35AC4-BDC8-44AE-9178-E69DFBA97134}"/>
              </a:ext>
            </a:extLst>
          </p:cNvPr>
          <p:cNvSpPr>
            <a:spLocks noGrp="1"/>
          </p:cNvSpPr>
          <p:nvPr/>
        </p:nvSpPr>
        <p:spPr>
          <a:xfrm>
            <a:off x="7296150" y="470535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NANHAI / MAP DATA / CULTURE-TOURISM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24FA41-C646-5604-D6E2-C7AA241DE1AB}"/>
              </a:ext>
            </a:extLst>
          </p:cNvPr>
          <p:cNvSpPr>
            <a:spLocks noGrp="1"/>
          </p:cNvSpPr>
          <p:nvPr/>
        </p:nvSpPr>
        <p:spPr>
          <a:xfrm>
            <a:off x="819149" y="3960019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学号</a:t>
            </a:r>
            <a:r>
              <a:rPr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2021010910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4627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43</Words>
  <Application>Microsoft Office PowerPoint</Application>
  <DocSecurity>0</DocSecurity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43</cp:revision>
  <dcterms:created xsi:type="dcterms:W3CDTF">2026-06-02T06:15:18Z</dcterms:created>
  <dcterms:modified xsi:type="dcterms:W3CDTF">2026-06-03T04:38:24Z</dcterms:modified>
</cp:coreProperties>
</file>