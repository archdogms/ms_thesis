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评论知识图谱复核文化识别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评论图谱回答游客实际感知到了什么，子图进一步说明文化关键词如何落到具体景点。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Round11 Slide16 CommentKG Overview">
            <a:extLst>
              <a:ext uri="{FF2B5EF4-FFF2-40B4-BE49-F238E27FC236}">
                <a16:creationId xmlns:a16="http://schemas.microsoft.com/office/drawing/2014/main" id="{DE47F360-0634-72B6-B207-A2DECBA7F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7" name="Round11 Slide16 Comment Subgraph 1">
            <a:extLst>
              <a:ext uri="{FF2B5EF4-FFF2-40B4-BE49-F238E27FC236}">
                <a16:creationId xmlns:a16="http://schemas.microsoft.com/office/drawing/2014/main" id="{FE89D26F-056C-8070-9666-4B17844C8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44" name="Round11 Slide16 Comment Subgraph 2">
            <a:extLst>
              <a:ext uri="{FF2B5EF4-FFF2-40B4-BE49-F238E27FC236}">
                <a16:creationId xmlns:a16="http://schemas.microsoft.com/office/drawing/2014/main" id="{44D7F888-77D5-4568-3A99-44883210F7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101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2026-06-03T04:38:27Z</dcterms:modified>
</cp:coreProperties>
</file>