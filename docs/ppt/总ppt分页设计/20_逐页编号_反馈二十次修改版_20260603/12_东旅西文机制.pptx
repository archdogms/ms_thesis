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12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6.2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6.2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东旅西文机制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FCFDDC-8242-14B3-B411-2598A625472D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4E53C8-1313-8C64-971F-A73A600E1AF8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东旅西文不是一句现象描述，而是文化载体分布、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供给、交通消费场景和空间转化能力叠加后的结果。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318937B-6803-8E1D-94F4-C3AADE41F160}"/>
              </a:ext>
            </a:extLst>
          </p:cNvPr>
          <p:cNvSpPr/>
          <p:nvPr/>
        </p:nvSpPr>
        <p:spPr>
          <a:xfrm>
            <a:off x="889000" y="1778000"/>
            <a:ext cx="6350000" cy="393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45E25FB-5936-BE08-8DF9-6B7CC51207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964" y="2006600"/>
            <a:ext cx="5022937" cy="32258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FCFD3209-E743-A9F4-ED54-CD80B89E4C86}"/>
              </a:ext>
            </a:extLst>
          </p:cNvPr>
          <p:cNvSpPr txBox="1"/>
          <p:nvPr/>
        </p:nvSpPr>
        <p:spPr>
          <a:xfrm>
            <a:off x="1117600" y="5334000"/>
            <a:ext cx="58928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 </a:t>
            </a:r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文化载体核密度与 </a:t>
            </a:r>
            <a:r>
              <a:rPr lang="en-US" altLang="zh-CN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 </a:t>
            </a:r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核密度对照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0B47288-AFB1-03FD-1981-B5B32DBA0EDB}"/>
              </a:ext>
            </a:extLst>
          </p:cNvPr>
          <p:cNvSpPr/>
          <p:nvPr/>
        </p:nvSpPr>
        <p:spPr>
          <a:xfrm>
            <a:off x="7747000" y="1778000"/>
            <a:ext cx="3556000" cy="39370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6E649A5-D3A5-ECA2-2D57-46F8AA55AD58}"/>
              </a:ext>
            </a:extLst>
          </p:cNvPr>
          <p:cNvSpPr txBox="1"/>
          <p:nvPr/>
        </p:nvSpPr>
        <p:spPr>
          <a:xfrm>
            <a:off x="8026400" y="2032000"/>
            <a:ext cx="28702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20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原因解释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C300B7F-362D-0682-CE62-A6FB95B30BEE}"/>
              </a:ext>
            </a:extLst>
          </p:cNvPr>
          <p:cNvSpPr txBox="1"/>
          <p:nvPr/>
        </p:nvSpPr>
        <p:spPr>
          <a:xfrm>
            <a:off x="8026400" y="25146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东部：桂城、里水等片区 </a:t>
            </a:r>
            <a:r>
              <a:rPr lang="en-US" altLang="zh-CN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、商业服务和日常消费场景更集中，旅游热度更容易形成。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C6098F4-CFFC-CBC1-EFA1-B74787A53BF5}"/>
              </a:ext>
            </a:extLst>
          </p:cNvPr>
          <p:cNvCxnSpPr/>
          <p:nvPr/>
        </p:nvCxnSpPr>
        <p:spPr>
          <a:xfrm>
            <a:off x="8026400" y="3276600"/>
            <a:ext cx="29718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F449A36B-C868-8D00-9B06-AF12CAB5F903}"/>
              </a:ext>
            </a:extLst>
          </p:cNvPr>
          <p:cNvSpPr txBox="1"/>
          <p:nvPr/>
        </p:nvSpPr>
        <p:spPr>
          <a:xfrm>
            <a:off x="8026400" y="34798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西部：西樵、九江、丹灶等片区历史村落、非遗、宗族与水乡文化线索更厚。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0A81583-F641-ED0B-CA55-7CAC86682154}"/>
              </a:ext>
            </a:extLst>
          </p:cNvPr>
          <p:cNvCxnSpPr/>
          <p:nvPr/>
        </p:nvCxnSpPr>
        <p:spPr>
          <a:xfrm>
            <a:off x="8026400" y="4241800"/>
            <a:ext cx="29718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40F88875-1100-E555-EAE7-E0B7223FF466}"/>
              </a:ext>
            </a:extLst>
          </p:cNvPr>
          <p:cNvSpPr txBox="1"/>
          <p:nvPr/>
        </p:nvSpPr>
        <p:spPr>
          <a:xfrm>
            <a:off x="8026400" y="44450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核心问题：文化资源没有充分转化为可到达、可观看、可评价的旅游入口。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B5EC69C-33A0-CECB-E62C-CC91B2337F8D}"/>
              </a:ext>
            </a:extLst>
          </p:cNvPr>
          <p:cNvSpPr txBox="1"/>
          <p:nvPr/>
        </p:nvSpPr>
        <p:spPr>
          <a:xfrm>
            <a:off x="8026400" y="5295900"/>
            <a:ext cx="2997200" cy="4965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2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该判断用于解释空间机制，不等同于东部无文化或西部无旅游。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158</Words>
  <Application>Microsoft Office PowerPoint</Application>
  <DocSecurity>0</DocSecurity>
  <PresentationFormat>宽屏</PresentationFormat>
  <Paragraphs>12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69</cp:revision>
  <dcterms:created xsi:type="dcterms:W3CDTF">2026-06-02T06:15:18Z</dcterms:created>
  <dcterms:modified xsi:type="dcterms:W3CDTF">2026-06-03T11:30:52Z</dcterms:modified>
</cp:coreProperties>
</file>