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18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贡献与边界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—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旅游双谱系对照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 algn="ctr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样本、权重和评论语义仍有简化，后续可补充更多时段与消费数据</a:t>
            </a:r>
            <a:endParaRPr sz="1320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  <a:endParaRPr sz="18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规划转译与结论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92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2026-06-03T11:30:53Z</dcterms:modified>
</cp:coreProperties>
</file>