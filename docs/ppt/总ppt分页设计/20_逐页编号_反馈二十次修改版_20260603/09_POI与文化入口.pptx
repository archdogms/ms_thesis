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9566C8-5949-4632-9965-FE3800663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EED79F-680A-4D3E-8DED-EC4BFA4058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CD9B71-2741-4848-8C5B-4B66E53149FB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09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FC6DA7F-F51C-4316-A14D-EF4FDB8D057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5.1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5.1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B6E46-A02C-4F1E-BB84-9D2DA188048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68A9FE-ABAA-46C4-8E11-A09F807E3EA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POI</a:t>
            </a: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与文化入口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08834F-FA97-47CA-A321-0F5ACC3DFDCE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F716AE-EFBA-4CD0-97DC-9236CE04BC45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56942" y="1943100"/>
            <a:ext cx="5383116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74DB6B3-3318-40A8-9A0E-3D6D58E9ED0D}"/>
              </a:ext>
            </a:extLst>
          </p:cNvPr>
          <p:cNvSpPr>
            <a:spLocks noGrp="1"/>
          </p:cNvSpPr>
          <p:nvPr/>
        </p:nvSpPr>
        <p:spPr>
          <a:xfrm>
            <a:off x="3562350" y="19431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E05708F-9117-41BC-A7E3-9F3E04750ADA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70.8%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AFAF73-4A8B-439E-9C95-FBBE276C48A2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0143B26-83C4-4865-B75F-98941F38CE77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公园绿地 </a:t>
            </a:r>
            <a:r>
              <a:rPr lang="en-US" altLang="zh-CN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+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自然景观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F8472AA-CCF4-42DB-AF84-1EAD709BC351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3.8%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430E1B-83B7-47A6-A91B-5CF3F8F06A69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E8E670C-7621-469D-A525-B351F1A8EC50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文化体验类入口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7C399C-1C25-468D-AF61-694759AE5374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82.1%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0F6341-5ED3-44CA-8233-C49B6D7CE5E2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94A3799-443D-4515-B099-7282EB78CAB6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四镇街 </a:t>
            </a:r>
            <a:r>
              <a:rPr lang="en-US" altLang="zh-CN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合计占比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2D1C45-B2D7-472F-94F4-D690FC14E3D4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九江仅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 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1.92%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，提醒不能只按总体热度判断。</a:t>
            </a:r>
            <a:endParaRPr sz="12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C35D10-3CA5-71CE-FB54-4FE6B448199E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B7487E76-D088-CF2E-AD2F-693625894200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总量不弱，但文化体验类入口占比低。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桂城、里水等旅游供给强，九江等片区不能只按热度判断。</a:t>
            </a:r>
          </a:p>
        </p:txBody>
      </p:sp>
    </p:spTree>
    <p:extLst>
      <p:ext uri="{BB962C8B-B14F-4D97-AF65-F5344CB8AC3E}">
        <p14:creationId xmlns:p14="http://schemas.microsoft.com/office/powerpoint/2010/main" val="11734133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98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69</cp:revision>
  <dcterms:created xsi:type="dcterms:W3CDTF">2026-06-02T06:15:18Z</dcterms:created>
  <dcterms:modified xsi:type="dcterms:W3CDTF">2026-06-03T11:30:51Z</dcterms:modified>
</cp:coreProperties>
</file>