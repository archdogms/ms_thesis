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02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终版论文第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
              </a:t>
            </a:r>
            <a:endParaRPr sz="850" dirty="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从开题</a:t>
            </a:r>
            <a:r>
              <a:rPr lang="en-US" altLang="zh-CN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</a:t>
            </a: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中期的双谱系问题出发，沿数据处理、结果诊断和规划转译逐步展开。
              </a:t>
            </a:r>
            <a:endParaRPr sz="105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开题背景与中期问题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数据方法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、评论与指数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载体分层与空间格局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分区策略与研究边界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•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不是证明南海「有文化」，而是判断文化资源如何被旅游空间看见、承接和转化。</a:t>
            </a:r>
            <a:endParaRPr sz="1500" dirty="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139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2026-06-03T11:30:49Z</dcterms:modified>
</cp:coreProperties>
</file>