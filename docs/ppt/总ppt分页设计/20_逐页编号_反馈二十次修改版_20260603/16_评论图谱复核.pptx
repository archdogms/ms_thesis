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  <p:pic>
        <p:nvPicPr>
          <p:cNvPr id="13" name="WhiteBG Comment Graph">
            <a:extLst>
              <a:ext uri="{FF2B5EF4-FFF2-40B4-BE49-F238E27FC236}">
                <a16:creationId xmlns:a16="http://schemas.microsoft.com/office/drawing/2014/main" id="{44231890-E68F-B2DD-0B19-5239AAA3F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5" name="WhiteBG Comment Subgraph 1">
            <a:extLst>
              <a:ext uri="{FF2B5EF4-FFF2-40B4-BE49-F238E27FC236}">
                <a16:creationId xmlns:a16="http://schemas.microsoft.com/office/drawing/2014/main" id="{02142083-8DD4-807D-1DD4-3A7D2B1E6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38" name="WhiteBG Comment Subgraph 2">
            <a:extLst>
              <a:ext uri="{FF2B5EF4-FFF2-40B4-BE49-F238E27FC236}">
                <a16:creationId xmlns:a16="http://schemas.microsoft.com/office/drawing/2014/main" id="{945E487C-8443-8E70-51F9-5541B8DD42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111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2026-06-03T11:30:52Z</dcterms:modified>
</cp:coreProperties>
</file>