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DD00DA-7106-4DD1-9E9E-D68AC24E0F0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5.1 节、图 5.1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2171700"/>
            <a:ext cx="5383116" cy="29908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公园绿地 + 自然景观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非遗体验 + 文化场馆 + 特色街区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桂城、里水、狮山、大沥 POI 合计占比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九江仅 259 条 / 1.92%，提醒不能只按总体热度判断。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54</Words>
  <Application>Microsoft Office PowerPoint</Application>
  <DocSecurity>0</DocSecurity>
  <PresentationFormat>宽屏</PresentationFormat>
  <Paragraphs>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2026-06-02T15:58:13Z</dcterms:modified>
</cp:coreProperties>
</file>