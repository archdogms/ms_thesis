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 dirty="0" err="1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终版论文第 1、3、5、6、7 章</a:t>
            </a:r>
            <a:r>
              <a:rPr sz="638" b="0" dirty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
             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6000" b="1" dirty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目录</a:t>
            </a:r>
            <a:endParaRPr lang="en-US" altLang="zh-CN" sz="6000" b="1" dirty="0">
              <a:solidFill>
                <a:srgbClr val="FFFFFF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 dirty="0" err="1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rPr>
              <a:t>从开题/中期的双谱系问题出发，沿数据处理、结果诊断和规划转译逐步展开。</a:t>
            </a:r>
            <a:r>
              <a:rPr sz="1050" b="0" dirty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rPr>
              <a:t>
             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研究回顾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开题背景与中期问题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数据方法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OCR、POI、评论与指数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结果诊断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载体分层与空间格局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规划转译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分区策略与研究边界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 b="1" dirty="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核心判断：不是证明南海「有文化」，而是判断文化资源如何被旅游空间看见、承接和转化。</a:t>
            </a:r>
            <a:endParaRPr sz="880" b="1" dirty="0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800" b="1" dirty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CONTENT</a:t>
            </a:r>
            <a:endParaRPr lang="zh-CN" altLang="en-US" sz="4800" b="1" dirty="0">
              <a:solidFill>
                <a:srgbClr val="FFFFFF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en-US" sz="2400" b="1" dirty="0"/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en-US" sz="2400" b="1" dirty="0"/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en-US" sz="2400" b="1" dirty="0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en-US" sz="2400" b="1" dirty="0"/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400" b="1" dirty="0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第二部分：数据基础与处理方法</a:t>
            </a: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400" b="1" dirty="0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2400" b="1" dirty="0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400" b="1" dirty="0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第三部分：结果诊断与空间格局</a:t>
            </a: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400" b="1" dirty="0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第四部分：规划转译与结论边界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94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YaHei UI</vt:lpstr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25</cp:revision>
  <dcterms:created xsi:type="dcterms:W3CDTF">2026-06-02T06:15:18Z</dcterms:created>
  <dcterms:modified xsi:type="dcterms:W3CDTF">2026-06-02T15:58:11Z</dcterms:modified>
</cp:coreProperties>
</file>