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D6AA56-6B3F-404A-A621-D8FABBD7976D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159000"/>
            <a:ext cx="323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5146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717800"/>
            <a:ext cx="3365500" cy="4662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</a:t>
            </a:r>
            <a:r>
              <a:rPr lang="en-US" altLang="zh-CN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\r\r</a:t>
            </a:r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可定位、可匹配、可比较，是它能够进入 </a:t>
            </a:r>
            <a:r>
              <a:rPr lang="en-US" altLang="zh-CN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4038600"/>
            <a:ext cx="3429000" cy="1277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3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83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6355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953000"/>
            <a:ext cx="889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2070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4610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7785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60325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4610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7785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60325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20066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1082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8547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683500" y="6223000"/>
            <a:ext cx="37465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图像提示：只有把文化载体落到空间层，才能与旅游供给同尺度比较。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139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2026-06-02T15:58:12Z</dcterms:modified>
</cp:coreProperties>
</file>