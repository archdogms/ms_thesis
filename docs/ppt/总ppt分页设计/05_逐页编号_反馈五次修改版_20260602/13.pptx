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D8A09-18DC-4CB1-92F0-540D6C4C543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官方资源空间化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 网格覆盖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博物馆 / 历史文化资源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87050" y="47625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763250" y="48577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763250" y="50673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87050" y="5619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763250" y="5715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763250" y="5924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扩展锚点库总量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43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2026-06-02T15:58:14Z</dcterms:modified>
</cp:coreProperties>
</file>