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C902C-21A1-4A1D-B466-AF764B592D88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研究结果最终要转成风景园林的空间组织、游线设计和内容运营语言。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2026-06-02T15:58:15Z</dcterms:modified>
</cp:coreProperties>
</file>