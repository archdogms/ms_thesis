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noGrp="1"/>
          </p:cNvSpPr>
          <p:nvPr/>
        </p:nvSpPr>
        <p:spPr>
          <a:xfrm>
            <a:off x="99822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noGrp="1"/>
          </p:cNvSpPr>
          <p:nvPr/>
        </p:nvSpPr>
        <p:spPr>
          <a:xfrm>
            <a:off x="99631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noGrp="1"/>
          </p:cNvSpPr>
          <p:nvPr/>
        </p:nvSpPr>
        <p:spPr>
          <a:xfrm>
            <a:off x="99822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noGrp="1"/>
          </p:cNvSpPr>
          <p:nvPr/>
        </p:nvSpPr>
        <p:spPr>
          <a:xfrm>
            <a:off x="99631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63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2026-06-02T15:58:13Z</dcterms:modified>
</cp:coreProperties>
</file>