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A99F6B-2BD4-443C-8E2E-331D2B0F4561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主要贡献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文化记忆能否通过空间载体进入游客体验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25</cp:revision>
  <dcterms:created xsi:type="dcterms:W3CDTF">2026-06-02T06:15:18Z</dcterms:created>
  <dcterms:modified xsi:type="dcterms:W3CDTF">2026-06-02T15:58:15Z</dcterms:modified>
</cp:coreProperties>
</file>