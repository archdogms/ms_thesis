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 dirty="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200" b="1" dirty="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dirty="0" err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200" b="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中期问题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2026-06-02T15:58:11Z</dcterms:modified>
</cp:coreProperties>
</file>