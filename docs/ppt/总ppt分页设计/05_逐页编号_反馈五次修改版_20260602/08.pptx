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35</Words>
  <Application>Microsoft Office PowerPoint</Application>
  <DocSecurity>0</DocSecurity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2026-06-02T15:58:13Z</dcterms:modified>
</cp:coreProperties>
</file>