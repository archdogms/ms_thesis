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2080000"/>
            <a:ext cx="6920000" cy="32400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409151"/>
            <a:ext cx="1420000" cy="501698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39195"/>
            <a:ext cx="6200000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148</Words>
  <Application>Microsoft Office PowerPoint</Application>
  <DocSecurity>0</DocSecurity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2026-06-02T15:58:12Z</dcterms:modified>
</cp:coreProperties>
</file>