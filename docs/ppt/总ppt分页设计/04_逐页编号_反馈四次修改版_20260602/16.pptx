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43EBE7-6921-4693-80C2-3EF6B1E641B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核心判断：游客热度不等于文化识别，评论语义复核用于补充体验深度。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讲述时强调：有些高热地点评论仍停留在游憩层面，文化关键词占比才能说明游客是否真正识别地方叙事。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90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2026-06-02T13:25:03Z</dcterms:modified>
</cp:coreProperties>
</file>