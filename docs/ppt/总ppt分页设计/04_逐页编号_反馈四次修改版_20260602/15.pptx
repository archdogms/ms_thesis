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8FDF0-784F-443B-B3D9-6DDA185A2C7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0B6FAC-712D-40A7-A365-391CF7CD2C92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核心判断：相关性与权重敏感性用于限定结论边界，而不是把指数包装成因果模型。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讲述时强调：分类一致性较高说明判断相对稳定，但镇街和景区样本仍需谨慎解释。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810125" cy="28575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101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291802"/>
            <a:ext cx="4543425" cy="233154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543425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权重敏感性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4810125" cy="28575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8101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228850"/>
            <a:ext cx="2941292" cy="245745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4543425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相关矩阵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替代口径分类一致比例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CMI 与 MI 相关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6153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相关性只说明关系方向，不解释机制本身。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2026-06-02T13:25:02Z</dcterms:modified>
</cp:coreProperties>
</file>