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48D6C4-756F-417C-8483-9B83ACE769D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和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的意义，最终要落到坐标系中的错位分层。图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5.6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直接显示文化厚度与旅游热度并不自然重合。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典籍提及频次、图谱中心性，回答文化记忆厚不厚。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文物、非遗、历史文化资源等制度性认定。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、评分与评论量，回答现实到访热不热。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比较旅游热度与文化侧基础，识别相对错位。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159000"/>
            <a:ext cx="6019800" cy="3810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2606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7531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6121400"/>
            <a:ext cx="58674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横轴为文化厚度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，纵轴为旅游热度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；红点提示沉睡潜力，蓝点提示空心景点，黄色星标提示核心耦合网格。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195</Words>
  <Application>Microsoft Office PowerPoint</Application>
  <DocSecurity>0</DocSecurity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2026-06-02T13:25:00Z</dcterms:modified>
</cp:coreProperties>
</file>