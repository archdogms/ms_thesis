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3ACD93-4B17-4A99-B089-868571D8BDA7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FD29B8-C431-4A48-9B00-DB2B42E0FE01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核心判断：空间上形成稳定的「东旅西文」格局，旅游供给高值与文化载体高值并不重合。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讲述时强调：东部需要补文化解释，西南片区更需要补可达、停留与展示条件。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关键不是资源多少，而是空间衔接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84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19</cp:revision>
  <dcterms:created xsi:type="dcterms:W3CDTF">2026-06-02T06:15:18Z</dcterms:created>
  <dcterms:modified xsi:type="dcterms:W3CDTF">2026-06-02T13:25:01Z</dcterms:modified>
</cp:coreProperties>
</file>