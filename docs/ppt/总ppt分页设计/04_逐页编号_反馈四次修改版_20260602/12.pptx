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AD5E81-9788-49B0-9E51-2D08FBE43DC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770A5B-0A71-4819-B47F-85F59082404E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核心判断：镇街统计进一步证明热度和文化厚度分离，不是单幅地图造成的视觉误差。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讲述时强调：桂城、里水承载旅游热度，西樵、九江、丹灶保留更多文化锚点。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里水 POI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 占比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98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2026-06-02T13:25:02Z</dcterms:modified>
</cp:coreProperties>
</file>