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2080000"/>
            <a:ext cx="6920000" cy="324000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9339F3-76BA-4134-A7E1-0896A70C139A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719DF1-9297-46F7-8A4F-6A43AC58033B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核心判断：文化侧与旅游侧只有进入同一空间底图，后续指数才具备可比性。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讲述时强调：典籍、名录、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和评论先清洗匹配，再通过载体锚点与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网格统一口径。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048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7048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781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3721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7051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486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8481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9243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486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3020000"/>
            <a:ext cx="1030000" cy="6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409151"/>
            <a:ext cx="1420000" cy="501698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3274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6609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6449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6609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31438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3020000"/>
            <a:ext cx="1030000" cy="6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文化实体关系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3274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339195"/>
            <a:ext cx="6200000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1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1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197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2026-06-02T13:25:00Z</dcterms:modified>
</cp:coreProperties>
</file>