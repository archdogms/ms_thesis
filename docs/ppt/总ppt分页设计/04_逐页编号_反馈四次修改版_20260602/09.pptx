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C181DA-7DFA-4631-965A-04AA9D33EC50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核心判断：南海并不缺旅游供给，但文化体验入口在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类型结构中占比偏低。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讲述时强调：公园绿地和自然景观占主导，非遗体验、文化场馆和特色街区仍是薄弱入口。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101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2026-06-02T13:25:01Z</dcterms:modified>
</cp:coreProperties>
</file>