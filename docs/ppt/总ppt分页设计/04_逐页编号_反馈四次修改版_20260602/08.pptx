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520866-5C2C-490D-94A8-50FABE26EE1F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4.3.2 节、图 4.3、图 4.4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21950B-6511-4BB6-BE61-3669FCD462D5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核心判断：人物、地点与技艺的连接说明文化记忆并非散点，而是可以组织为地方关系网络。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讲述时强调：黄飞鸿子图展示叙事如何从文本走向空间锚点，为后续文旅转译提供线索。</a:t>
            </a:r>
            <a:endParaRPr sz="880" dirty="0" err="1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E3E200-3086-4F06-8780-73D6635973B3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 dirty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025EA7-441A-4146-9505-428CEDF1C16A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66371" y="2171700"/>
            <a:ext cx="3497857" cy="30099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黄飞鸿人物子图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286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人物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495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人物关系进入图谱结构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30480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31432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地点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3528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文化记忆可追溯到空间锚点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9052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40005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技艺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非遗与地方叙事发生关联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FF5F0A2C-9C73-8CE5-AF00-6948F43C86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2165587"/>
            <a:ext cx="3626544" cy="300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86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2026-06-02T13:25:01Z</dcterms:modified>
</cp:coreProperties>
</file>