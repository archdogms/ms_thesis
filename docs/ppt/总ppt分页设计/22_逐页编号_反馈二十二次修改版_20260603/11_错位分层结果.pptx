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4CBC4-66A3-422C-B520-4CDA6BFBC3B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4C2A7-532B-45C5-BCC0-D9D5808FA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60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623C2-EE25-4FC4-FA9F-015E30C96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9B153A-59F9-063C-F8D7-6E32430C4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FB978-72A6-5B57-8967-E3ABB614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37958F-B8FA-2D2A-1DB5-FFA4FF6E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B249DF-198E-0DDA-1FAB-38A3057D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58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61693-7198-DCD0-C234-8108FDCC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FED8F-69CD-472A-6615-6DEDD2C95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1B2B23-C38D-CCB5-A7A9-89B31DA9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09F96-2FC3-09C2-F713-F52CD9AB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B68DF4-0696-2471-FA3C-3DB954EA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51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878E1-2515-A1A8-BDFE-738EC3DF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B5812-4968-37A5-4FFD-BEC0BCA1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A480D-884E-4205-8374-58BD1C14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7AC3C-728D-DBF9-0144-F3F8A256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B528C-4D10-4FB4-9C84-8E093868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96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0E6FF-5AF6-C699-6FB1-8A4BD0F3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D68C9-C975-B09F-76AF-911ACF0E8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901AD5-91AC-B035-32F6-C94F950A2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2762A1-EB12-960D-0C44-C8EDDD76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F8DCB3-DC43-57F9-9CAB-2296A7D53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6C07A3-0EF3-FFCF-9927-E802E756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12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63DC9-5449-D6D6-C363-049E7C65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745C3F-2870-972F-83E7-9F27E63B3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F6428D-7ABA-F9BB-35F1-D7FD3279A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D6A755-D2B0-8864-6454-16C664197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FEB37B-1B08-D834-7C5F-F2571648E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D3E121-DD20-EF21-D555-7D1C11EE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C06525-3DF6-39AA-5DA2-BDE52EB5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0499AA-4855-E687-6919-41CA763B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70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ABE01-AF11-57E7-A291-5DBD6604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4A3910-8F56-91E8-AF5C-2974DE64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E75D6B-5506-909F-2664-3DFF714B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7367D9-D679-5A1B-355F-A9BF14C4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94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382475-0157-AC32-CF07-DF58F7424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906D93-9F63-2624-01E6-9B303D08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EAE68-7B2A-2101-9642-2075EC32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64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18541-16BB-E2BD-9D00-2C47DA88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1B9B6-BDCF-33EB-21B3-88F7249A0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77B968-23F7-B61A-BBD6-27631DA4B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F6578-D237-0F6A-F8A1-4021BFE7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E97674-4CB3-8EE3-8B4D-F064BE24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6ED663-B64C-4EFC-10E2-0B286B90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3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91563-CCD8-A5CA-8DA2-5930BA40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C0CF23-9C21-B6DB-1319-873D110E9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B9183D-3852-D7CD-98D4-3DC481872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C8E95D-7611-0325-3F4F-B7F165F9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1C5E33-62C8-E1AE-5D29-441E237B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B4DED5-469D-D3D2-AC29-00FA04DC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88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1D249-2D58-6BE2-BDF1-783FE25C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2E92BE-95C1-56D4-B5F8-0969B0D66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18D24-375B-13F3-A184-C9F1CE15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A1FC9-48BE-075D-3D5F-F250E626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89D171-2B6A-26D2-FD1C-9304F2C1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6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0A4101-9D9A-48B5-1A66-A22A07E8B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BE8681-2F32-72D6-127E-3FDFFD8C6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AFE34-024D-1145-0251-3FB2C68E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AF2D4-8CB9-DE98-E48A-B1CE5C7F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0FAAF6-2C4A-4140-B0EB-E3D17625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596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0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BC548C-0087-D0E2-6F62-93523067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11CEA4-0618-6353-C372-4D905649A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63BB1-7384-7510-C879-01DAFB04A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E1CE3-6498-4E3B-AFAC-7627CA096C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A249A-BD76-A58C-FF36-BD3258E1E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D77B0-B9B2-B953-4709-094A8CC1E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84F3-2581-43E0-95B4-01BADAA281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60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错位分层结果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6731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1017" r="457" b="948"/>
          <a:stretch>
            <a:fillRect/>
          </a:stretch>
        </p:blipFill>
        <p:spPr>
          <a:xfrm>
            <a:off x="1535222" y="1348887"/>
            <a:ext cx="4894719" cy="4438142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2068882" y="5787029"/>
            <a:ext cx="3587315" cy="40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20" dirty="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7963160" y="1295400"/>
            <a:ext cx="384784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451850" y="154179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451850" y="175769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 dirty="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700" b="1" dirty="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451850" y="220219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451850" y="291339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451850" y="342139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451850" y="36880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9569450" y="37134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9569450" y="371349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0712450" y="36753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451850" y="41706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9569450" y="41960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9569450" y="419609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0712450" y="41579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451850" y="46532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9569450" y="46786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9569450" y="467869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0712450" y="46405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451850" y="51358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9569450" y="51612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9569450" y="516129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0712450" y="51231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451850" y="566929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分类结果说明主要矛盾集中在文化基础与旅游承接之间的对应关系。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D80F06-7369-C0BF-10E4-E245B5C2C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F0D8950-D877-B0A0-C277-2626EC23D5AE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2026-06-03T12:49:40Z</dcterms:created>
  <dcterms:modified xsi:type="dcterms:W3CDTF">2026-06-03T12:49:40Z</dcterms:modified>
</cp:coreProperties>
</file>