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740C4-42A1-49A1-8065-1FEA30D0332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473B0-1822-4C46-8864-A23D2102A9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195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9406F-14BE-105D-3BCC-5F2A6E837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2643A8-CA23-2BC7-B71F-F60126BBD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48872-0EC4-0FDB-759E-966CD099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FF3208-E93D-CA3C-24CD-C7FC5F3C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04496-25B2-F17F-D7F7-E373F5F4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95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73717-E8C7-F5E1-120E-59B6FA8D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1FE34-2DCF-25C4-F948-F2377F1EB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50A24A-3268-CBE6-72A0-ACE34458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049FA-7F77-795A-A3B0-4F9E0E7B5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0D402-226B-CC53-2C01-031DB47C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98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39CFC-B8AE-E80A-8560-902DB1FA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3EED78-E550-431C-6A34-D8870CA90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67441-5F9F-79B0-4114-B98F195D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C27803-FBD5-21CE-5D1A-46C70619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3B9B4-828B-1371-1CE0-0FE90596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7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C7503-8A21-9B2E-F8D6-69E557E5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EB500-EA11-A147-365A-A88777D60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107E33-25B9-7F1B-9348-AD5C53C43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6FDF45-F8C2-19EA-01E3-E929D751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2EAEA6-4D3A-63C4-4B93-CA042BBA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920D02-BD8B-BABE-BE6B-1EB91862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239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5335B-4157-90CA-470A-31915A1D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BC870-3216-DF78-5701-E011CC78B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FA4620-3FD3-0A2F-5CEE-458DC77B8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AF5037-59F2-5A27-95E5-06798C78B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BDC65D-42A9-BCE4-DE36-931155691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B08026-2181-2911-AEA7-E74328A3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DE5491-1462-09F1-2163-335E9120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9C6B23-0D26-63C7-98AB-F46AE968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559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99E8D-1702-3D04-9892-7A0A331F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B2B566-CEA3-71DA-719B-4AB20B31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A25F74-C40C-5A4A-A068-57037FB8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07B971-F38C-082C-5708-C8B00374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8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6D8D2-7F56-E201-49A8-3704235FF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35C209-3F55-B58D-BABB-388FCE0E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B2F78-E417-855C-2E95-7BED4060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21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0BD2F-B8F1-3786-8589-CB074F69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43342F-941C-DD33-DD86-CF840541A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7302ED-EB1E-A07E-84B9-EF441D5B6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1E103C-D1BE-BC1D-66EC-C9A190F4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0B977C-C41E-9307-36F8-34559989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7D696F-F84D-93C6-D14E-46CBE6DF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46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8E2CB-65C1-5EF7-7ECF-89AD449B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70C2B8-66D7-B1F0-83DB-CA193F834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47396-FB65-9044-B369-67127ED35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6CBCB0-9AE7-12A1-7313-B728863D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65029-88EE-64EB-365E-BE287841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2FFD1E-AA6E-3FD9-F1C0-2F38063A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19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24313-2FD7-EC28-DC47-AC2E0C03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18445-2A0A-3C66-612D-09D6CDADF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1A5A2F-141B-19E6-6D6B-0A33D5CE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068443-C47F-A0F6-B33F-6F67E3F2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DAA2D-1F4B-B7C4-28AB-92DB31B1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17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80B7A9-B82E-EDE9-D02E-D1D9BEDBF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B26848-2AD4-DD08-2AB7-65557731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17617F-1E83-8803-3384-245B0A87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E0F32-3E88-561E-2E34-66D336C5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0BD285-A8F9-BFC1-29D1-C904BF1F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972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57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38935C-7656-5406-6AD1-D56B782A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B6D236-9EC1-1BF4-F18F-FDFCD1207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1EDAB9-A0F1-C81B-01A8-86A8CF60A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BF145-36DD-4332-ABEE-68BBDF35DB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39A8D3-8831-B836-6D75-B095C67A8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2556C2-08EF-1A7B-5CB3-B324817F3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67E20-3124-4FF9-9875-4AC32B71B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04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77398" y="174582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自定义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2026-06-03T12:49:36Z</dcterms:created>
  <dcterms:modified xsi:type="dcterms:W3CDTF">2026-06-03T12:49:36Z</dcterms:modified>
</cp:coreProperties>
</file>