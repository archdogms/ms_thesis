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978C4-647C-46E4-B41F-7DC8B6F7F15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3F9CE-549A-4AF6-9AD7-D22577ECA3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34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0283F-A31F-8A49-7713-CBE58A23B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3AD618-EFC1-5B3A-E6E6-514BCDB99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D993C9-4A9A-7CC3-E75B-9C7B3415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DD5552-5F47-3618-0D09-F4AD94D6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FCC0CC-B49E-7BFD-29F1-DBF77341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904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6CDF3-AB94-1070-06FA-73127407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33FB9-75AC-C312-4872-9BC982D01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B11C6-AE9F-6DBE-4C94-AF064456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D2C839-3252-34BE-ADC1-6E3DF9246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1C9F44-7E10-48AA-FB04-6298F5D1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00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30A60-0EAB-3932-55C4-0BC534087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11532F-35EF-1427-CB8A-4CFA213F0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727F9C-E6BE-92D0-C352-E6001F5E2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62CD27-706A-0B1C-DFCD-B953E289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EC4B93-C011-6811-808F-5B33DF92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59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EAB3A-456F-46C2-DAB7-C4CE98219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527BCE-4073-AB66-969B-816CD2203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4A3A63-3D27-CCEC-0650-8E5891678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1CFF76-71DD-E912-6CD9-285128F0C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F6D434-CBB9-90A0-449D-B02B670A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6A6A11-578B-F15D-4E92-C2D2EABCB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10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2F8C3-CC62-3B2A-5162-CFA27F59C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6B5B4A-2681-0FC9-CDC5-C4812B481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46AA61-DC80-C089-2BB5-4C3396C93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681452-4059-1352-E529-86FC2A8974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90B152-210C-2AF5-C322-2948026DB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D6C776-B651-A1DF-9F15-B6DBBC80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ED20F4-52B5-7291-4F84-CC631E79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394D5D-40AE-812F-E550-C6B00421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08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DED53-227F-8725-AA16-266FF359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854774-BE70-0C41-680B-F359D5A4A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1510AD-9EB6-3556-8083-4338BB57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C072C1-0128-FBCE-FDD7-FAFB1096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76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22F1D3-9B58-FF91-0DE4-C53B53D4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AF5B93-201F-6101-F22B-47ECB883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8FB4A-2C52-B776-F769-31C60105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25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AA2DE-9E33-6A7C-0405-66529C29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59B29E-FF0C-F108-FCF4-E40908437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299118-75AA-5BFB-C4FA-1A47C6EAA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CBCBF3-51F2-CC3C-3632-4063BA5F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8F6778-A12B-F9CA-5BA9-DD824E3E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DC600E-644E-FEFC-CFF0-C15611A2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04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B3BF7-767F-0579-E7AE-A4BF664AD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2B14F8-CBB3-1371-5AC0-DCFB07156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C119CF-CF2E-5AFA-0D77-3988D03D9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6CAB94-637E-F438-AFDB-0E5FDDB5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A5C7C7-3C2E-750C-5FED-CDC559DF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4C3381-3D7B-5671-AD45-014646EA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74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DCB2B-F5C2-4DA6-B314-5E146F9D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DB4A8B-B411-5D6A-8032-C17222DC6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C89AF8-4601-9FBF-0CB4-CECD235E0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D63599-0B8A-6185-83DD-ED8C67CEC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BA7CEB-DE46-0113-3C40-5253EC7F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28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C20F2E-38DB-F67B-8841-E5997817D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9F8153-6F3A-3EEF-2938-C47E4A67D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41FD7A-F575-8FBF-9B7E-BA2AAA17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043C4D-16E4-D410-9FB4-12CA32B8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796E3E-D646-8063-0E25-B82A0590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59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37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363AF9-24B4-D7F9-6128-B2D9F2F5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AF68E8-FC1B-F0C6-371D-E98252CAD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75B510-85BD-CC3B-7F97-B98BDAD60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ADD31-4130-4C25-9BE8-8C225E96502C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A05F9-3B13-E94B-324F-9874F4282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4338E3-D04F-02FB-D8AB-B9C87DC4C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FA7AF-7559-4E09-B380-5653408634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48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中期原始背景与终版论文第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项非遗、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处文物和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个名村，但文化体验的系统性仍需提升。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如何识别文化遗产与旅游产品的对应、错位和缺失？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500m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网格量化空间错位。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  <a:endParaRPr sz="2025" b="1">
              <a:solidFill>
                <a:srgbClr val="5E7E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42A0B5B-9060-0B79-C0A1-D8744AA8C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AB214B5-5B24-020B-9596-074E593F42ED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93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自定义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2026-06-03T12:49:37Z</dcterms:created>
  <dcterms:modified xsi:type="dcterms:W3CDTF">2026-06-03T12:49:37Z</dcterms:modified>
</cp:coreProperties>
</file>