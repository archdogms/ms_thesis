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EF1F7C-7F49-4737-84CC-3AAB8ACA35B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87F442-4C99-42A6-B445-716C9E7CBFC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384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FDD845-D922-6D5E-B3CC-7433F8378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1F5C4E-058D-F47C-1465-5EF4300FE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020037-DDDE-9CBB-7AB6-6A77210E4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24E2D-3C65-4953-8555-E3B87D5EAB5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A7C4D0-C862-4ABB-6898-F0DB83A76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82A541-ED64-3396-4D3E-39226A037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617DD-5DD2-4B15-9C12-574C58093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819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1A897A-BF6A-0940-D736-DFB671C87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833A86-8EAC-38B8-0C48-88C57FA26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39C77D-DB05-0164-3D5D-1C1765576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24E2D-3C65-4953-8555-E3B87D5EAB5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F5DB79-883B-4F5F-3A7C-04AA2C333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2803F7-291B-1A51-BB8F-FAD319E61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617DD-5DD2-4B15-9C12-574C58093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7693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C8915D-7A67-EEEB-FB29-B5F1D3851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8D3AA2-55A2-8A92-69D0-C401CA29E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F131AA-4FE1-723C-ADF3-A89CD6FDE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24E2D-3C65-4953-8555-E3B87D5EAB5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CF503F-7230-84B1-167E-AE8A74C2F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7F48D1-3489-76FA-7968-61BE43CFA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617DD-5DD2-4B15-9C12-574C58093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734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F2D8B7-9945-8648-95CA-0C98CE808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D9923A-836A-23AB-021E-1F641BE6FE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7BC5F89-6777-D566-BE4D-41A6F2E80B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6CB0B01-6EDC-42D6-BB0F-B7CED58D1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24E2D-3C65-4953-8555-E3B87D5EAB5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8FEE6F-FA79-E67F-3D35-6EE7414C9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54A57A-A615-A1D3-A99F-BD74E6A5A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617DD-5DD2-4B15-9C12-574C58093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1009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A47FF7-4816-6A8D-71E6-9B25D8BC6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2B17BF7-BE06-D203-6820-B20544422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85507FA-5C92-9F31-74A5-B0737AEE22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D38D3B-46E8-ED2E-A7FD-BC50E4AF06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6F53D59-7FC2-6DAF-0A4D-D703D2A53E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87ED82F-EDFA-3CE9-FB8D-64F7B70CC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24E2D-3C65-4953-8555-E3B87D5EAB5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E3CDB83-47D6-A4E0-990E-61F973088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5AA9137-F170-06EA-CA84-34919FBBF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617DD-5DD2-4B15-9C12-574C58093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630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D4EE3C-2A9E-6D32-033F-3362F58FB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3A90E44-463B-3B6D-18C3-2DAED0415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24E2D-3C65-4953-8555-E3B87D5EAB5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33364BC-7F38-5A7E-3665-9DDF7E1B1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80A3288-8568-F73B-1FB2-6AC1F9953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617DD-5DD2-4B15-9C12-574C58093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164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B979B44-ED2E-6C4A-2A09-B63A1C3A9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24E2D-3C65-4953-8555-E3B87D5EAB5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A808C31-3447-517D-676D-25E461582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6DF827-A5FB-90C5-E287-A374D541E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617DD-5DD2-4B15-9C12-574C58093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9620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1DFEDB-8410-D943-7369-E9E6813A7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462C40-1626-6B09-C73D-D1E4A958DA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58BB24-8F8A-9E18-6C73-B55CD9C02C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8476C6-8449-D9F9-6532-0012BFFC3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24E2D-3C65-4953-8555-E3B87D5EAB5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B5A01E5-520C-4656-1060-E2F574CD2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A2FD69-98B8-0A8B-8F51-3D609A8EF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617DD-5DD2-4B15-9C12-574C58093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6060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68412D-EEB1-2397-D54E-4206AEA03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51044EA-F96F-852E-090E-6E8BE88CC0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2376A9-3D9A-E0BE-91A8-FE50465D4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492592-072A-842F-15A1-CD37D4AFA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24E2D-3C65-4953-8555-E3B87D5EAB5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6E22D3-1E85-0489-BB04-6B947E535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4605BB-DBF2-F7EC-C530-6A3C9131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617DD-5DD2-4B15-9C12-574C58093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196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FB8257-EEE8-F6D3-FB9C-9BC4CE846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7507F0-D232-5C57-9830-B5EBDE895D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75D187-983D-25F9-F7B6-72108D586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24E2D-3C65-4953-8555-E3B87D5EAB5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647787-0102-9C90-FFF3-25EEE9B02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DC5FE2-9C83-A5C4-B57A-DC67B0B8F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617DD-5DD2-4B15-9C12-574C58093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410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E41C6FE-E521-9062-561E-70D818E42E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625473-3729-7FE3-5216-39870980F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D0BBE9-6E42-0F4A-C1B1-588E423B4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24E2D-3C65-4953-8555-E3B87D5EAB5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ADB3DE-79E8-907F-733A-59D7D6157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A5FE46-D7B4-7CBC-1153-C76FE1C16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617DD-5DD2-4B15-9C12-574C58093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88487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46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809BCF-38C7-FAA3-A9D4-9242E67E2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6A9E1D-5918-ED7F-8E45-DF8BA755B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D71D71-A951-99B5-47B2-30AE09697E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24E2D-3C65-4953-8555-E3B87D5EAB55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D86A2E6-0A8C-D7F4-736A-9BB2AB5331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DADDED-09C1-2B0F-6AE3-2B6F5AB95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617DD-5DD2-4B15-9C12-574C580935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915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0E65C9D-0AB0-432A-98DE-7EB3D3467A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5C8001-27F6-4179-B75F-E11F03863180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A6E7CB1-8D17-4824-AAE7-E555B3667B7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6.3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6.3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、表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5.1.2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10DFC15-1377-4F8F-A4A2-F945637C2AA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0420F9-C075-494A-A88C-2B1909B06E95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3000" b="1">
                <a:solidFill>
                  <a:srgbClr val="2222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镇街尺度差异</a:t>
            </a:r>
            <a:endParaRPr sz="3000" b="1">
              <a:solidFill>
                <a:srgbClr val="2222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C55F06E-B532-4317-AA93-E371B21BA4FF}"/>
              </a:ext>
            </a:extLst>
          </p:cNvPr>
          <p:cNvSpPr>
            <a:spLocks noGrp="1"/>
          </p:cNvSpPr>
          <p:nvPr/>
        </p:nvSpPr>
        <p:spPr>
          <a:xfrm>
            <a:off x="3505200" y="18859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A4C0B9C-59FB-4FC0-B11C-E6746AD472B8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97331" y="1943100"/>
            <a:ext cx="5302338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9F822BA-2489-437B-AA70-8B7EA3103924}"/>
              </a:ext>
            </a:extLst>
          </p:cNvPr>
          <p:cNvSpPr>
            <a:spLocks noGrp="1"/>
          </p:cNvSpPr>
          <p:nvPr/>
        </p:nvSpPr>
        <p:spPr>
          <a:xfrm>
            <a:off x="3562350" y="19431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E6659BAD-58F1-47CE-ABC1-05A899D43004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4,174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48D6BF-08D6-4B18-8119-5F4DD23B398A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3B9AD86-22D8-4A5C-A2D4-48E543B6E273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桂城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5772D12-FC4F-4A0B-84CE-9C298CB511F3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2,625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1D682C-0DA6-42C0-BD6E-1CC22344EA09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F53EDE6-6D8B-4A91-82E9-E8332752FE19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里水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B419412-5CBB-43C2-92CC-23E2354207F2}"/>
              </a:ext>
            </a:extLst>
          </p:cNvPr>
          <p:cNvSpPr>
            <a:spLocks noGrp="1"/>
          </p:cNvSpPr>
          <p:nvPr/>
        </p:nvSpPr>
        <p:spPr>
          <a:xfrm>
            <a:off x="742950" y="33718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A875AE7-6E41-419D-8231-59E277E12A91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8E2F11E0-BF8B-4708-9E45-38542D5C5A4B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86A2D56-8FB9-4B4A-B50E-5F39C6066686}"/>
              </a:ext>
            </a:extLst>
          </p:cNvPr>
          <p:cNvSpPr>
            <a:spLocks noGrp="1"/>
          </p:cNvSpPr>
          <p:nvPr/>
        </p:nvSpPr>
        <p:spPr>
          <a:xfrm>
            <a:off x="742950" y="41529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1.92%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B0F6F6-C744-4F4D-9C36-C8196239AECD}"/>
              </a:ext>
            </a:extLst>
          </p:cNvPr>
          <p:cNvSpPr>
            <a:spLocks noGrp="1"/>
          </p:cNvSpPr>
          <p:nvPr/>
        </p:nvSpPr>
        <p:spPr>
          <a:xfrm>
            <a:off x="742950" y="45148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1F81F2E-6D96-4F77-825E-B6F16058EE76}"/>
              </a:ext>
            </a:extLst>
          </p:cNvPr>
          <p:cNvSpPr>
            <a:spLocks noGrp="1"/>
          </p:cNvSpPr>
          <p:nvPr/>
        </p:nvSpPr>
        <p:spPr>
          <a:xfrm>
            <a:off x="742950" y="45910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 </a:t>
            </a:r>
            <a:r>
              <a:rPr 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1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占比</a:t>
            </a:r>
            <a:endParaRPr sz="11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E18AC17-E70C-4CAD-AE5F-DDD31595208E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西樵、九江、丹灶文化载体更厚，提示补旅游条件和补文化内容是两类任务。</a:t>
            </a:r>
            <a:endParaRPr sz="135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1626245-486A-BB3E-9502-1BFEC640BF3F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错位识别与空间结果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370BC2AD-FFED-CAC0-0D37-DFEF98EE6C0D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桂城、里水等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高值不等于文化厚度高。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西樵、九江、丹灶承担文化资源转化重点。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06D28E8C-4568-353A-9CCE-E516131363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878130" y="0"/>
            <a:ext cx="1149927" cy="4572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28221A6-7E6E-126F-4FF4-837E34A73700}"/>
              </a:ext>
            </a:extLst>
          </p:cNvPr>
          <p:cNvSpPr txBox="1"/>
          <p:nvPr/>
        </p:nvSpPr>
        <p:spPr>
          <a:xfrm>
            <a:off x="11353800" y="6457950"/>
            <a:ext cx="5334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950" b="1">
                <a:solidFill>
                  <a:srgbClr val="5C3D85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14</a:t>
            </a:r>
            <a:endParaRPr lang="zh-CN" altLang="en-US" sz="950" b="1">
              <a:solidFill>
                <a:srgbClr val="5C3D85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0634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</Words>
  <Application>Microsoft Office PowerPoint</Application>
  <PresentationFormat>自定义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2026-06-03T12:49:42Z</dcterms:created>
  <dcterms:modified xsi:type="dcterms:W3CDTF">2026-06-03T12:49:42Z</dcterms:modified>
</cp:coreProperties>
</file>