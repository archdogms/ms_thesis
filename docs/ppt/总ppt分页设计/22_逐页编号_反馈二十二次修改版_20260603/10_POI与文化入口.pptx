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4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4734A7-83F1-411F-8140-5B6AA880C78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1343C1-F92A-43B5-8D5F-6BB6428E6F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793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6A45BA-7198-B5D9-6A3A-5A36B8CF2D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58F167F-8F8A-B084-BA82-B93C788D14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ACF43E-50B8-9C03-5877-4D3AFEAAD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5FC0A-BC1E-4179-BB43-097BEB710E3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ABE6E8-B27C-4694-93D2-9C041F325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4DBE49-210E-53F1-3B35-4C6FB0D24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20EF5-6FB5-4D6E-9BEC-E8138F23F2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0473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0F7027-B4AC-251E-6E26-59930FC29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BFAC09-82AA-8A85-B26D-648E79905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9256E9-0A46-10CF-49ED-8A4A51482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5FC0A-BC1E-4179-BB43-097BEB710E3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244313-2FFE-D8DF-0564-9377164CD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747D82-C2EE-8B0C-52C4-8EB3275F9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20EF5-6FB5-4D6E-9BEC-E8138F23F2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651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4D5D33-BC50-B703-93D5-6A1BBCBE8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626A23-A11E-2B3A-B994-7BF3877D6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A0FDCB-DD1A-2484-F0E4-118CCF1A6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5FC0A-BC1E-4179-BB43-097BEB710E3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F7533B-6137-E6A8-04AD-25AEFB373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DA7A04-3669-566A-3FD6-BC10607ED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20EF5-6FB5-4D6E-9BEC-E8138F23F2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3047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34BE91-B00C-F393-FE11-C12AEA98C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B45212-04FD-9A16-6B77-B19495C84C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B9ADE6-A996-F248-20CD-EA169AB6A0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9E90C04-74D6-360B-502B-18D3EA2AE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5FC0A-BC1E-4179-BB43-097BEB710E3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1A11BD-BAAA-169C-A06E-6D90EB0A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89BA74-D458-BE09-A145-A83E0C7AB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20EF5-6FB5-4D6E-9BEC-E8138F23F2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0257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C3B01-093A-E5AF-8487-6B7BBF76E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249539-B2E8-3E94-6E6F-CEC5DCF2D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52946C-4E60-DDAD-8B0A-CFAC7A435F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381875E-B7FC-500F-124F-168FD72E9C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6FCEDA8-3E8E-CE98-E4D3-2840A8A2C9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F8605FB-A8FC-07DF-0056-479D49386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5FC0A-BC1E-4179-BB43-097BEB710E3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13F538A-5DAB-4C23-71AD-CA3A79873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F2BC883-EAE5-B326-524F-CD0047D9A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20EF5-6FB5-4D6E-9BEC-E8138F23F2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6026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BD5A8C-B375-C85D-5754-179F8264A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F87BE10-310D-B3E8-1920-3AE1B9098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5FC0A-BC1E-4179-BB43-097BEB710E3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D90AE95-B16A-C465-E634-CB2F8DCAE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56A9AC8-0DAE-0EA6-AA99-8E816D652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20EF5-6FB5-4D6E-9BEC-E8138F23F2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0151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9FE57E2-A167-F1BD-C0B8-D81259543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5FC0A-BC1E-4179-BB43-097BEB710E3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64EE07E-7900-EF3D-7C03-10D135FD0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6B77A1-1AEB-27FC-2534-26104C0F7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20EF5-6FB5-4D6E-9BEC-E8138F23F2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6134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704B47-A261-FCBC-172A-78FF5CEA1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7DEF95-A4A6-6237-AEAA-0E024658B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CEBE09-BA05-3BF6-9F4B-448940931D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B3D1BB-000D-43CA-E320-B3EA0B8E2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5FC0A-BC1E-4179-BB43-097BEB710E3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D5182C-D0A8-01B1-B77E-1C10CDB18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27A0BC-A5EF-81F9-1C35-C53455F1F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20EF5-6FB5-4D6E-9BEC-E8138F23F2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5993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99F047-4075-3CA0-F501-C5924792C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1B1460C-83AE-3404-3617-B24FE63DAA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1AB3CD1-3C2D-A8C2-E58E-CB4E443620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FC6AEB-2751-D5C9-99A8-BD5B0A4A4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5FC0A-BC1E-4179-BB43-097BEB710E3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753BC2-037C-B7B3-C30E-138A595E6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8FF487-32FC-DB93-3B85-F472F2561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20EF5-6FB5-4D6E-9BEC-E8138F23F2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1324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333790-74FC-7927-AFBE-5F10EA4CF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0CDB7E2-4138-CE37-F0FC-63C666BF58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2EF143-8746-4467-B5E3-685A61C1E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5FC0A-BC1E-4179-BB43-097BEB710E3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4D41FB-77F6-2DF5-663D-C244086E4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5BA794-A0B8-CD34-81AE-8E5611C8E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20EF5-6FB5-4D6E-9BEC-E8138F23F2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4263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3F4186A-32FE-1D53-7EAD-44F41CB468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2316729-2AF8-543D-CAFC-437A3C7F0D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0F0972-FCE1-BC41-789F-B3DAA6FC0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5FC0A-BC1E-4179-BB43-097BEB710E3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CC27B0-6BD6-0503-EEA0-8F7A283B2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2064C8-2CCD-F935-931F-E68624763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20EF5-6FB5-4D6E-9BEC-E8138F23F2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90174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5564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AD73215-EABE-48EE-8531-D03716E5E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9E0C13-D656-029F-CE43-6D06BBEF83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B65985-ADA5-6B26-31B2-44BC862934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45FC0A-BC1E-4179-BB43-097BEB710E3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2DFA01-C7F7-ADA3-7CA9-3E3F36CB68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F6A7FD-B882-A76C-E650-AD1F34A7B4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520EF5-6FB5-4D6E-9BEC-E8138F23F2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8470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09566C8-5949-4632-9965-FE38006633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EED79F-680A-4D3E-8DED-EC4BFA40582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FC6DA7F-F51C-4316-A14D-EF4FDB8D057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论文第 </a:t>
            </a:r>
            <a:r>
              <a:rPr lang="en-US" altLang="zh-CN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5.1 </a:t>
            </a:r>
            <a:r>
              <a:rPr lang="zh-CN" altLang="en-US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5.1</a:t>
            </a:r>
            <a:endParaRPr sz="850">
              <a:solidFill>
                <a:srgbClr val="60606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B6E46-A02C-4F1E-BB84-9D2DA188048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68A9FE-ABAA-46C4-8E11-A09F807E3EA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300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r>
              <a:rPr lang="zh-CN" altLang="en-US" sz="300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与文化入口</a:t>
            </a:r>
            <a:endParaRPr sz="3000" b="1">
              <a:solidFill>
                <a:srgbClr val="2222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08834F-FA97-47CA-A321-0F5ACC3DFDCE}"/>
              </a:ext>
            </a:extLst>
          </p:cNvPr>
          <p:cNvSpPr>
            <a:spLocks noGrp="1"/>
          </p:cNvSpPr>
          <p:nvPr/>
        </p:nvSpPr>
        <p:spPr>
          <a:xfrm>
            <a:off x="3505200" y="1885950"/>
            <a:ext cx="7239000" cy="33909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5F716AE-EFBA-4CD0-97DC-9236CE04BC45}"/>
              </a:ext>
            </a:extLst>
          </p:cNvPr>
          <p:cNvSpPr>
            <a:spLocks noGrp="1"/>
          </p:cNvSpPr>
          <p:nvPr/>
        </p:nvSpPr>
        <p:spPr>
          <a:xfrm>
            <a:off x="3429000" y="1809750"/>
            <a:ext cx="7239000" cy="33909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356942" y="1943100"/>
            <a:ext cx="5383116" cy="299085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74DB6B3-3318-40A8-9A0E-3D6D58E9ED0D}"/>
              </a:ext>
            </a:extLst>
          </p:cNvPr>
          <p:cNvSpPr>
            <a:spLocks noGrp="1"/>
          </p:cNvSpPr>
          <p:nvPr/>
        </p:nvSpPr>
        <p:spPr>
          <a:xfrm>
            <a:off x="3562350" y="1943100"/>
            <a:ext cx="6972300" cy="29908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E05708F-9117-41BC-A7E3-9F3E04750ADA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70.8%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1AFAF73-4A8B-439E-9C95-FBBE276C48A2}"/>
              </a:ext>
            </a:extLst>
          </p:cNvPr>
          <p:cNvSpPr>
            <a:spLocks noGrp="1"/>
          </p:cNvSpPr>
          <p:nvPr/>
        </p:nvSpPr>
        <p:spPr>
          <a:xfrm>
            <a:off x="742950" y="21717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0143B26-83C4-4865-B75F-98941F38CE77}"/>
              </a:ext>
            </a:extLst>
          </p:cNvPr>
          <p:cNvSpPr>
            <a:spLocks noGrp="1"/>
          </p:cNvSpPr>
          <p:nvPr/>
        </p:nvSpPr>
        <p:spPr>
          <a:xfrm>
            <a:off x="742950" y="22479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公园绿地 </a:t>
            </a:r>
            <a:r>
              <a:rPr lang="en-US" altLang="zh-CN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+ </a:t>
            </a: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自然景观</a:t>
            </a:r>
            <a:endParaRPr sz="13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F8472AA-CCF4-42DB-AF84-1EAD709BC351}"/>
              </a:ext>
            </a:extLst>
          </p:cNvPr>
          <p:cNvSpPr>
            <a:spLocks noGrp="1"/>
          </p:cNvSpPr>
          <p:nvPr/>
        </p:nvSpPr>
        <p:spPr>
          <a:xfrm>
            <a:off x="742950" y="25908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3.8%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C430E1B-83B7-47A6-A91B-5CF3F8F06A69}"/>
              </a:ext>
            </a:extLst>
          </p:cNvPr>
          <p:cNvSpPr>
            <a:spLocks noGrp="1"/>
          </p:cNvSpPr>
          <p:nvPr/>
        </p:nvSpPr>
        <p:spPr>
          <a:xfrm>
            <a:off x="742950" y="29527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DE8E670C-7621-469D-A525-B351F1A8EC50}"/>
              </a:ext>
            </a:extLst>
          </p:cNvPr>
          <p:cNvSpPr>
            <a:spLocks noGrp="1"/>
          </p:cNvSpPr>
          <p:nvPr/>
        </p:nvSpPr>
        <p:spPr>
          <a:xfrm>
            <a:off x="742950" y="30289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文化体验类入口</a:t>
            </a:r>
            <a:endParaRPr sz="13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B7C399C-1C25-468D-AF61-694759AE5374}"/>
              </a:ext>
            </a:extLst>
          </p:cNvPr>
          <p:cNvSpPr>
            <a:spLocks noGrp="1"/>
          </p:cNvSpPr>
          <p:nvPr/>
        </p:nvSpPr>
        <p:spPr>
          <a:xfrm>
            <a:off x="742950" y="33718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82.1%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50F6341-5ED3-44CA-8233-C49B6D7CE5E2}"/>
              </a:ext>
            </a:extLst>
          </p:cNvPr>
          <p:cNvSpPr>
            <a:spLocks noGrp="1"/>
          </p:cNvSpPr>
          <p:nvPr/>
        </p:nvSpPr>
        <p:spPr>
          <a:xfrm>
            <a:off x="742950" y="37338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94A3799-443D-4515-B099-7282EB78CAB6}"/>
              </a:ext>
            </a:extLst>
          </p:cNvPr>
          <p:cNvSpPr>
            <a:spLocks noGrp="1"/>
          </p:cNvSpPr>
          <p:nvPr/>
        </p:nvSpPr>
        <p:spPr>
          <a:xfrm>
            <a:off x="742950" y="38100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四镇街 </a:t>
            </a:r>
            <a:r>
              <a:rPr lang="en-US" altLang="zh-CN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合计占比</a:t>
            </a:r>
            <a:endParaRPr sz="13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32D1C45-B2D7-472F-94F4-D690FC14E3D4}"/>
              </a:ext>
            </a:extLst>
          </p:cNvPr>
          <p:cNvSpPr>
            <a:spLocks noGrp="1"/>
          </p:cNvSpPr>
          <p:nvPr/>
        </p:nvSpPr>
        <p:spPr>
          <a:xfrm>
            <a:off x="742950" y="4991100"/>
            <a:ext cx="2286000" cy="3619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九江仅 </a:t>
            </a:r>
            <a:r>
              <a:rPr lang="en-US" altLang="zh-CN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 </a:t>
            </a:r>
            <a:r>
              <a:rPr lang="zh-CN" altLang="en-US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条 </a:t>
            </a:r>
            <a:r>
              <a:rPr lang="en-US" altLang="zh-CN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/ 1.92%</a:t>
            </a:r>
            <a:r>
              <a:rPr lang="zh-CN" altLang="en-US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，提醒不能只按总体热度判断。</a:t>
            </a:r>
            <a:endParaRPr sz="12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FC35D10-3CA5-71CE-FB54-4FE6B448199E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| </a:t>
            </a:r>
            <a:r>
              <a:rPr lang="zh-CN" altLang="en-US" sz="150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错位识别与空间结果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B7487E76-D088-CF2E-AD2F-693625894200}"/>
              </a:ext>
            </a:extLst>
          </p:cNvPr>
          <p:cNvSpPr txBox="1"/>
          <p:nvPr/>
        </p:nvSpPr>
        <p:spPr>
          <a:xfrm>
            <a:off x="889000" y="1308100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POI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总量不弱，但文化体验类入口占比低。</a:t>
            </a:r>
          </a:p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桂城、里水等旅游供给强，九江等片区不能只按热度判断。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C7BAE93-72A9-D33E-9901-25F50E12C3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878130" y="0"/>
            <a:ext cx="1149927" cy="4572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0DE54D9-6068-01E2-D2ED-E71D5F9C5907}"/>
              </a:ext>
            </a:extLst>
          </p:cNvPr>
          <p:cNvSpPr txBox="1"/>
          <p:nvPr/>
        </p:nvSpPr>
        <p:spPr>
          <a:xfrm>
            <a:off x="11353800" y="6457950"/>
            <a:ext cx="5334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950" b="1">
                <a:solidFill>
                  <a:srgbClr val="5C3D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endParaRPr lang="zh-CN" altLang="en-US" sz="950" b="1">
              <a:solidFill>
                <a:srgbClr val="5C3D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3413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</Words>
  <Application>Microsoft Office PowerPoint</Application>
  <PresentationFormat>自定义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2026-06-03T12:49:40Z</dcterms:created>
  <dcterms:modified xsi:type="dcterms:W3CDTF">2026-06-03T12:49:40Z</dcterms:modified>
</cp:coreProperties>
</file>