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6F4B6-0FC8-4559-B40B-760DB831591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8DF36-AB78-4871-93EE-5CCDEB12B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15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43249-4DAB-90DA-545C-589A8FF3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A76AA9-8B19-C484-6664-A126177F9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FEBC51-3A6B-FF92-B03E-FB39EC38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0A8E68-D51E-6B0F-ABD3-8DDA76A1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6C989A-6188-FFAC-A501-2FB8A90D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1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13FB8-E4F9-595D-4BB8-F3920E72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E055B7-FBF9-3189-702C-8F45874A7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0A0691-4592-F8AB-11B4-13187CCFE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701C5B-4FAD-F045-AC27-F449C35D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9803AB-9F4A-D1CE-30B6-ED13E293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42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0D7C4-679B-EBB8-A0A5-FAF7CB97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424FFE-07C3-9228-409B-95C869FC5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7AAC82-73F6-1BFF-3333-C1EB32DB2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9C5817-C320-CAC5-EC16-EE703C633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A6CBAF-A936-A541-98A0-43EB3BD7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7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B49AA-5E65-C319-0DC8-2A01C6859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4958B4-580B-8FFD-801B-F0420A9F2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74FFB8-FE5D-E6A5-1E12-4B95C6995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B72D29-8ECF-7029-0DE1-726C51E7F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FB00B2-0877-4119-B734-2BCD74DD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747487-48A1-4D04-3D9D-6D783E814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00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9313E-A530-1159-D2BE-E1EBC2972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0B8297-AAC6-5B84-6E76-BF0B7E21F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44D23E-A7F5-C6B4-46AD-8481F0DD1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570796-0993-F766-A4C2-D93BB90FD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A1D05D-309C-7E76-E666-11C754588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A8BC0E-6D4D-7158-64BE-5DB8F3F0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53B71A-1F46-8489-CB20-C184D136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438679-794C-DD64-09AF-C35612A2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40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76389-99C3-0D1B-E724-D33570F5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BE9C5C-3D63-2467-C476-15BE259E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C6E13E-088A-E167-71C5-B9EBE1C2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38ADDB-4AE2-1A7E-A128-DB8F7DCC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433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AE911B-2472-9C46-64D4-9DD2BF6B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8756E7-A6C7-ABF7-1E5B-E46E43F57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F37F4A-7202-A39B-B008-9C91AB250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95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251C8-FADA-76E1-A691-3830C5202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93292A-F5F0-3576-00DF-45C9B9A90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AFE6C4-2463-10C8-702D-3673F9619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05B695-3D17-41A0-E4C1-33D98D78D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32894A-6F83-60AA-0064-3B92CC3E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F806A8-FC45-9532-114C-78C2CFDD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26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26888-ACB6-8386-C749-C0609E58A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2D00DB-0E08-C5D9-98B5-9873EE0B7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5EB56E-F56A-2D86-D4E0-A754DF8FD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D6D3B6-90AF-FA43-39FE-0892A226D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D25A08-9B17-307C-0E84-88D79EDAB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7751CF-61F3-71E5-EDE8-1BBD2B49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28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F4A61-2189-0921-CBD1-A1BD01E7C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B4DD57-A320-45A5-120B-9055977B8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98101E-AC4E-B4B5-5E1E-FBD64FDE9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C3AD66-2371-23C2-343C-DBDEE86F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1EBC8-DB62-6F5C-DAC9-039D6A89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08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FAD781-DB1F-785E-7734-AAE48092BB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7EB234-8D43-DBAE-D868-E3D2D185F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421F9C-FF89-C133-46AC-20FB46DE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B0F82F-1AAC-EAD8-B538-55CA41CF8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16741A-7C55-130A-9130-2BC2A11F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05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05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337BCB-2AC3-8E2F-A044-239FCF5A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52C250-F788-55F0-A098-2B2DBF5E4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5F69DC-590F-0F12-5BC2-26E838B35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C9735-740E-438E-88E5-6F41A09F744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B25830-20FD-E2D3-B88D-23F123792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73B5DB-AD6A-7D3C-C84C-FCF916029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95C4A-34B5-461F-86C3-14ECF3F88A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17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6.5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九江潜力识别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88836" y="19431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DD031D1-EF36-1A24-98E4-2E5534BB29C6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占比低，但非遗和历史村落线索集中。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低热度既有转化不足，也可能有数据口径低估。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84995778-3B6E-6513-0AFE-951B4472C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2767E9D-429E-3906-5F2C-E225B4E2C65B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自定义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2026-06-03T12:49:42Z</dcterms:created>
  <dcterms:modified xsi:type="dcterms:W3CDTF">2026-06-03T12:49:42Z</dcterms:modified>
</cp:coreProperties>
</file>