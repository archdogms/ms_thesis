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官方资源空间化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网格覆盖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17200" y="21590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693400" y="22479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693400" y="24765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官方资源扩展记录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17200" y="29972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693400" y="30861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693400" y="33147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不可移动文物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17200" y="38354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693400" y="39243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693400" y="41529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博物馆 </a:t>
            </a:r>
            <a:r>
              <a:rPr lang="en-US" altLang="zh-CN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</a:t>
            </a: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历史文化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17200" y="46736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693400" y="47625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693400" y="49911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纯新增候选资源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17200" y="5511800"/>
            <a:ext cx="1041400" cy="66040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693400" y="5600700"/>
            <a:ext cx="889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693400" y="5829300"/>
            <a:ext cx="889000" cy="2794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扩展锚点库总量</a:t>
            </a:r>
            <a:endParaRPr sz="10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09AC39-5D33-6237-2AAF-A2F3C330177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56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2026-06-03T03:47:48Z</dcterms:modified>
</cp:coreProperties>
</file>