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3343289"/>
            <a:ext cx="6920000" cy="408623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048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7048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6781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2098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5527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29146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29908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 POI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3337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6957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7719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平台评论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1148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4767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5529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2578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3340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2937534"/>
            <a:ext cx="1030000" cy="480131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134448"/>
            <a:ext cx="1420000" cy="746304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1750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5085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4925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2624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2624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5085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29914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2747411"/>
            <a:ext cx="1030000" cy="860377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文化实体关系</a:t>
            </a:r>
          </a:p>
          <a:p>
            <a:pPr algn="ctr"/>
            <a:r>
              <a:rPr 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1750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174299"/>
            <a:ext cx="6200000" cy="286603"/>
          </a:xfrm>
          <a:prstGeom prst="roundRect">
            <a:avLst/>
          </a:prstGeom>
          <a:noFill/>
          <a:ln>
            <a:noFill/>
          </a:ln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lang="zh-CN" altLang="en-US" sz="13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3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lide05 Explain Box">
            <a:extLst>
              <a:ext uri="{FF2B5EF4-FFF2-40B4-BE49-F238E27FC236}">
                <a16:creationId xmlns:a16="http://schemas.microsoft.com/office/drawing/2014/main" id="{F6BC5028-7A7A-A9E0-1C0A-34DB09A14653}"/>
              </a:ext>
            </a:extLst>
          </p:cNvPr>
          <p:cNvSpPr/>
          <p:nvPr/>
        </p:nvSpPr>
        <p:spPr>
          <a:xfrm>
            <a:off x="965200" y="5600700"/>
            <a:ext cx="6794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5 Explain Text">
            <a:extLst>
              <a:ext uri="{FF2B5EF4-FFF2-40B4-BE49-F238E27FC236}">
                <a16:creationId xmlns:a16="http://schemas.microsoft.com/office/drawing/2014/main" id="{29983031-13E0-D379-3AA5-6B56AE92A7B2}"/>
              </a:ext>
            </a:extLst>
          </p:cNvPr>
          <p:cNvSpPr txBox="1"/>
          <p:nvPr/>
        </p:nvSpPr>
        <p:spPr>
          <a:xfrm>
            <a:off x="1117600" y="5727700"/>
            <a:ext cx="64897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这页要讲的是数据如何被统一到同一空间口径：典籍与官方名录提供文化侧，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与评论提供旅游侧，二者通过载体锚点和 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网格进入同一张分析底图。</a:t>
            </a:r>
          </a:p>
        </p:txBody>
      </p:sp>
      <p:sp>
        <p:nvSpPr>
          <p:cNvPr id="37" name="Slide05 Explain Label">
            <a:extLst>
              <a:ext uri="{FF2B5EF4-FFF2-40B4-BE49-F238E27FC236}">
                <a16:creationId xmlns:a16="http://schemas.microsoft.com/office/drawing/2014/main" id="{0EFF367E-DE85-CE0F-0B84-E01E0C18982B}"/>
              </a:ext>
            </a:extLst>
          </p:cNvPr>
          <p:cNvSpPr txBox="1"/>
          <p:nvPr/>
        </p:nvSpPr>
        <p:spPr>
          <a:xfrm>
            <a:off x="1117600" y="54737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575EAE2-CFF3-EEDB-AFA2-5F47087587E6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典籍、官方名录、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与评论统一到 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网格后，文化与旅游才可同尺度比较。</a:t>
            </a:r>
          </a:p>
        </p:txBody>
      </p:sp>
      <p:cxnSp>
        <p:nvCxnSpPr>
          <p:cNvPr id="41" name="Round8 CoreClaim Rule">
            <a:extLst>
              <a:ext uri="{FF2B5EF4-FFF2-40B4-BE49-F238E27FC236}">
                <a16:creationId xmlns:a16="http://schemas.microsoft.com/office/drawing/2014/main" id="{CA4ABE75-466E-708C-82F5-ABB31D459F82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223</Words>
  <Application>Microsoft Office PowerPoint</Application>
  <DocSecurity>0</DocSecurity>
  <PresentationFormat>宽屏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2026-06-03T03:47:46Z</dcterms:modified>
</cp:coreProperties>
</file>