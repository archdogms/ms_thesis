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0E65C9D-0AB0-432A-98DE-7EB3D3467A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5C8001-27F6-4179-B75F-E11F038631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110045-98E8-49F0-9EEB-732572267F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12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A6E7CB1-8D17-4824-AAE7-E555B3667B7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6.3 节、图 6.3、表 5.1.2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0DFC15-1377-4F8F-A4A2-F945637C2AA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0420F9-C075-494A-A88C-2B1909B06E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镇街对比：热度与文化分离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C55F06E-B532-4317-AA93-E371B21BA4FF}"/>
              </a:ext>
            </a:extLst>
          </p:cNvPr>
          <p:cNvSpPr>
            <a:spLocks noGrp="1"/>
          </p:cNvSpPr>
          <p:nvPr/>
        </p:nvSpPr>
        <p:spPr>
          <a:xfrm>
            <a:off x="3505200" y="21145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A4C0B9C-59FB-4FC0-B11C-E6746AD472B8}"/>
              </a:ext>
            </a:extLst>
          </p:cNvPr>
          <p:cNvSpPr>
            <a:spLocks noGrp="1"/>
          </p:cNvSpPr>
          <p:nvPr/>
        </p:nvSpPr>
        <p:spPr>
          <a:xfrm>
            <a:off x="3429000" y="20383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97331" y="2171700"/>
            <a:ext cx="5302338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9F822BA-2489-437B-AA70-8B7EA3103924}"/>
              </a:ext>
            </a:extLst>
          </p:cNvPr>
          <p:cNvSpPr>
            <a:spLocks noGrp="1"/>
          </p:cNvSpPr>
          <p:nvPr/>
        </p:nvSpPr>
        <p:spPr>
          <a:xfrm>
            <a:off x="3562350" y="21717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6659BAD-58F1-47CE-ABC1-05A899D43004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4,174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48D6BF-08D6-4B18-8119-5F4DD23B398A}"/>
              </a:ext>
            </a:extLst>
          </p:cNvPr>
          <p:cNvSpPr>
            <a:spLocks noGrp="1"/>
          </p:cNvSpPr>
          <p:nvPr/>
        </p:nvSpPr>
        <p:spPr>
          <a:xfrm>
            <a:off x="742950" y="24003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3B9AD86-22D8-4A5C-A2D4-48E543B6E273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桂城 POI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5772D12-FC4F-4A0B-84CE-9C298CB511F3}"/>
              </a:ext>
            </a:extLst>
          </p:cNvPr>
          <p:cNvSpPr>
            <a:spLocks noGrp="1"/>
          </p:cNvSpPr>
          <p:nvPr/>
        </p:nvSpPr>
        <p:spPr>
          <a:xfrm>
            <a:off x="742950" y="28194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2,625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1D682C-0DA6-42C0-BD6E-1CC22344EA09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F53EDE6-6D8B-4A91-82E9-E8332752FE19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里水 POI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419412-5CBB-43C2-92CC-23E2354207F2}"/>
              </a:ext>
            </a:extLst>
          </p:cNvPr>
          <p:cNvSpPr>
            <a:spLocks noGrp="1"/>
          </p:cNvSpPr>
          <p:nvPr/>
        </p:nvSpPr>
        <p:spPr>
          <a:xfrm>
            <a:off x="742950" y="36004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A875AE7-6E41-419D-8231-59E277E12A91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E2F11E0-BF8B-4708-9E45-38542D5C5A4B}"/>
              </a:ext>
            </a:extLst>
          </p:cNvPr>
          <p:cNvSpPr>
            <a:spLocks noGrp="1"/>
          </p:cNvSpPr>
          <p:nvPr/>
        </p:nvSpPr>
        <p:spPr>
          <a:xfrm>
            <a:off x="742950" y="40386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POI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86A2D56-8FB9-4B4A-B50E-5F39C6066686}"/>
              </a:ext>
            </a:extLst>
          </p:cNvPr>
          <p:cNvSpPr>
            <a:spLocks noGrp="1"/>
          </p:cNvSpPr>
          <p:nvPr/>
        </p:nvSpPr>
        <p:spPr>
          <a:xfrm>
            <a:off x="742950" y="43815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B0F6F6-C744-4F4D-9C36-C8196239AECD}"/>
              </a:ext>
            </a:extLst>
          </p:cNvPr>
          <p:cNvSpPr>
            <a:spLocks noGrp="1"/>
          </p:cNvSpPr>
          <p:nvPr/>
        </p:nvSpPr>
        <p:spPr>
          <a:xfrm>
            <a:off x="742950" y="47434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1F81F2E-6D96-4F77-825E-B6F16058EE76}"/>
              </a:ext>
            </a:extLst>
          </p:cNvPr>
          <p:cNvSpPr>
            <a:spLocks noGrp="1"/>
          </p:cNvSpPr>
          <p:nvPr/>
        </p:nvSpPr>
        <p:spPr>
          <a:xfrm>
            <a:off x="742950" y="48196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POI 占比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E18AC17-E70C-4CAD-AE5F-DDD31595208E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西樵、九江、丹灶文化载体更厚，说明补旅游条件和补文化内容是两类任务。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1626245-486A-BB3E-9502-1BFEC640BF3F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1006342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50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39</cp:revision>
  <dcterms:created xsi:type="dcterms:W3CDTF">2026-06-02T06:15:18Z</dcterms:created>
  <dcterms:modified xsi:type="dcterms:W3CDTF">2026-06-03T03:47:48Z</dcterms:modified>
</cp:coreProperties>
</file>