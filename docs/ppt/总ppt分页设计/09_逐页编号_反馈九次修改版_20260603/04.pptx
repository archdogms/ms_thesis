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8674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研究对象不是完整景区边界，而是可定位、可匹配、可比较的景点级文旅载体。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157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2026-06-03T03:47:46Z</dcterms:modified>
</cp:coreProperties>
</file>