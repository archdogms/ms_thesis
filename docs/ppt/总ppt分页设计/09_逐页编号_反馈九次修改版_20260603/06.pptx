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四类指数进入错位分层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文化记忆指数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官方认证指数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THI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旅游热度指数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错位指数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067300"/>
            <a:ext cx="60960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= THI - 0.5CMI - 0.5OAI；THI 表示旅游热度，不能替代文化识别。</a:t>
            </a: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19812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1844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典籍提及与图谱中心性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1844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文物、非遗等官方认定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7338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、评分与评论热度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7338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识别文化与旅游的相对错位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006600"/>
            <a:ext cx="6019800" cy="3810000"/>
          </a:xfrm>
          <a:prstGeom prst="round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1082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6007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5969000"/>
            <a:ext cx="58674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10" name="Slide06 Explain Box">
            <a:extLst>
              <a:ext uri="{FF2B5EF4-FFF2-40B4-BE49-F238E27FC236}">
                <a16:creationId xmlns:a16="http://schemas.microsoft.com/office/drawing/2014/main" id="{6B261580-B41D-3C6C-9539-BFD7AD92DB15}"/>
              </a:ext>
            </a:extLst>
          </p:cNvPr>
          <p:cNvSpPr/>
          <p:nvPr/>
        </p:nvSpPr>
        <p:spPr>
          <a:xfrm>
            <a:off x="965200" y="5054600"/>
            <a:ext cx="4114800" cy="685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06 Explain Text">
            <a:extLst>
              <a:ext uri="{FF2B5EF4-FFF2-40B4-BE49-F238E27FC236}">
                <a16:creationId xmlns:a16="http://schemas.microsoft.com/office/drawing/2014/main" id="{1D5EBF2D-FC21-76FF-D114-963B57CB89A7}"/>
              </a:ext>
            </a:extLst>
          </p:cNvPr>
          <p:cNvSpPr txBox="1"/>
          <p:nvPr/>
        </p:nvSpPr>
        <p:spPr>
          <a:xfrm>
            <a:off x="1117600" y="5181600"/>
            <a:ext cx="3810000" cy="4452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55" name="Slide06 Explain Label">
            <a:extLst>
              <a:ext uri="{FF2B5EF4-FFF2-40B4-BE49-F238E27FC236}">
                <a16:creationId xmlns:a16="http://schemas.microsoft.com/office/drawing/2014/main" id="{C63B0EF8-3101-D4DC-8DC3-1E3122515136}"/>
              </a:ext>
            </a:extLst>
          </p:cNvPr>
          <p:cNvSpPr txBox="1"/>
          <p:nvPr/>
        </p:nvSpPr>
        <p:spPr>
          <a:xfrm>
            <a:off x="1117600" y="49276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D6E0F18-D057-6B5E-6A52-20827EF879DF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表示文化与制度基础，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表示旅游热度，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用来识别相对错位。</a:t>
            </a:r>
          </a:p>
        </p:txBody>
      </p:sp>
      <p:cxnSp>
        <p:nvCxnSpPr>
          <p:cNvPr id="57" name="Round8 CoreClaim Rule">
            <a:extLst>
              <a:ext uri="{FF2B5EF4-FFF2-40B4-BE49-F238E27FC236}">
                <a16:creationId xmlns:a16="http://schemas.microsoft.com/office/drawing/2014/main" id="{838B40D4-59BC-4146-348F-C0066B1BE5BF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164</Words>
  <Application>Microsoft Office PowerPoint</Application>
  <DocSecurity>0</DocSecurity>
  <PresentationFormat>宽屏</PresentationFormat>
  <Paragraphs>34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2026-06-03T03:47:46Z</dcterms:modified>
</cp:coreProperties>
</file>