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评论知识图谱用于检验“热度”是否转化为文化感知，不能用评论量直接替代文化识别。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评论图谱回答游客实际感知到了什么，用来复核旅游热度是否真正转化为文化识别。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9 Slide16 KG Shadow">
            <a:extLst>
              <a:ext uri="{FF2B5EF4-FFF2-40B4-BE49-F238E27FC236}">
                <a16:creationId xmlns:a16="http://schemas.microsoft.com/office/drawing/2014/main" id="{DEA8D773-FEE8-0632-8CBB-63769DC83417}"/>
              </a:ext>
            </a:extLst>
          </p:cNvPr>
          <p:cNvSpPr/>
          <p:nvPr/>
        </p:nvSpPr>
        <p:spPr>
          <a:xfrm>
            <a:off x="781050" y="1924050"/>
            <a:ext cx="72390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ound9 Slide16 KG Frame">
            <a:extLst>
              <a:ext uri="{FF2B5EF4-FFF2-40B4-BE49-F238E27FC236}">
                <a16:creationId xmlns:a16="http://schemas.microsoft.com/office/drawing/2014/main" id="{6A5273EF-BF22-93DB-557E-F80AE9A6E050}"/>
              </a:ext>
            </a:extLst>
          </p:cNvPr>
          <p:cNvSpPr/>
          <p:nvPr/>
        </p:nvSpPr>
        <p:spPr>
          <a:xfrm>
            <a:off x="704850" y="1847850"/>
            <a:ext cx="72390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Round9 Slide16 CommentKG Overview">
            <a:extLst>
              <a:ext uri="{FF2B5EF4-FFF2-40B4-BE49-F238E27FC236}">
                <a16:creationId xmlns:a16="http://schemas.microsoft.com/office/drawing/2014/main" id="{F67B5861-AA94-14DA-88EF-AAD5D28D194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943100"/>
            <a:ext cx="4724400" cy="3962400"/>
          </a:xfrm>
          <a:prstGeom prst="rect">
            <a:avLst/>
          </a:prstGeom>
        </p:spPr>
      </p:pic>
      <p:sp>
        <p:nvSpPr>
          <p:cNvPr id="37" name="Round9 Slide16 KG Caption">
            <a:extLst>
              <a:ext uri="{FF2B5EF4-FFF2-40B4-BE49-F238E27FC236}">
                <a16:creationId xmlns:a16="http://schemas.microsoft.com/office/drawing/2014/main" id="{129FB4DA-C668-BDB4-D550-DD47EF862AE4}"/>
              </a:ext>
            </a:extLst>
          </p:cNvPr>
          <p:cNvSpPr txBox="1"/>
          <p:nvPr/>
        </p:nvSpPr>
        <p:spPr>
          <a:xfrm>
            <a:off x="1041400" y="5943600"/>
            <a:ext cx="622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6.10  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游客评论文化识别知识图谱：以 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为中心，连接评论实体与体验主题。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103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2026-06-03T03:47:48Z</dcterms:modified>
</cp:coreProperties>
</file>