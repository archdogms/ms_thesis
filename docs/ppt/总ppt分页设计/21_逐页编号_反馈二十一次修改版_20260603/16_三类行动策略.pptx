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276E8-70FD-4552-B536-146AD8E925F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2898D-D106-4272-A261-9A607EF71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2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9B581-B390-BDFD-EBE4-C6282B46E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218551-51CF-356D-6BED-186B8F005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8F1F4-AE29-3DAD-9627-3418B3C6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C5A4D-63EB-CE49-B664-F42A6574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5C07D-7948-762E-034D-58852DA4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85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79094-74E9-B7A9-834F-4A48665C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8D1AF-09B4-D1DB-B922-5DD03C0D2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F26305-3CF8-B8BD-C999-D8C6935B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8F4F0-449D-6496-3CDC-4BCB66A2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12FA9-D91A-BAE5-5AF1-2A5776FA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1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5D52D-6AF5-57D5-0186-88022872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11FE4A-28F0-A9D1-CEEA-27879EBB3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347A2-B194-37CE-3F59-B63FF022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DCDD83-181C-5041-1B49-10C9F778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109F16-7BB2-1E92-B31E-FDD2FE57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89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0A1DC-348B-9A4B-F683-E6CCA32A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5280E2-7BEE-2063-7703-BC8B33D20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06B2F1-76C2-9C4E-2175-DE28648E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870754-83BE-C86B-E48A-62DA4AA1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43F0CF-5BFE-6611-E386-1C170A64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5968DC-0939-B6E7-B3E3-5CE170D1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5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2E283-64C6-EC5F-286A-902D0D29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25BEEC-7B0E-E8C7-0110-D5E20E367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9144D5-AAC3-8B90-E8DC-28FA21C64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E7174-2880-BA15-3FAC-BDF8E250A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2FA895-1708-9F16-BC18-84598F8FB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27E6FB-04ED-B962-5378-AD35CD01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2DD95A-3F67-0A03-C8B5-D3639253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B4D7CA-1DF3-F233-6EA5-ABBA158F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82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D9B55-49FB-E24D-56ED-E05F907C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7750DA-FC41-527F-AC2F-03305B70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89AE04-CE99-252F-4B71-C031CABC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5EC1FB-1DB0-DBEA-1F5C-029D20B2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20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6A9257-64E2-19E8-A595-BBCCD8FA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61969A-9AC4-FA7F-9932-E4ABF9F4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5CFBBE-527B-8FC2-3F76-49CCA8DC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45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40E2A-F7D0-598D-3D23-61092BFA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7E23AA-35AA-E20D-51D7-DF9B35494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3B46C-CD64-B7B4-A7FB-EFCC90E17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7DB81D-5453-3DAA-939D-B4D83CCD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8EB66-721F-B6F8-038F-0D2CB0D6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C68DE-404E-DE90-A9D5-38E4DE90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5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29156-9245-397B-29C4-7C6EB123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110964-0B7C-44CB-E9CE-0EDCC1900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987D6-87E3-B362-7064-607059036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1B8B5-7BF5-7837-3905-A0BECFA0C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09A3E-AF95-47C0-49B7-AD5F49E4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4E074C-41BB-140C-A1F8-9872430C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53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72898-D383-D707-48A9-45B5F135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AD2F4-BEDF-A350-CFF0-B7D6C159F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0A5E2D-5BFE-595B-6201-AC65CCDC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EECADC-3E5E-9753-49C8-185153E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F59A66-1634-EFFA-B3F1-A19F8499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55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C6125C-91FB-BB38-5F4E-68CEB5196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C1C880-BD26-8D7A-DCAA-0B71CB852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AEE01-CA65-C905-25BE-5864C806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F468B-F646-69BD-4B5B-F1429C43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95D47-56AC-A20C-B1DF-D283FA7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47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361409-3D9B-DE5A-AED6-E2009C23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49BA74-FCB3-D955-28B1-BCBAB53A5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34AA6-ACA0-ADE6-8FA0-7929F58B9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5A435-C9AA-486A-9511-CE47794E52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751905-AE0A-288D-7BDF-495CC8D92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2E9F57-262E-FD11-3BA9-FDADF5E4F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03936-6146-42C4-8FC0-B42DABC08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0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713931-B41A-0E67-990C-AF3338C2FFBB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2026-06-03T12:34:13Z</dcterms:created>
  <dcterms:modified xsi:type="dcterms:W3CDTF">2026-06-03T12:34:13Z</dcterms:modified>
</cp:coreProperties>
</file>