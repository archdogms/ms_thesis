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F95AE-E4FC-4024-BB65-B97EE9F8F2B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8E2CC-BE10-43F0-9509-75BB34B84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562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9D3EC-541D-6AFD-33F4-53DEE3D6E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88946B-B95B-48C4-A5B2-CEF9D5BA9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E6DE12-074F-7C73-0DC8-189D7527D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6076E-483B-BF0B-EB66-4B5203CE4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104693-90C0-775D-15F3-B83A4EC8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50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C2CA3-DDFD-2A6B-8BDD-5CBBAF28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91F8EC-750E-4455-2F09-10ACBB22D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B7B5B3-42CD-4A39-6DFD-F9D1555D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AA1D00-D861-DA40-8633-A8B427CC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83E8F4-4444-8EB3-C464-DDA25797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19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7AA54-1B1A-E8C6-D51F-49B80C475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EC4539-040E-656F-8CED-4B866626E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61202A-547A-778D-E562-289D60FBE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03BD96-D660-7AE4-E63F-82DCB328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FA0674-7640-B04A-8AA9-DE7707A6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78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6C3FB-C173-FBDA-F587-7333A0E1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220313-8DC1-96CD-9EB7-DEDB54BDB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EA02DE-7B05-057B-B78F-404CB1650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8E7ECD-00EB-AC23-98BD-4292BE33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8D201C-25E2-1C5F-88C3-EDEEBD11C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65470A-4ACF-88D5-A021-D507F43A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38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E7A26-6F88-A647-8A06-6FDCFE30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5B242D-FA4E-4674-844A-C82631437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F024A6-5B00-AA68-248B-620D16B8F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9E6F5B-CC79-CD04-533C-255F74E8F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571F5E-5145-7DE3-6480-046E18A89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50D338-CE30-39E9-9F37-AB745CC0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F7678B8-53AA-53A5-1382-BD8B33664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11944B3-F535-C85B-67B9-2F5851E4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820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70FA39-5D9C-9263-1301-63E292D1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75B0E3-025D-B01F-9A57-FC7B8D6AB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2CDCDF-9A16-309E-2DA3-A03C645B9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CD3A78-A934-6DA4-2A74-0543F4FC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911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FF8E04-E601-F2B4-0B45-0B09E149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EDB2F9-D248-82D9-BDCA-5901B6EE0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B3DF07-B935-C696-F16E-5A6CC4C8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589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30CBB-F885-8463-031E-7DE5D768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5D2502-6386-8D68-DF94-114577970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A3AB13-F259-74E2-1470-2A3461659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99DE20-7991-5DCE-959A-33F080CD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37B5DC-89EA-69D8-0288-92E92FDA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6FDC11-34BD-8B7A-C774-ADD629777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94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4AB3F-3982-1C51-EEF7-3A8F4061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C9C910-98F8-184E-7627-6C70E9463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8649DE-0566-CEE2-EF99-4689F89DD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F8E1B1-9242-E2B9-1CEB-1714C2F5F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9A987-1F50-F49E-0625-6C20C3E2F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9A5925-F93C-CE24-DB86-2E955E18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25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96390-B6EC-AFC7-1473-D3EE1E0BB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2C440D-562F-2EDA-3EF9-7BB3E1DF5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02DF19-992D-22D5-A541-43B086C3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23631-FBFC-9DDD-9779-6D4A354A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323156-9FC9-4791-0749-004CD7A0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772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4FD7311-7150-1609-1A87-367489695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95CD56-2D39-194E-ED5A-3E3E4FA32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D84B81-4726-45A3-8E3E-893842213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D6B05A-7D2C-49D2-12E9-5A3784529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BC2A11-3FC1-AD3C-D675-6E1DD5DE6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586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3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A4A6F8-0CBC-BC5D-6387-023DBC2F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4DCA90-B715-5EB8-CFF9-DCE293B93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B36175-E010-C5D1-9EEA-70D35238A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53F75-92FA-4413-BC81-4086CEE1FD6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842534-A64C-81B5-E9E0-F5F637364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DDF9B4-E4D4-800B-2460-4986AE874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BCDA7-D1FA-45BA-9E4C-27B096503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67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6.5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九江潜力识别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19431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DD031D1-EF36-1A24-98E4-2E5534BB29C6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占比低，但非遗和历史村落线索集中。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低热度既有转化不足，也可能有数据口径低估。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1B7F103-A3A9-B59D-5CF8-5B2C358335E0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Microsoft Office PowerPoint</Application>
  <PresentationFormat>自定义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2026-06-03T12:34:12Z</dcterms:created>
  <dcterms:modified xsi:type="dcterms:W3CDTF">2026-06-03T12:34:12Z</dcterms:modified>
</cp:coreProperties>
</file>