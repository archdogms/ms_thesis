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58FF8-C645-46D1-95FF-DA5D6521CD7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6C51F-0075-4C25-8A15-E9A96811D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8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A3F32-853F-CCDE-9827-4047A34F6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093FA-A281-A7C2-42B4-F1A5BCBA5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6EDFD-05D5-F0E5-40CE-AEA24BE0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ADDFF-F989-6DA3-A7E8-0C416C65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20A0A4-A79D-E3D7-438B-A1D8B56A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8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F8D19-4F09-B44B-27BC-EE59F634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6E6B8-2B55-8F58-8846-C2FCA06C7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B4622-86EA-10F8-E100-E6A7CFE9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0315AB-D7CF-D96C-3ED3-C2FBC64D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56726-4759-0E24-F75A-786C5DA4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17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B574A-7184-2A24-2450-3F0066B0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ADAF2-F13C-31D2-DBAE-8FF375435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EC1DA-3A08-9A8A-6F25-EBD1754F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14526-2AC6-F82B-10FB-36DA2D62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D900E-2CEE-06C9-709B-9A84C41A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04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04CCA-4913-2A5E-E4BB-F04176D0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A4B83-9584-48C0-3014-0D531C529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A77AB6-FC3F-FC6C-0643-BEF229B0E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D5D16F-4383-2B95-A865-405B44C9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43ADC1-69D3-57D3-6E51-9A0F8A9A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A81B37-3DF4-567D-184E-708926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73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87753-CD68-74D3-1904-A81E6290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E3071-2E45-9FCF-2983-843EB8DF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605140-8247-C907-6BFB-C1E5FA2E1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03F544-C867-79D5-5775-19832478D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A971CF-21AC-5F69-AD75-481BE9988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9D5CD7-B5F5-5653-6843-5650D05F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D625A7-2629-ED96-0331-A168C261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0CE50F-0074-517E-EB55-BFBC5902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53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77B9A-34E1-99E2-30CF-34F2187A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5E3EBF-393E-1064-18B4-4F38E2F8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DA9B83-1B52-BEA6-476C-C0E6C5E4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AA5437-772E-68C4-E581-50AA139D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62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5E4D72-6883-5791-5F92-43176836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75A6A6-7291-1449-07A2-BB1BF144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6E817-FA70-0D23-2C85-69AB8014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64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58224-CFE4-5623-040B-AD10B70A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A16B9-AFED-A3C3-237D-7A9351388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D6E4DC-934B-E081-0DB8-A548E5512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6D1F50-FADA-D0F5-6B86-B639CF03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DF6587-875E-D750-5B1C-26413FD8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D63226-974B-C0F7-1604-25120A04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52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CDEEF-98DC-5ACD-BA74-E85D7E08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6DE1E0-3DDA-BB7C-C7A7-E516CCA59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072128-C4BF-9FD5-C601-333FDE8D9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EDB564-682A-3F13-091B-A3C2430F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27AB10-E915-F06E-C718-B258F272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C19E12-A20A-958B-9623-6817C560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10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884E8-DA03-D69A-7BAF-0A6CE4450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FE62A0-D77A-B02D-3423-820316E48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396D2-69CA-F850-F3CB-BC122CBB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4C0C59-A4BB-3E3B-DAA8-41D61AF7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40E02-6ECE-06C5-3914-4D6536EE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9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ACC2E9-0743-09B4-D578-2FED657C2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3F010B-E7B0-9547-2D48-936F4B622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A5112-0E99-5950-F39C-548FD36D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BF224-CA35-5D3D-6E21-8FE5000F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5A0BB-8375-5EA9-79C8-FD80C62B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93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68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5B6B35-6526-51C9-80BB-015B05D2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50EC3A-1633-26A0-1D14-784130DD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60A78-A5E4-DE54-E5CB-98C9FF2AD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619EF-E5CB-4809-9F4C-9CFFF4686A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C967B-BAC1-1DF6-A40A-3B8721DB0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6EB665-9CDB-C0A0-584F-7A4E22693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0C63A-2C6E-4CA5-8906-6AF83E0EBE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06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6731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1017" r="457" b="948"/>
          <a:stretch>
            <a:fillRect/>
          </a:stretch>
        </p:blipFill>
        <p:spPr>
          <a:xfrm>
            <a:off x="1535222" y="1348887"/>
            <a:ext cx="4894719" cy="4438142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2068882" y="5787029"/>
            <a:ext cx="3587315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20" dirty="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7963160" y="1295400"/>
            <a:ext cx="384784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451850" y="154179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451850" y="175769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 dirty="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700" b="1" dirty="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451850" y="220219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451850" y="291339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451850" y="342139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451850" y="36880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0712450" y="36753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451850" y="41706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9569450" y="41960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9569450" y="419609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0712450" y="41579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451850" y="46532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9569450" y="46786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9569450" y="467869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0712450" y="46405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451850" y="51358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9569450" y="51612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9569450" y="516129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0712450" y="51231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451850" y="566929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分类结果说明主要矛盾集中在文化基础与旅游承接之间的对应关系。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784136-7FFB-2B9A-739F-956312AB5EF0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2026-06-03T12:34:10Z</dcterms:created>
  <dcterms:modified xsi:type="dcterms:W3CDTF">2026-06-03T12:34:10Z</dcterms:modified>
</cp:coreProperties>
</file>