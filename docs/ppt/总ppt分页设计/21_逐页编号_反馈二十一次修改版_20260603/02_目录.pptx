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E74811-4D26-450C-BF66-8DECE6E76477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F18507-8280-4C0E-823A-F4E2FC560C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492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F791BC-A3D2-0B07-0FBC-65AB72E5F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662BEDE-A94F-1BAE-BAD8-E544BD483F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25B8CE-8680-41A1-C9BD-F095A76AA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F48280-B3BA-8384-95DC-76361B90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98FD2F-E4AD-AE3E-F359-D82ECA539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404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732B7-1D2D-B175-4081-7FA70B3E0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D096B7-5E4E-0A85-F25E-9E740A6E8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771E0B-74ED-085B-A1E5-BE377FAA3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EE752F-ACD4-6BE2-53DC-30CF7BB89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A66008-FC22-47DF-8337-917B3CAC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78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E7C4C-BA30-6EC0-D226-5E9799FA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406C45-904E-3656-A38F-FF0FDB8D8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3F80F-DADD-7645-706C-2D3A959EE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64E5DC-81BC-CD4F-1D41-4A0F647B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3B0450-9162-B9EC-B869-8CAE7C8C2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00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0EBCA-665B-A03A-4EA1-EB23E3DB6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2823D82-B569-6C01-34A5-99B72C3371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203123-86CD-2253-DA48-CB939816B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9B2087-B8BC-B87A-CA7D-4DC962E7E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C597AF6-6135-8F8C-317A-77FC109E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35D53B-BD0F-0ADA-9E3C-A2C07F468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612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F9052D-9E7F-4850-7136-67775AAFD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4ACCBF-F8DA-E8EF-DA53-0572D7CBEE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8D8729-9891-0D1F-7FE9-FC020A4280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6636FE7-6CBB-A0E9-25EF-AB166CC8B6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3D25FC7-5925-25D2-A5D8-990ECF45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666090-9F27-9260-1C7F-65536E969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705609-9F9C-0798-D042-F45C6911F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293BC3-FFC3-CEF4-1CB5-868EE7B5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164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D12098-9807-29C7-8D76-DB9D6DE4E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9857D37-D5E8-6E03-BBEF-2BF0BBA0F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484FCF-2B9A-E02E-EDC9-0695C7BA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0F590BD-6284-1978-217D-A6C3D122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477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2FD6CBD-7035-065C-E0B9-B2E15023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B4C97A-7484-B9E8-2745-EE8E03DAB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7B5DE6-6407-6B5C-BA4C-495D1407A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878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DDB56-8596-A074-6787-DA8BF0EDB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771F4-1263-CD2D-16E8-59FE4F22D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9706EC-3970-37CB-B58F-4CB184DF9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48042C1-1C5D-B2FF-B6A1-3E9E619FD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F0E394-43E6-AB6F-40A6-2EBB712F0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0D2312-A361-F8F0-8934-627EDD03F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745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B115CA-3486-B7A9-5219-29BCB057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4B883C-7086-BC39-D5CC-5271F5E41B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2489C6-8D15-AD43-14D1-8D4FE37CB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452D29-016F-1EFA-4A8F-0FBD0609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98B6F-1A0C-D10E-E478-EECFBEE79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444AAE-4A38-1AA9-8FD6-D08AAB507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557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E2C97-FC17-8838-6FD2-BF4E8C923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84A30D5-F6EB-F95F-7D50-B9B7C13D4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85C66F-F557-85DA-3E4E-04A4E7F4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2E7AE9-8C85-E9DF-7ED0-217CA93C7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9CA26-325B-9759-85D7-490FE17A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112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2438BAF-FAAC-FD0E-CE57-1D068F3A8C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F39E01-B541-6D34-2B77-3FB8033DD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D614499-E47C-89CA-0ED2-DDD8DD62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DEEF9A-B6B9-DEB6-B0EB-19E2B4BE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BFF034-5930-E78E-6E74-1DA342DEB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675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2571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5740E7E-1E4E-15ED-97D4-BE096E595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A847A8D-5E8D-7318-C5AD-DDE6F8233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55E0E6-8C52-C33F-D6E4-A7CA43738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937D6-F318-4E79-88C2-7C4CEA4489BA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EE9C70-17A2-4949-86DE-4E0DA3695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5E5A43-2A72-CD5C-5716-AEEB067765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A9D2B8-7B67-43ED-94A2-02DE9E3D253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13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</Words>
  <Application>Microsoft Office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2026-06-03T12:34:08Z</dcterms:created>
  <dcterms:modified xsi:type="dcterms:W3CDTF">2026-06-03T12:34:08Z</dcterms:modified>
</cp:coreProperties>
</file>