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94032-8511-42EA-B19C-B1DA7767EA8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EB98F-9F71-4F28-97B9-78BD47B23B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80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84074-622D-AF14-D930-C37BA5E4F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97BC69-CC69-107D-2A81-A1DE450C5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A0A997-888F-C4F4-CC5B-BB0C7186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CCDFA3-9A56-9EC3-5096-F741D808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532FA-6888-AB04-A4B7-4E8E6B98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43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5DBFB-B941-B349-CBFF-9489460CE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3DF46A-E0E9-DA4F-99D5-435267092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1E5AB-4540-5452-7973-43C80132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A92639-1D62-7E8D-6CA7-162FA446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95249-A4FE-8C79-78A6-0D222566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52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F5CDE-36D6-F924-B820-7C8801B0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604F9-7481-32E4-EB4A-BDB6592F9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16F26E-AAD7-4E4A-AF2C-80C128F69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B1BFA4-E8DB-EC15-1936-5F8F891B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5DB407-00ED-E0C8-1772-57763382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53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220BE-94AE-5F4D-E0EE-52B618DC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2ADE7B-D7C2-7CA5-F435-9B0FF178C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E0E3F5-5FD4-C400-8127-B66FDD708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8D2F66-CE26-4150-0B33-85675353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963A45-2A59-9593-44F4-94AF65A0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B7DC33-E274-2985-5D12-5F519401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79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BEE67-5FDE-11D7-7901-144FF891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643993-45E8-AA27-97C1-390A2CCB4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9F777A-3595-6771-EFF9-82CCB3443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12E84B-1373-737E-E525-A4F64EFE4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F3DF4F-6505-14AA-D405-FE55D7C9F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22CB78-A8BB-EF1E-AA81-CB489594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105A23-E944-82F0-3171-C8AFCFB9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1904D2-8133-DA51-2B9E-C122AC0C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34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3A3E0-21B4-4B51-01E8-3AA4EA831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0CA72C-DE52-FE3F-FF80-005013AD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54D656-F71C-0C72-83C6-830F5AA8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2FB819-87A4-C432-5774-1D24453D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27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401B9B-3D58-2D7F-A52A-749A0FB3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C4B70D-ED03-F533-E019-D44E2035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C8EFB1-D8F4-3B6D-8040-52EA1579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16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D247C-F28D-4A30-2281-6DF68D6E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5D630-BC69-FC4F-3583-496FCE1E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2C9A2A-763F-001A-9CF7-22A31E80B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1EA1B7-0A47-08C7-1966-4EECFEB5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7E5569-95FD-48E8-AC4D-642A78C9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5EF9E3-F98D-38EE-17F0-655D2E85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95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1CB39-A9F0-C525-66F7-3CE43495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12CF92-D137-0550-FE2D-4BD4FFCA9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1BCB25-C6F4-BEFE-FDC4-D8BE9BBE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1EEEE0-BA28-61A8-1BAF-CC0F34E03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E634AD-3A08-6FE4-8DF6-03E8A532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39E771-F61A-19EF-90DA-C387FAAF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68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FD6DA-3354-F479-80EF-FB2851E0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BCC14A-BF61-DDFC-07EE-435F4DBA3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2EE0B-7694-701B-0ED3-4C51D96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8774-C5EA-E6CC-3A2C-D0E629D8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F2CB4-0C6E-83F5-7B36-83F3B0C0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16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C2B81C-9DF8-C4AE-8D06-BB4E13ADB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E9FF20-279B-45A2-622C-E41DE8264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08E1A-8261-7C8D-D959-6C26E11B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89E025-42C9-3133-D2F6-D7F66DBB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94AD6-D1EA-864D-0926-71109C9F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421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2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E2E964-DDC7-613A-AFB7-E47EDCD9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928C48-FF4C-B49B-BDD2-52AC50567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198A7-0976-4A67-2C5C-8FD112B0D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A8F77-44C6-4F6E-B436-4490E94F21C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02BFA-5087-70BB-3C44-02E378A07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80B3A-F5E0-F005-4B50-2882EFD91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C2981-C0FD-4BB2-AD60-CF6B22AD1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26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 algn="ctr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样本、权重和评论语义仍有简化，后续可补充更多时段与消费数据</a:t>
            </a:r>
            <a:endParaRPr sz="1320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534232-408C-6EF9-5A0C-E82198D72943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2026-06-03T12:34:13Z</dcterms:created>
  <dcterms:modified xsi:type="dcterms:W3CDTF">2026-06-03T12:34:13Z</dcterms:modified>
</cp:coreProperties>
</file>