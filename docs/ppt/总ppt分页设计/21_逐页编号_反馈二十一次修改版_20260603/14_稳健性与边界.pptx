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65DDE-1B12-4127-80DE-5CB40A96963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E8EB5B-AFFD-437E-BEE8-96F45B614A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821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A9E75A-B960-B529-7038-7F0115E307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6C90600-C0A6-FD42-E7B6-240B7DD5A2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488A56-7F43-0A55-F8A2-4272FC035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07EC5-3FF0-43BE-8ECC-2F68F840934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AAD5CE-8FBE-8D53-AF85-6A1C8B2FB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A49374-BE16-6E64-A7A1-90892339E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06B6-4B08-4C16-8944-2F612DF90E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5689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8FD3A0-90F9-F094-047C-6915AB710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E6363D-309F-EE74-3D3D-ABFFCA2B0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E2BA96-AED2-DB08-8DE7-2D452C002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07EC5-3FF0-43BE-8ECC-2F68F840934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1798BB-F9A1-A648-BDBB-97C270EA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F2C303-3C52-6B75-EDBF-C3CF61181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06B6-4B08-4C16-8944-2F612DF90E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2714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0BED8D-B24F-DB4F-5A3C-B6A30009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67B6A0-B42B-9FBD-000D-796960185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73332F-B1A8-F7B1-6BF5-5461191BC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07EC5-3FF0-43BE-8ECC-2F68F840934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FE3CF9-6B49-EC81-0FF9-0B02E58B2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FB1B67-CAD8-E23F-B952-AB0EA84D3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06B6-4B08-4C16-8944-2F612DF90E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411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A9787E-0672-995C-8A73-1EA6EF0BC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999740-709A-E74C-3FDF-671D839E82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233D32E-801D-40CC-4E0B-1A52E8491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E16C8D-8F08-5BDF-33F6-AC858F41A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07EC5-3FF0-43BE-8ECC-2F68F840934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AF61FD-72E3-15D7-6AD8-DE623784C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5C5FA1D-B5CA-D075-6602-BC45B24C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06B6-4B08-4C16-8944-2F612DF90E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7941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4FB20A-7247-9B81-D44F-22F5BF749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C37A46-5915-3074-9E29-007F53ABBA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D1E6C5-CEE4-5FD8-285C-CC3477A806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87EEB81-7A98-E777-BE31-D26A8FAF51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0B437BE-CFA5-6A37-DC8D-6E89141C6A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A0DF96-B430-7CA4-560B-7EDF2A01E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07EC5-3FF0-43BE-8ECC-2F68F840934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064A1B4-7003-2AA2-81DC-ED1448924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81D7C10-AFA8-E1DE-0FF8-B513BC880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06B6-4B08-4C16-8944-2F612DF90E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7941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0AC1D8-DC3E-8670-22D2-5B6A633EF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CAB37D0-682E-046F-AB82-D3E901FB3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07EC5-3FF0-43BE-8ECC-2F68F840934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A08FE2C-1E9A-0C6B-FB1A-EE4A5DC3C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C529FBB-6BF0-184F-410B-EB43C96B7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06B6-4B08-4C16-8944-2F612DF90E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534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EB9CE01-04E2-E4DB-E0E4-17F3B1101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07EC5-3FF0-43BE-8ECC-2F68F840934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2E77396-459E-A5B0-683E-94E5F490E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D42DDC-D880-2E89-E8D9-F342B1EAF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06B6-4B08-4C16-8944-2F612DF90E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5661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7F9E70-FC75-45F5-9476-500075961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824652-C6CB-0CE3-78D2-5A6FA2613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C8E515B-9370-3351-741C-45BCF87F58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FA9949-3A65-C59D-EF70-E282FF84F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07EC5-3FF0-43BE-8ECC-2F68F840934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263514-AE54-F72B-6135-FC746C628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21916F-3FA4-3956-4D58-7D230993F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06B6-4B08-4C16-8944-2F612DF90E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5042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A6F645-3E2C-01E7-5FF8-3F60BF02D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B0B3713-F357-46D8-C226-5026B4E6AF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7014E0A-869A-0DC7-EDA6-876AE6EF15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3095D3-57AF-346C-D881-701FA8359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07EC5-3FF0-43BE-8ECC-2F68F840934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A63170-6D2C-9C7B-C6F8-354CDFCE1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1367E6-50CD-A53B-9E4B-F7140DFAC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06B6-4B08-4C16-8944-2F612DF90E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340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B51B05-0E9C-675E-2D3B-F0960F509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8EAECBE-51DE-4D06-C91C-99D9E83B2D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B59A77-8FB1-AB22-9E18-59D5A02E1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07EC5-3FF0-43BE-8ECC-2F68F840934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AC3BAB-CE19-7325-E1CC-DC796528F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31D3AF-7609-B10C-0EDF-0F84C7CD1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06B6-4B08-4C16-8944-2F612DF90E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1443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3292A95-8DC8-B71B-2104-1DF2025DA0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9DD1427-BDC4-3BC8-9880-3B25C3B0D6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B0C62C-4236-41F3-A5C6-9CC408743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07EC5-3FF0-43BE-8ECC-2F68F840934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79F8C1-14AE-C1BA-3868-94E50FF86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8B04B6-6A59-F449-948B-26234D8B7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06B6-4B08-4C16-8944-2F612DF90E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985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3365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21C3BCE-07CA-FE8E-1A3B-3C763CA9F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847A39-BA60-6859-45A1-50EDE3FCC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D6B6B9-22C9-7D2A-895D-8EC33EA766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07EC5-3FF0-43BE-8ECC-2F68F840934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DD4F7C-2BF4-7F2F-C19D-247365E3DD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83B51C-C069-3219-6FD1-04264BD558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AE06B6-4B08-4C16-8944-2F612DF90E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5117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C5F2C68-FCD2-437B-995E-9285B3B281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335C92-2CFE-4055-B77B-2F7C24F5FF3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C15B0F0-4252-48D8-A044-34E18F3DC825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6.6.1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6.4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6.9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F7A5D0-BA59-4126-A0B8-25D329B3F4C5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87358F-FC27-4298-8DA0-6A96197F533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稳健性与边界</a:t>
            </a:r>
            <a:endParaRPr sz="3000" b="1">
              <a:solidFill>
                <a:srgbClr val="2222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A3379C0-1B85-40B0-ADC9-12FFF121F2DA}"/>
              </a:ext>
            </a:extLst>
          </p:cNvPr>
          <p:cNvSpPr>
            <a:spLocks noGrp="1"/>
          </p:cNvSpPr>
          <p:nvPr/>
        </p:nvSpPr>
        <p:spPr>
          <a:xfrm>
            <a:off x="800100" y="1943100"/>
            <a:ext cx="4810125" cy="28575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3C41279-BD0C-4C09-A841-C55F5F5B1B49}"/>
              </a:ext>
            </a:extLst>
          </p:cNvPr>
          <p:cNvSpPr>
            <a:spLocks noGrp="1"/>
          </p:cNvSpPr>
          <p:nvPr/>
        </p:nvSpPr>
        <p:spPr>
          <a:xfrm>
            <a:off x="723900" y="1866900"/>
            <a:ext cx="4810125" cy="285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57250" y="2063202"/>
            <a:ext cx="4543425" cy="2331545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35CF2FD-ECE7-496B-B4C9-F1ECE51E5293}"/>
              </a:ext>
            </a:extLst>
          </p:cNvPr>
          <p:cNvSpPr>
            <a:spLocks noGrp="1"/>
          </p:cNvSpPr>
          <p:nvPr/>
        </p:nvSpPr>
        <p:spPr>
          <a:xfrm>
            <a:off x="857250" y="2000250"/>
            <a:ext cx="4543425" cy="24574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695172E-C95F-434F-8A0C-FBE2C572FCD9}"/>
              </a:ext>
            </a:extLst>
          </p:cNvPr>
          <p:cNvSpPr>
            <a:spLocks noGrp="1"/>
          </p:cNvSpPr>
          <p:nvPr/>
        </p:nvSpPr>
        <p:spPr>
          <a:xfrm>
            <a:off x="876300" y="4495800"/>
            <a:ext cx="45053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权重敏感性</a:t>
            </a:r>
            <a:endParaRPr sz="713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9FE1ED3-D1D3-4DB1-BAF4-88BED2B91A94}"/>
              </a:ext>
            </a:extLst>
          </p:cNvPr>
          <p:cNvSpPr>
            <a:spLocks noGrp="1"/>
          </p:cNvSpPr>
          <p:nvPr/>
        </p:nvSpPr>
        <p:spPr>
          <a:xfrm>
            <a:off x="6076950" y="1943100"/>
            <a:ext cx="4810125" cy="28575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3D86208-0D6C-4AB5-88C7-7FE3BEC21CF4}"/>
              </a:ext>
            </a:extLst>
          </p:cNvPr>
          <p:cNvSpPr>
            <a:spLocks noGrp="1"/>
          </p:cNvSpPr>
          <p:nvPr/>
        </p:nvSpPr>
        <p:spPr>
          <a:xfrm>
            <a:off x="6000750" y="1866900"/>
            <a:ext cx="4810125" cy="285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935167" y="2000250"/>
            <a:ext cx="2941292" cy="2457450"/>
          </a:xfrm>
          <a:prstGeom prst="rect">
            <a:avLst/>
          </a:prstGeom>
        </p:spPr>
      </p:pic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38D5FF6-D8F6-4F16-B235-8E979526B7B8}"/>
              </a:ext>
            </a:extLst>
          </p:cNvPr>
          <p:cNvSpPr>
            <a:spLocks noGrp="1"/>
          </p:cNvSpPr>
          <p:nvPr/>
        </p:nvSpPr>
        <p:spPr>
          <a:xfrm>
            <a:off x="6134100" y="2000250"/>
            <a:ext cx="4543425" cy="24574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A3DA14B-E477-4CB3-BBAE-335D9A036256}"/>
              </a:ext>
            </a:extLst>
          </p:cNvPr>
          <p:cNvSpPr>
            <a:spLocks noGrp="1"/>
          </p:cNvSpPr>
          <p:nvPr/>
        </p:nvSpPr>
        <p:spPr>
          <a:xfrm>
            <a:off x="6153150" y="4495800"/>
            <a:ext cx="45053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相关矩阵</a:t>
            </a:r>
            <a:endParaRPr sz="713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C617266-B3EC-4A34-BC50-7D9032E8EECD}"/>
              </a:ext>
            </a:extLst>
          </p:cNvPr>
          <p:cNvSpPr>
            <a:spLocks noGrp="1"/>
          </p:cNvSpPr>
          <p:nvPr/>
        </p:nvSpPr>
        <p:spPr>
          <a:xfrm>
            <a:off x="2381250" y="51054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≥</a:t>
            </a:r>
            <a:r>
              <a:rPr lang="en-US" altLang="zh-CN"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89.7%</a:t>
            </a:r>
            <a:endParaRPr sz="2025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D0862AF-809D-4E7A-9736-352EE587A597}"/>
              </a:ext>
            </a:extLst>
          </p:cNvPr>
          <p:cNvSpPr>
            <a:spLocks noGrp="1"/>
          </p:cNvSpPr>
          <p:nvPr/>
        </p:nvSpPr>
        <p:spPr>
          <a:xfrm>
            <a:off x="2381250" y="54673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4894BF3-AE20-4F62-9BDA-B5D3641FAD36}"/>
              </a:ext>
            </a:extLst>
          </p:cNvPr>
          <p:cNvSpPr>
            <a:spLocks noGrp="1"/>
          </p:cNvSpPr>
          <p:nvPr/>
        </p:nvSpPr>
        <p:spPr>
          <a:xfrm>
            <a:off x="2381250" y="55435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替代口径分类一致比例</a:t>
            </a:r>
            <a:endParaRPr sz="122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98A1B322-55B5-47DA-BD50-4A38C69F245C}"/>
              </a:ext>
            </a:extLst>
          </p:cNvPr>
          <p:cNvSpPr>
            <a:spLocks noGrp="1"/>
          </p:cNvSpPr>
          <p:nvPr/>
        </p:nvSpPr>
        <p:spPr>
          <a:xfrm>
            <a:off x="5143500" y="51054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025" b="1">
                <a:solidFill>
                  <a:srgbClr val="5A83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-0.495</a:t>
            </a:r>
            <a:endParaRPr sz="2025" b="1">
              <a:solidFill>
                <a:srgbClr val="5A83A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EB6D10A-ADCC-4B6D-8F82-6F802CE8720E}"/>
              </a:ext>
            </a:extLst>
          </p:cNvPr>
          <p:cNvSpPr>
            <a:spLocks noGrp="1"/>
          </p:cNvSpPr>
          <p:nvPr/>
        </p:nvSpPr>
        <p:spPr>
          <a:xfrm>
            <a:off x="5143500" y="54673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2522388-1A2D-4DD4-B1BD-0105B2771ED3}"/>
              </a:ext>
            </a:extLst>
          </p:cNvPr>
          <p:cNvSpPr>
            <a:spLocks noGrp="1"/>
          </p:cNvSpPr>
          <p:nvPr/>
        </p:nvSpPr>
        <p:spPr>
          <a:xfrm>
            <a:off x="5143500" y="55435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CMI </a:t>
            </a:r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与 </a:t>
            </a:r>
            <a:r>
              <a:rPr 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MI </a:t>
            </a:r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</a:t>
            </a:r>
            <a:endParaRPr sz="122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006E4F24-A4F0-4E59-B387-4E6B21B5060D}"/>
              </a:ext>
            </a:extLst>
          </p:cNvPr>
          <p:cNvSpPr>
            <a:spLocks noGrp="1"/>
          </p:cNvSpPr>
          <p:nvPr/>
        </p:nvSpPr>
        <p:spPr>
          <a:xfrm>
            <a:off x="7905750" y="51054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025" b="1">
                <a:solidFill>
                  <a:srgbClr val="5A83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-0.440</a:t>
            </a:r>
            <a:endParaRPr sz="2025" b="1">
              <a:solidFill>
                <a:srgbClr val="5A83A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A5DCB5E-5EF8-43AD-9D48-EA0CDAEAF42A}"/>
              </a:ext>
            </a:extLst>
          </p:cNvPr>
          <p:cNvSpPr>
            <a:spLocks noGrp="1"/>
          </p:cNvSpPr>
          <p:nvPr/>
        </p:nvSpPr>
        <p:spPr>
          <a:xfrm>
            <a:off x="7905750" y="54673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F1C6EBCA-8370-4E40-A351-61063FC3CAEE}"/>
              </a:ext>
            </a:extLst>
          </p:cNvPr>
          <p:cNvSpPr>
            <a:spLocks noGrp="1"/>
          </p:cNvSpPr>
          <p:nvPr/>
        </p:nvSpPr>
        <p:spPr>
          <a:xfrm>
            <a:off x="7905750" y="55435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OAI </a:t>
            </a:r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与 </a:t>
            </a:r>
            <a:r>
              <a:rPr 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MI </a:t>
            </a:r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</a:t>
            </a:r>
            <a:endParaRPr sz="122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D352D32-D4E3-479F-8DF1-52BF1B180D8A}"/>
              </a:ext>
            </a:extLst>
          </p:cNvPr>
          <p:cNvSpPr>
            <a:spLocks noGrp="1"/>
          </p:cNvSpPr>
          <p:nvPr/>
        </p:nvSpPr>
        <p:spPr>
          <a:xfrm>
            <a:off x="4419600" y="59245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相关性只提示关系方向，不解释机制本身。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392FDE2-7D6F-B1B9-EF82-CDC289CA7FD0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| </a:t>
            </a:r>
            <a:r>
              <a:rPr lang="zh-CN" altLang="en-US" sz="15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错位识别与空间结果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03860912-27CB-8A7A-15F4-A91FE0B2A1C2}"/>
              </a:ext>
            </a:extLst>
          </p:cNvPr>
          <p:cNvSpPr txBox="1"/>
          <p:nvPr/>
        </p:nvSpPr>
        <p:spPr>
          <a:xfrm>
            <a:off x="876300" y="1251461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敏感性检验显示主要分类稳定。</a:t>
            </a:r>
          </a:p>
          <a:p>
            <a:r>
              <a:rPr lang="en-US" altLang="zh-CN" sz="145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相关矩阵只提示关系方向，不解释因果。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2D8119E-55E9-BA02-9F74-F2D86F240106}"/>
              </a:ext>
            </a:extLst>
          </p:cNvPr>
          <p:cNvSpPr txBox="1"/>
          <p:nvPr/>
        </p:nvSpPr>
        <p:spPr>
          <a:xfrm>
            <a:off x="11353800" y="6457950"/>
            <a:ext cx="5334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95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14</a:t>
            </a:r>
            <a:endParaRPr lang="zh-CN" altLang="en-US" sz="950" b="1">
              <a:solidFill>
                <a:srgbClr val="5C3D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4287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</Words>
  <Application>Microsoft Office PowerPoint</Application>
  <PresentationFormat>自定义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2026-06-03T12:34:12Z</dcterms:created>
  <dcterms:modified xsi:type="dcterms:W3CDTF">2026-06-03T12:34:12Z</dcterms:modified>
</cp:coreProperties>
</file>