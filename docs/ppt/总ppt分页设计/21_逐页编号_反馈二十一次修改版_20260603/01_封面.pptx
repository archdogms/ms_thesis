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AA6D-631A-4A81-9261-95ED1C2813B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B860C-C487-45D0-B288-DE8697E89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287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E393C-F9B7-731C-92A9-15D758EE7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F8313D-0547-3632-95B8-78E225E0C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B4081F-F97A-6C77-FAF9-EA27FF93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33921-3DBF-C227-D1AD-EC4FAFFF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77023A-BF95-BE58-4955-34C62AF7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9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6D845-9F32-3A98-1AC2-97F1C044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3C1DDE-845F-849E-CF75-0A5DF71C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452D9-F8FE-4E27-CC6D-7819550B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78AA3-280B-5E1B-5A97-69244041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233E0-373E-89DB-1346-41A6A13BF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28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25105-1C00-76F6-4680-D10F0CA1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11F5B1-56E2-8987-0683-52D0C921F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C579E-3AA8-3BB5-2689-3012FB91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1D77D-55E2-3AA9-FAA2-7404D553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8B244-7DDA-2B44-7238-E3DC19F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7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7E813-BDBE-806F-E626-E0281C01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07E5C-8EA3-7654-2406-4926DAD4A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BC4FAB-A24D-B4A0-C6F9-88A456C85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8A4C16-EA21-6581-266C-0D268303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F5AEC3-73BE-3B5B-0DA4-2A82D27E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80CEE-7414-AE01-16B9-51A49CCD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19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CC6EB-C08C-C047-D62B-9EE43573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8CAEF-17AD-EF66-2D50-8957F946A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1AFD0D-C6EA-ECAA-3250-320B4E4DA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F769B1-C92A-8B52-5080-3955849C8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A0CCD3-D9F4-8F2A-BD65-A27D8E31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4C7AA9-6418-4348-6566-D9691E4E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A6B54F-C777-85D3-4173-0CFF3595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06B084-78CB-9F65-5891-4328BE05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52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399B8-B4ED-326F-D715-CFD451ED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AEE269-D964-3251-B263-2F07AEB3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A8583D-5D79-0C48-9571-0A85C36F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2DAFAE-F8A1-79DA-D627-C9403E73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44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9E06E9-A294-43D0-3E7A-4028049B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B82687-2C8F-22F6-D566-E95ADBD1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D2FA8-E413-2888-7927-01AB8E63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0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3DF85-5409-4EE9-1B9D-D9E1C4AA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3AFEFE-3296-9372-D306-78096A143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1EC713-6C27-3B32-CD73-5C3A416DE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AE642F-D847-BD96-EC75-2D818992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410F8A-9A82-4089-D64F-3B7676A2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D828D5-6DBE-5223-404E-FEC74783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82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D494E-64A8-C201-D0D4-10346BF0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0A4C9D-3CD2-FDE2-59A0-3EAD39866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80A68C-308A-AC37-305D-B36142265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5205BC-E17A-1C0A-5212-D633DA44F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216E97-70B6-D5B3-0506-D8CE0D14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D12B7B-E1C0-220F-1E2A-9AE131F9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46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C2147-729C-416D-F047-5653020B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613168-2243-0E07-61DC-463E103FA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0ADBA-DE7A-46D9-7187-2264251B5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C97C6-5634-51B8-8C27-1ED353A2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8F5DBD-CDAA-4BAA-7139-00B1E7C4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27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1DAABF-73F3-C315-B9C7-48187B1F0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11B0B1-4B5B-67DB-2ADB-B564879A3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DFC48-2306-0F3B-49D0-D5C8FD18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C30AFB-CBF7-EF36-32BD-770DFE92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B694E-3D2F-5FDF-3071-B1D54198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694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78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2E4376-B180-C3EF-B2AE-59BB1CC9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DFF49D-7A9C-86A7-A655-7C45FB00E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0AB44A-343C-D5FC-E52F-98DD08D1B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A24B8-4D81-4A78-A66C-C5C555421F2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D38C3-D22B-3104-CE03-C8FFC8921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E8BDF-9AC2-C96D-4598-C6E641F4F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766AD-C880-4FE7-8310-F2BD84ACE2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81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自定义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2026-06-03T12:34:07Z</dcterms:created>
  <dcterms:modified xsi:type="dcterms:W3CDTF">2026-06-03T12:34:07Z</dcterms:modified>
</cp:coreProperties>
</file>