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FED4C-EA15-444C-910C-02356FB2CF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22685-5CF2-4677-B80F-B512F5624D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400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A0312-60BD-779C-CD90-7F15654A4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EC360D-BD88-0D2D-90AB-284B5CC33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30F416-F010-390A-773C-2103FDF5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B11E6-EBC9-676C-7AC6-15D89FE0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041ED-16FE-A140-B0AC-F1C71A2E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25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4EAD2-B649-06BF-A7E3-1CB8DB52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65059-EA64-A3D8-7962-3F83DA216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37AA7-460C-41DA-5358-FE4B845B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B6796-28D4-358A-A74F-CFEF8947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AB6CB-27F1-0866-725A-15217869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25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D6BA-3BFE-2B39-8D95-D1C84DB0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C41362-1223-C54D-313F-E4D5573F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43391-F32C-A60B-9F63-5752FFEB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B3CBB-D3C8-ECF3-D419-AABCD2B5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36CF9-50ED-D692-63E7-2625C18F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2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2B6D8-C019-3418-70B3-CE4F65CA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4A418-8605-517A-290B-A4B769781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C8384E-83E0-9A3A-21D5-D4B5ACBF0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961418-8575-3E0C-D736-D98E7F38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35012E-9E50-FA9B-DCCE-602B5885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0D1636-8208-CAE5-42E1-9B0C776C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99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9406F-ED5D-5C39-A8AD-AC0070B6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E7853-5CED-59F0-97CA-C9553001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2D599E-2C4F-84F6-5203-A17D2332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D99628-B34C-C8CA-2A9D-7C71F7BF8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F9FF69-CD8E-9949-C814-C46067905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1F6E6E-474A-81A5-35BB-CBBF4BF7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473FCF-5A44-EE2C-E8E9-76F09F2F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B1F3C0-7C32-6AF7-3FCF-5CA49847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32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A1C00-C0E6-B28C-2939-60F8C92D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2974FD-2E51-EB30-F736-8FA5A356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980525-AD85-D4B8-1A85-37BFA8A0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49AAA5-A431-A0C5-0C08-12C0A876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81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CB3B16-019C-3111-DC13-3365F786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B684A1-18C4-2F00-7824-EAC0220F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E7FAF-66C4-AC1F-8940-0EC44CAA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19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E5C89-B4F1-EBFB-EE88-E24063B2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1FBD8-6885-A5C7-3EB6-38C3DCA4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F61506-B276-D450-3917-2B3A4DA80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5BB60E-5409-F29D-4D47-BC4CD6F5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2CA9BC-3CEF-1E5D-3841-BBFAC5DB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7EA8AC-99E9-F71C-2D7F-60850AE3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2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05A89-989C-1C34-D018-73B4CCD1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411EFC-91AE-6F79-DD6C-6491ABE2F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703A8B-70A0-1219-AF12-863537C4B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9080-26E9-5775-C3D8-C220CEDE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20A2E8-4B3E-CB64-A073-09FE8319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56A136-0343-4C73-7754-C7CD2436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31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49FB8-70E6-F1B9-F224-61AFF793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5D053C-90F2-078F-0FB7-61C91BD10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477D8-86D4-60F6-136C-82BFB31F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C7206-3666-E675-770F-53884686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0933A1-0F1F-48B4-82C5-D7EBF173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75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E84DD6-2482-A296-0930-C8D86F3C5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DEE4E2-B9FC-EE66-3E79-828913F3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C1C9CC-E3D9-1813-D730-94A9D050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3CB43-E8FF-56ED-9021-0B91D5E1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6CE846-CB35-A7C6-5661-7D74D16D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459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75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09412A-3C86-DD7A-B331-743570B3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922F8A-72E3-224C-D09D-519040E37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F834C-51D1-69F1-438B-E8969B122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82488-8C15-4539-919E-2D3F36B367D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4DD16-1735-E646-2FC5-4908246B0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232108-EFEB-7708-15E8-892E2374C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F1659-CF3C-49F4-97CE-89862909C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17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20B30F-D884-D0E5-27F6-AE4A1FF017EF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2026-06-03T12:34:10Z</dcterms:created>
  <dcterms:modified xsi:type="dcterms:W3CDTF">2026-06-03T12:34:10Z</dcterms:modified>
</cp:coreProperties>
</file>