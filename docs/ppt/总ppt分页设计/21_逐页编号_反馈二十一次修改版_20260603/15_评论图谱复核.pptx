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9F331-D0FB-448D-8E16-6B74298177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50D61-5CDB-4A66-8DC6-D538C0C6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5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94C8D-1E7F-5DEE-D8D5-9A5FC9567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F7FE99-0F8A-6945-5DCC-D286E552D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8AD48-3B17-76A3-E24B-E736960E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617267-A609-9BB5-FCA3-27E7DB72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4AE04-603E-0C97-7E90-B83EDA66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23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48AD3-5BB9-72D9-8F8F-41B3CB9E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68077-846A-CAF7-1251-B25D9DD6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777DA-4B13-6995-0A42-7B5774A0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4C948-7640-9824-D40F-2F9E9280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1784BA-BB47-E01B-7081-11E0C54D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30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41D5B-3A8D-FCE4-4C23-09DE2CB4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88FF6D-5EC1-AFF1-51A3-326B238DB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F8200-2206-46D9-AC3F-88EB85F6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00D75-ADFB-4C5F-F9D7-DD9B1217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D9FFA-86AC-EB56-E71D-BA36E580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39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CF6F9-32B1-97C4-FF75-3D3AA80E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DF0DAA-6382-8F72-4199-E71D81AF3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69EE69-9233-5029-F8E1-A4A180792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C67070-8887-5A3A-6519-4E60ECE4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D4E521-E23F-A55E-96D9-1DC07707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24F1A3-4002-76F5-4A04-BBBA951E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83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30C29-F2A6-387E-73BA-0A8551DF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6F745A-54A1-BBB8-23C1-413A9A459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26EC4D-4694-9122-BD15-138795513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6964D0-68D9-D6EF-E703-6E8A0A7A6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B3D2F8-C416-B1A3-1550-CF76A4605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4847C0-C51E-0CE2-6632-BA141A106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F5A822-B5F8-5DEE-DD99-7A6DC16D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59AFC6-4080-157E-F1FD-E70FA174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220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E7EAB-7F3A-900C-73DE-D86B5EDB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E490E8-16C6-37EE-A3A7-24F1F7F7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1DBE91-E251-D119-CCCA-F4ABE8F2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CB5A57-18B5-C281-AA46-27A97E61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60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69802A-9B3A-7A0B-9CAA-839BD340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750805-5011-9DBA-160F-E9D022A2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6F55B-7017-02BB-3DB0-E23BD0F4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78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7EE24-B285-5957-5B13-D0F29ACC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04CCC-008E-56B2-930E-ADFC4ECDE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A4F37D-77DE-5264-4028-39F546946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87BBC6-DDFA-C243-4BBD-38DF4EC7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C0AFA9-43F1-BDF5-2E1B-34F9EC02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3864B6-EF3A-7F41-2B11-4D01F6EA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35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D90A4-12F4-EF39-7BFD-E7A0AD3F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DEF71E-DD6D-5F0B-A22D-BB81E4BD0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32A479-9E38-6C0B-F680-E84B6DC18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032268-E4E4-5D17-EF1F-DFB7F30B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B19355-AAEB-B662-79A4-90E37438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B9183-046F-F6DC-E903-567DACE8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38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69085-87F0-6C44-1892-1079DD37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58CC95-ED13-68C8-E338-8AD67F83B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65DC1E-2E34-F54A-8E71-B5090DEB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4213A-0593-83CE-DD0A-5141CCF2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EDE11-A90C-587C-C245-668BB1676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9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7FA279-FED7-D4D3-8935-0ED3CE886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688DA0-06B7-2FC7-A46D-93E905EF2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415BCD-45A0-732B-E62E-9AB95E84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64A236-3F4C-24D1-67BE-AA667FA8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66AF-E603-A587-BD5A-D45C62FB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637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78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8DD5FF-C614-C079-858D-E7D73E48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A67BB5-3FCA-A74F-C55B-4AEBF04E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6BD338-08A9-6AFA-0596-8A572DC8E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A80EB-55CF-4C52-AB9B-BEC8CE0AD38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54E5F-E3A2-864F-0F8B-EC930E8ED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4ACED-27EE-903A-80D1-DA78E5558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346C3-5278-4828-9952-4A8636D3D7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5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评论图谱复核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  <p:pic>
        <p:nvPicPr>
          <p:cNvPr id="13" name="WhiteBG Comment Graph">
            <a:extLst>
              <a:ext uri="{FF2B5EF4-FFF2-40B4-BE49-F238E27FC236}">
                <a16:creationId xmlns:a16="http://schemas.microsoft.com/office/drawing/2014/main" id="{44231890-E68F-B2DD-0B19-5239AAA3F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5" name="WhiteBG Comment Subgraph 1">
            <a:extLst>
              <a:ext uri="{FF2B5EF4-FFF2-40B4-BE49-F238E27FC236}">
                <a16:creationId xmlns:a16="http://schemas.microsoft.com/office/drawing/2014/main" id="{02142083-8DD4-807D-1DD4-3A7D2B1E6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38" name="WhiteBG Comment Subgraph 2">
            <a:extLst>
              <a:ext uri="{FF2B5EF4-FFF2-40B4-BE49-F238E27FC236}">
                <a16:creationId xmlns:a16="http://schemas.microsoft.com/office/drawing/2014/main" id="{945E487C-8443-8E70-51F9-5541B8DD42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0B407D3-0D9F-52AA-D651-347D35C9308D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自定义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2026-06-03T12:34:13Z</dcterms:created>
  <dcterms:modified xsi:type="dcterms:W3CDTF">2026-06-03T12:34:13Z</dcterms:modified>
</cp:coreProperties>
</file>