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C2594-AC01-4FDD-A861-869DBA40B31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060B8-97CF-4096-A11E-3A200C2D8F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301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C024B0-66F0-547A-F218-A6B1E319B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C42E42-F429-56F3-FD1B-8F956CE8B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539368-728E-CA5F-5B4A-44518FDA9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06A2-7185-4874-8FC7-C6F55F1342D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ED12CB-3A2B-2BC8-465B-CCDEA11D7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8E1FF4-83E8-39CB-13DA-1EFBB19CF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2177-20DE-4754-B4A7-B607D03305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369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BA1764-92FB-9684-AB02-97F022E41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99FE10-14F9-BB0B-89F7-19D66532C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8B5480-6487-562E-BE21-7748534B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06A2-7185-4874-8FC7-C6F55F1342D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C7F52F-5BAD-8F22-1BC0-BBE6D7B2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2BA921-AA87-04A2-DB18-CEF7465D8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2177-20DE-4754-B4A7-B607D03305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930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5F6A3-17D3-0730-7FEA-4FF3B5FD9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ECECDF-578F-9053-8CC1-523657F33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60D032-8469-DAC5-D8D6-63333870E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06A2-7185-4874-8FC7-C6F55F1342D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0C8505-EE6F-6573-8886-69C32DF99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DA1912-9861-CF81-76FC-A6B669FBC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2177-20DE-4754-B4A7-B607D03305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252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A3093E-4AD1-B1DB-EBA4-32BE55F09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1C39BE-26A9-3452-B90B-2DAB29AE5E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B7CEDF-EBC4-AE48-9CAB-24C2D1243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33725D-CDF5-C2A5-7E99-071003B46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06A2-7185-4874-8FC7-C6F55F1342D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1EB6FC-67F3-6E55-4A6D-913AC796F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0BAA4E-0F65-38A2-57EC-A2EA1A0F1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2177-20DE-4754-B4A7-B607D03305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665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B2A38C-6FB1-74D4-87D3-55C4493E7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251071-BF4A-BF2C-A980-2AF82B13D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26D93A-6A00-9F57-3311-87C69225D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EE0A670-A33F-857C-19D1-DD1D3C3A5F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2D924DD-9326-BB58-9C51-CC307911CF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3851B4-C624-8D30-B5B8-0EA4C9754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06A2-7185-4874-8FC7-C6F55F1342D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B94D850-2B77-161B-9ACA-F933BCB43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5B042BF-1A79-8243-D49D-AEA5AC84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2177-20DE-4754-B4A7-B607D03305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169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D542F9-9C67-E9C1-C622-514953EA2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A342E4-2D2E-1D5C-CAFB-9C6F56E97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06A2-7185-4874-8FC7-C6F55F1342D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BD00F7-CD18-D9C7-B005-D824561E0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D8E2B2-DFD6-E111-3743-DAEDA90AC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2177-20DE-4754-B4A7-B607D03305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510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37BDD3-D643-DD39-50FC-CE2EB033F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06A2-7185-4874-8FC7-C6F55F1342D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437C22-93FC-EEC5-2344-7B3ECB281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33B88B-749C-2C09-038C-D85F09ADA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2177-20DE-4754-B4A7-B607D03305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361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0C857B-DEA8-2300-C389-C393EFF4E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A0E735-61B5-2313-9608-22518A445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43FAE5-729C-AFA6-4772-6E631C53F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9AEC5F-58E4-F335-B080-CAAEE385C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06A2-7185-4874-8FC7-C6F55F1342D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64EB28-729C-14F3-71DA-72A1784AA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682F6E-F31E-889C-05A7-F6C04B97B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2177-20DE-4754-B4A7-B607D03305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53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3733DC-B992-3B25-0DD8-40EA8D905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9B1843-BABD-D713-2533-FC3E37A406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F092CD-C1DA-CE65-7D7B-7B3944772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55984A-2919-641F-CD15-93DA11F88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06A2-7185-4874-8FC7-C6F55F1342D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8D1800-51BE-478A-8E79-7E39E82F8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CB617D-40F5-4478-1E39-3FEC917E3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2177-20DE-4754-B4A7-B607D03305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004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C722AB-D202-A662-0692-C2A3350C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F876EC-72CE-64CE-D342-ED9FFCEAE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5E04B-1ACB-6722-DFF7-A9F254338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06A2-7185-4874-8FC7-C6F55F1342D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FC2550-227A-EFCB-0C5D-E1D9448D4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307ACF-DF5D-8639-D757-FF7104AA2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2177-20DE-4754-B4A7-B607D03305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924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0882FCC-695A-F20F-6E52-0E00B9BDB0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A3442B-2B18-1529-071D-A0723B723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773660-85FC-85BE-DD95-E4D530AA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06A2-7185-4874-8FC7-C6F55F1342D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7BFE3E-DCF8-342B-8A6D-A48E733BD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81D099-752C-E52E-16C0-22A7F661F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2177-20DE-4754-B4A7-B607D03305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28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89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288D3C6-8996-F5BF-B2AC-B26E250C6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DB3324-7FF0-A9E7-41BF-5CBEE7010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538F6-CCD1-1BC7-493F-10E14346FB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306A2-7185-4874-8FC7-C6F55F1342D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AED374-A1B4-D821-2E35-8D038581B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120591-ECC2-3B00-9143-4EDB11913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52177-20DE-4754-B4A7-B607D03305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214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5.1.2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镇街尺度差异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1943100"/>
            <a:ext cx="5302338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桂城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里水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1529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5148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5910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西樵、九江、丹灶文化载体更厚，提示补旅游条件和补文化内容是两类任务。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626245-486A-BB3E-9502-1BFEC640BF3F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370BC2AD-FFED-CAC0-0D37-DFEF98EE6C0D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高值不等于文化厚度高。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西樵、九江、丹灶承担文化资源转化重点。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3995F1C-7FFF-CC7B-9520-41F23FE21C28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自定义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2026-06-03T12:34:12Z</dcterms:created>
  <dcterms:modified xsi:type="dcterms:W3CDTF">2026-06-03T12:34:12Z</dcterms:modified>
</cp:coreProperties>
</file>