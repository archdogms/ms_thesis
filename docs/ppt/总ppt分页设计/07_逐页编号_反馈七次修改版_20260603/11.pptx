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关键不是资源多少，而是空间衔接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2026-06-02T17:05:56Z</dcterms:modified>
</cp:coreProperties>
</file>