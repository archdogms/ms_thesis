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09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5.1 节、图 5.1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4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POI </a:t>
            </a:r>
            <a:r>
              <a:rPr lang="zh-CN" altLang="en-US" sz="24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强，文化入口薄</a:t>
            </a:r>
            <a:endParaRPr sz="2450" b="1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21717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70.8%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公园绿地 + 自然景观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3.8%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文化体验类入口</a:t>
            </a:r>
            <a:endParaRPr sz="130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82.1%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四镇街 </a:t>
            </a:r>
            <a:r>
              <a:rPr lang="en-US" sz="13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POI </a:t>
            </a:r>
            <a:r>
              <a:rPr lang="zh-CN" altLang="en-US" sz="13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合计占比</a:t>
            </a:r>
            <a:endParaRPr sz="130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九江仅 </a:t>
            </a:r>
            <a:r>
              <a:rPr lang="en-US" altLang="zh-CN" sz="12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259 </a:t>
            </a:r>
            <a:r>
              <a:rPr lang="zh-CN" altLang="en-US" sz="12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条 </a:t>
            </a:r>
            <a:r>
              <a:rPr lang="en-US" altLang="zh-CN" sz="12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/ 1.92%</a:t>
            </a:r>
            <a:r>
              <a:rPr lang="zh-CN" altLang="en-US" sz="12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，提醒不能只按总体热度判断。</a:t>
            </a:r>
            <a:endParaRPr sz="128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0" name="Slide09 Explain Box">
            <a:extLst>
              <a:ext uri="{FF2B5EF4-FFF2-40B4-BE49-F238E27FC236}">
                <a16:creationId xmlns:a16="http://schemas.microsoft.com/office/drawing/2014/main" id="{0877D6CC-BB0B-1B7F-ADD8-34BE96CD62E3}"/>
              </a:ext>
            </a:extLst>
          </p:cNvPr>
          <p:cNvSpPr/>
          <p:nvPr/>
        </p:nvSpPr>
        <p:spPr>
          <a:xfrm>
            <a:off x="3429000" y="5410200"/>
            <a:ext cx="6413500" cy="6096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lide09 Explain Text">
            <a:extLst>
              <a:ext uri="{FF2B5EF4-FFF2-40B4-BE49-F238E27FC236}">
                <a16:creationId xmlns:a16="http://schemas.microsoft.com/office/drawing/2014/main" id="{E621680A-AC7C-9034-0005-0EE5A477D41E}"/>
              </a:ext>
            </a:extLst>
          </p:cNvPr>
          <p:cNvSpPr txBox="1"/>
          <p:nvPr/>
        </p:nvSpPr>
        <p:spPr>
          <a:xfrm>
            <a:off x="3581400" y="5537200"/>
            <a:ext cx="61087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 </a:t>
            </a:r>
            <a:r>
              <a:rPr lang="zh-CN" altLang="en-US" sz="14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数量说明旅游供给并不弱，但真正直接承载文化体验的入口比例偏低。</a:t>
            </a:r>
          </a:p>
        </p:txBody>
      </p:sp>
      <p:sp>
        <p:nvSpPr>
          <p:cNvPr id="27" name="Slide09 Explain Label">
            <a:extLst>
              <a:ext uri="{FF2B5EF4-FFF2-40B4-BE49-F238E27FC236}">
                <a16:creationId xmlns:a16="http://schemas.microsoft.com/office/drawing/2014/main" id="{59F8749F-8FF0-E840-271D-DB29D3E14DC3}"/>
              </a:ext>
            </a:extLst>
          </p:cNvPr>
          <p:cNvSpPr txBox="1"/>
          <p:nvPr/>
        </p:nvSpPr>
        <p:spPr>
          <a:xfrm>
            <a:off x="3581400" y="52832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C35D10-3CA5-71CE-FB54-4FE6B448199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80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2026-06-02T17:05:56Z</dcterms:modified>
</cp:coreProperties>
</file>