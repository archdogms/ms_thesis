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主要贡献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文化记忆能否通过空间载体进入游客体验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2026-06-02T17:05:58Z</dcterms:modified>
</cp:coreProperties>
</file>