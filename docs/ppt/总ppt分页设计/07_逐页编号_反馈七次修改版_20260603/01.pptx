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 dirty="0" err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00" b="1" dirty="0" err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dirty="0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指导教师：邬东璠</a:t>
            </a:r>
            <a:r>
              <a:rPr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350" dirty="0" err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副教授</a:t>
            </a:r>
            <a:endParaRPr sz="1350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6 月</a:t>
            </a:r>
            <a:r>
              <a:rPr lang="en-US"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</a:t>
            </a:r>
            <a:r>
              <a:rPr lang="zh-CN" altLang="en-US"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NANHAI / MAP DATA / CULTURE-TOURISM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2026-06-02T17:05:54Z</dcterms:modified>
</cp:coreProperties>
</file>