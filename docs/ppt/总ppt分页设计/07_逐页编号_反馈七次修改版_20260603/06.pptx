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四类指数进入错位分层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7241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CMI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文化记忆指数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7241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OAI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2575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官方认证指数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6957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7241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THI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2575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旅游热度指数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7241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MI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2575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错位指数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6957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2197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21336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336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3368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501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 </a:t>
            </a:r>
            <a:r>
              <a:rPr lang="zh-CN" altLang="en-US"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794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典籍提及与图谱中心性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336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3368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501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 </a:t>
            </a:r>
            <a:r>
              <a:rPr lang="zh-CN" altLang="en-US"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794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文物、非遗等官方认定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8862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8862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40513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</a:t>
            </a:r>
            <a:r>
              <a:rPr lang="zh-CN" altLang="en-US"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3434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、评分与评论热度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8862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8862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40513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</a:t>
            </a:r>
            <a:r>
              <a:rPr lang="zh-CN" altLang="en-US" sz="145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3434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识别文化与旅游的相对错位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1590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2606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7531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6121400"/>
            <a:ext cx="5867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10" name="Slide06 Explain Box">
            <a:extLst>
              <a:ext uri="{FF2B5EF4-FFF2-40B4-BE49-F238E27FC236}">
                <a16:creationId xmlns:a16="http://schemas.microsoft.com/office/drawing/2014/main" id="{6B261580-B41D-3C6C-9539-BFD7AD92DB15}"/>
              </a:ext>
            </a:extLst>
          </p:cNvPr>
          <p:cNvSpPr/>
          <p:nvPr/>
        </p:nvSpPr>
        <p:spPr>
          <a:xfrm>
            <a:off x="965200" y="5207000"/>
            <a:ext cx="4114800" cy="685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06 Explain Text">
            <a:extLst>
              <a:ext uri="{FF2B5EF4-FFF2-40B4-BE49-F238E27FC236}">
                <a16:creationId xmlns:a16="http://schemas.microsoft.com/office/drawing/2014/main" id="{1D5EBF2D-FC21-76FF-D114-963B57CB89A7}"/>
              </a:ext>
            </a:extLst>
          </p:cNvPr>
          <p:cNvSpPr txBox="1"/>
          <p:nvPr/>
        </p:nvSpPr>
        <p:spPr>
          <a:xfrm>
            <a:off x="1117600" y="5334000"/>
            <a:ext cx="3810000" cy="4452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8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55" name="Slide06 Explain Label">
            <a:extLst>
              <a:ext uri="{FF2B5EF4-FFF2-40B4-BE49-F238E27FC236}">
                <a16:creationId xmlns:a16="http://schemas.microsoft.com/office/drawing/2014/main" id="{C63B0EF8-3101-D4DC-8DC3-1E3122515136}"/>
              </a:ext>
            </a:extLst>
          </p:cNvPr>
          <p:cNvSpPr txBox="1"/>
          <p:nvPr/>
        </p:nvSpPr>
        <p:spPr>
          <a:xfrm>
            <a:off x="1117600" y="50800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数据基础与处理方法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141</Words>
  <Application>Microsoft Office PowerPoint</Application>
  <DocSecurity>0</DocSecurity>
  <PresentationFormat>宽屏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2026-06-02T17:05:55Z</dcterms:modified>
</cp:coreProperties>
</file>