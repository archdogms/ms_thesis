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 dirty="0" err="1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终版论文第 1、3、5、6、7 章</a:t>
            </a:r>
            <a:r>
              <a:rPr sz="850" dirty="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从开题/中期的双谱系问题出发，沿数据处理、结果诊断和规划转译逐步展开。</a:t>
            </a:r>
            <a:r>
              <a:rPr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 b="1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1050" b="1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2026-06-02T17:05:54Z</dcterms:modified>
</cp:coreProperties>
</file>