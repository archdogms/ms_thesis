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开题/中期原始背景与终版论文第 1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从双谱系到错位诊断</a:t>
            </a:r>
            <a:endParaRPr sz="2450" b="1" dirty="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133475" y="1980090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政策导向</a:t>
            </a:r>
            <a:endParaRPr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文旅融合成为区域高质量发展的重要方向</a:t>
            </a:r>
            <a:endParaRPr sz="1600" b="1" dirty="0">
              <a:solidFill>
                <a:srgbClr val="6000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388519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 err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文化资源需要从名录与文本，转化为可到达、可参与、可体验的旅游产品</a:t>
            </a:r>
            <a:r>
              <a:rPr sz="140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开题背景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南海文化资源丰富，但与旅游体验整合不足</a:t>
            </a:r>
            <a:endParaRPr sz="1600" b="1" dirty="0">
              <a:solidFill>
                <a:srgbClr val="6000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南海拥有90项非遗、80处文物和12个名村，但文化体验的系统性仍需提升。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开题背景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如何识别文化遗产与旅游产品的对应、错位和缺失</a:t>
            </a:r>
            <a:r>
              <a:rPr sz="1600" b="1" dirty="0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04653" y="3388436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中期完成数据与图谱，定稿以165条载体和500m网格量化空间错位。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E7E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中期收束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5E6AC05-DC9B-B0EE-2D18-84FE73247A7F}"/>
              </a:ext>
            </a:extLst>
          </p:cNvPr>
          <p:cNvSpPr>
            <a:spLocks noGrp="1"/>
          </p:cNvSpPr>
          <p:nvPr/>
        </p:nvSpPr>
        <p:spPr>
          <a:xfrm>
            <a:off x="4419991" y="187446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5CD73F-FB24-92FE-2649-56794423D094}"/>
              </a:ext>
            </a:extLst>
          </p:cNvPr>
          <p:cNvSpPr>
            <a:spLocks noGrp="1"/>
          </p:cNvSpPr>
          <p:nvPr/>
        </p:nvSpPr>
        <p:spPr>
          <a:xfrm>
            <a:off x="4524766" y="195908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区域现状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65784-1AFC-47A3-366B-6A16C17C1BE5}"/>
              </a:ext>
            </a:extLst>
          </p:cNvPr>
          <p:cNvSpPr>
            <a:spLocks noGrp="1"/>
          </p:cNvSpPr>
          <p:nvPr/>
        </p:nvSpPr>
        <p:spPr>
          <a:xfrm>
            <a:off x="7899878" y="189530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33140F-88F4-FB38-E916-DC73BCC1D447}"/>
              </a:ext>
            </a:extLst>
          </p:cNvPr>
          <p:cNvSpPr>
            <a:spLocks noGrp="1"/>
          </p:cNvSpPr>
          <p:nvPr/>
        </p:nvSpPr>
        <p:spPr>
          <a:xfrm>
            <a:off x="8004653" y="197992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中期问题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研究回顾与问题收束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68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2026-06-02T17:05:55Z</dcterms:modified>
</cp:coreProperties>
</file>