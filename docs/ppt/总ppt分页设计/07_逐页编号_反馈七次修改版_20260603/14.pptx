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21717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21717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九江专题识别图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20955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2669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实质转化不足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3718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543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数据口径低估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8481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九江非遗项目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52197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2959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全区 POI 占比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46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2026-06-02T17:05:57Z</dcterms:modified>
</cp:coreProperties>
</file>