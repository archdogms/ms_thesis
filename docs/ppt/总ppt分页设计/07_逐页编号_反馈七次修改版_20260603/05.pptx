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3495689"/>
            <a:ext cx="6920000" cy="408623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多源数据进入同一底图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7048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7048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6781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3721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2860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3622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7051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旅游 POI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4861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8481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9243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平台评论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2672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6291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7053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50482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4102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4864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3089934"/>
            <a:ext cx="1030000" cy="480131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286848"/>
            <a:ext cx="1420000" cy="746304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桥梁匹配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载体—POI匹配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3274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6609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6449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4148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4148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6609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31438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2899811"/>
            <a:ext cx="1030000" cy="860377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文化实体关系</a:t>
            </a:r>
          </a:p>
          <a:p>
            <a:pPr algn="ctr"/>
            <a:r>
              <a:rPr lang="zh-CN"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3274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326699"/>
            <a:ext cx="6200000" cy="286603"/>
          </a:xfrm>
          <a:prstGeom prst="roundRect">
            <a:avLst/>
          </a:prstGeom>
          <a:noFill/>
          <a:ln>
            <a:noFill/>
          </a:ln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lang="zh-CN" altLang="en-US" sz="13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流程：来源 → 清洗 → 匹配 → 网格 → 指数</a:t>
            </a:r>
            <a:endParaRPr lang="zh-CN" sz="13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lide05 Explain Box">
            <a:extLst>
              <a:ext uri="{FF2B5EF4-FFF2-40B4-BE49-F238E27FC236}">
                <a16:creationId xmlns:a16="http://schemas.microsoft.com/office/drawing/2014/main" id="{F6BC5028-7A7A-A9E0-1C0A-34DB09A14653}"/>
              </a:ext>
            </a:extLst>
          </p:cNvPr>
          <p:cNvSpPr/>
          <p:nvPr/>
        </p:nvSpPr>
        <p:spPr>
          <a:xfrm>
            <a:off x="965200" y="5753100"/>
            <a:ext cx="6794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5 Explain Text">
            <a:extLst>
              <a:ext uri="{FF2B5EF4-FFF2-40B4-BE49-F238E27FC236}">
                <a16:creationId xmlns:a16="http://schemas.microsoft.com/office/drawing/2014/main" id="{29983031-13E0-D379-3AA5-6B56AE92A7B2}"/>
              </a:ext>
            </a:extLst>
          </p:cNvPr>
          <p:cNvSpPr txBox="1"/>
          <p:nvPr/>
        </p:nvSpPr>
        <p:spPr>
          <a:xfrm>
            <a:off x="1117600" y="5880100"/>
            <a:ext cx="64897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这页要讲的是数据如何被统一到同一空间口径：典籍与官方名录提供文化侧，</a:t>
            </a:r>
            <a:r>
              <a:rPr lang="en-US" altLang="zh-CN"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与评论提供旅游侧，二者通过载体锚点和 </a:t>
            </a:r>
            <a:r>
              <a:rPr lang="en-US" altLang="zh-CN"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40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网格进入同一张分析底图。</a:t>
            </a:r>
          </a:p>
        </p:txBody>
      </p:sp>
      <p:sp>
        <p:nvSpPr>
          <p:cNvPr id="37" name="Slide05 Explain Label">
            <a:extLst>
              <a:ext uri="{FF2B5EF4-FFF2-40B4-BE49-F238E27FC236}">
                <a16:creationId xmlns:a16="http://schemas.microsoft.com/office/drawing/2014/main" id="{0EFF367E-DE85-CE0F-0B84-E01E0C18982B}"/>
              </a:ext>
            </a:extLst>
          </p:cNvPr>
          <p:cNvSpPr txBox="1"/>
          <p:nvPr/>
        </p:nvSpPr>
        <p:spPr>
          <a:xfrm>
            <a:off x="1117600" y="56261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数据基础与处理方法</a:t>
            </a:r>
          </a:p>
        </p:txBody>
      </p: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196</Words>
  <Application>Microsoft Office PowerPoint</Application>
  <DocSecurity>0</DocSecurity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2026-06-02T17:05:55Z</dcterms:modified>
</cp:coreProperties>
</file>