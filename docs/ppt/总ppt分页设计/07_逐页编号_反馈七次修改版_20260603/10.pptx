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用图表把 </a:t>
            </a:r>
            <a:r>
              <a:rPr lang="en-US" altLang="zh-CN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2026-06-02T17:05:56Z</dcterms:modified>
</cp:coreProperties>
</file>