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3473F4-6908-40AB-A741-16A125374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F7ADF8-1830-4437-9EF4-A75B1A0EE5C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A5DE72-83E5-4BF8-9725-D13CDC138B2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6AE11D-C185-4559-8870-18887302B2B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6.7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B28BB-6127-40D1-8029-6AEA2544694B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92110E-2E4B-4E19-A5F6-6C149D53F9C6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样本之外仍有潜力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7CF8C44-1C5E-4414-903A-31DB97DD9F6C}"/>
              </a:ext>
            </a:extLst>
          </p:cNvPr>
          <p:cNvSpPr>
            <a:spLocks noGrp="1"/>
          </p:cNvSpPr>
          <p:nvPr/>
        </p:nvSpPr>
        <p:spPr>
          <a:xfrm>
            <a:off x="742950" y="19113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102B81F-ED6D-41D7-B03B-E31A6C387652}"/>
              </a:ext>
            </a:extLst>
          </p:cNvPr>
          <p:cNvSpPr>
            <a:spLocks noGrp="1"/>
          </p:cNvSpPr>
          <p:nvPr/>
        </p:nvSpPr>
        <p:spPr>
          <a:xfrm>
            <a:off x="666750" y="18351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8070" y="1968500"/>
            <a:ext cx="4199860" cy="30099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27A2FEE-4DAC-4A29-9A88-39ECB8707E85}"/>
              </a:ext>
            </a:extLst>
          </p:cNvPr>
          <p:cNvSpPr>
            <a:spLocks noGrp="1"/>
          </p:cNvSpPr>
          <p:nvPr/>
        </p:nvSpPr>
        <p:spPr>
          <a:xfrm>
            <a:off x="800100" y="19685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8EF8B0-F691-48BA-AB51-788F02C58E6A}"/>
              </a:ext>
            </a:extLst>
          </p:cNvPr>
          <p:cNvSpPr>
            <a:spLocks noGrp="1"/>
          </p:cNvSpPr>
          <p:nvPr/>
        </p:nvSpPr>
        <p:spPr>
          <a:xfrm>
            <a:off x="819150" y="50165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官方资源空间化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686F357-97B5-4AC3-B3D9-1DD9BF8F85CB}"/>
              </a:ext>
            </a:extLst>
          </p:cNvPr>
          <p:cNvSpPr>
            <a:spLocks noGrp="1"/>
          </p:cNvSpPr>
          <p:nvPr/>
        </p:nvSpPr>
        <p:spPr>
          <a:xfrm>
            <a:off x="5810250" y="19113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43D3A33-1920-4E36-8733-904ABE1B7442}"/>
              </a:ext>
            </a:extLst>
          </p:cNvPr>
          <p:cNvSpPr>
            <a:spLocks noGrp="1"/>
          </p:cNvSpPr>
          <p:nvPr/>
        </p:nvSpPr>
        <p:spPr>
          <a:xfrm>
            <a:off x="5734050" y="18351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15370" y="1968500"/>
            <a:ext cx="4199860" cy="300990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F8503F8-7150-4ED9-9A15-5DEE147097F9}"/>
              </a:ext>
            </a:extLst>
          </p:cNvPr>
          <p:cNvSpPr>
            <a:spLocks noGrp="1"/>
          </p:cNvSpPr>
          <p:nvPr/>
        </p:nvSpPr>
        <p:spPr>
          <a:xfrm>
            <a:off x="5867400" y="19685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9D4756-B5AA-4B5A-9FC6-2CA2A5CB1882}"/>
              </a:ext>
            </a:extLst>
          </p:cNvPr>
          <p:cNvSpPr>
            <a:spLocks noGrp="1"/>
          </p:cNvSpPr>
          <p:nvPr/>
        </p:nvSpPr>
        <p:spPr>
          <a:xfrm>
            <a:off x="5886450" y="50165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</a:t>
            </a: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网格覆盖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E3AE6D9-4991-46FB-8D54-9055A05F2910}"/>
              </a:ext>
            </a:extLst>
          </p:cNvPr>
          <p:cNvSpPr>
            <a:spLocks noGrp="1"/>
          </p:cNvSpPr>
          <p:nvPr/>
        </p:nvSpPr>
        <p:spPr>
          <a:xfrm>
            <a:off x="10617200" y="19558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4B54D5-1193-4D40-B52D-547108F01933}"/>
              </a:ext>
            </a:extLst>
          </p:cNvPr>
          <p:cNvSpPr>
            <a:spLocks noGrp="1"/>
          </p:cNvSpPr>
          <p:nvPr/>
        </p:nvSpPr>
        <p:spPr>
          <a:xfrm>
            <a:off x="10693400" y="20447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593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EA06A68-E166-413A-912F-5A5843F5A585}"/>
              </a:ext>
            </a:extLst>
          </p:cNvPr>
          <p:cNvSpPr>
            <a:spLocks noGrp="1"/>
          </p:cNvSpPr>
          <p:nvPr/>
        </p:nvSpPr>
        <p:spPr>
          <a:xfrm>
            <a:off x="10693400" y="22733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官方资源扩展记录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648D940-17DC-4A3D-840E-84916FC32174}"/>
              </a:ext>
            </a:extLst>
          </p:cNvPr>
          <p:cNvSpPr>
            <a:spLocks noGrp="1"/>
          </p:cNvSpPr>
          <p:nvPr/>
        </p:nvSpPr>
        <p:spPr>
          <a:xfrm>
            <a:off x="10617200" y="27940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636651-D840-4286-B61A-A45AA1DCCC48}"/>
              </a:ext>
            </a:extLst>
          </p:cNvPr>
          <p:cNvSpPr>
            <a:spLocks noGrp="1"/>
          </p:cNvSpPr>
          <p:nvPr/>
        </p:nvSpPr>
        <p:spPr>
          <a:xfrm>
            <a:off x="10693400" y="28829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484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C204F0D-92A9-4874-B0AF-F34868CB8194}"/>
              </a:ext>
            </a:extLst>
          </p:cNvPr>
          <p:cNvSpPr>
            <a:spLocks noGrp="1"/>
          </p:cNvSpPr>
          <p:nvPr/>
        </p:nvSpPr>
        <p:spPr>
          <a:xfrm>
            <a:off x="10693400" y="31115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不可移动文物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6EB63F0-15DA-4283-A9F4-DA96C77B5A1D}"/>
              </a:ext>
            </a:extLst>
          </p:cNvPr>
          <p:cNvSpPr>
            <a:spLocks noGrp="1"/>
          </p:cNvSpPr>
          <p:nvPr/>
        </p:nvSpPr>
        <p:spPr>
          <a:xfrm>
            <a:off x="10617200" y="36322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39DBDE-C08A-474C-B72D-42447E020211}"/>
              </a:ext>
            </a:extLst>
          </p:cNvPr>
          <p:cNvSpPr>
            <a:spLocks noGrp="1"/>
          </p:cNvSpPr>
          <p:nvPr/>
        </p:nvSpPr>
        <p:spPr>
          <a:xfrm>
            <a:off x="10693400" y="37211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 / 98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5E64115-0A24-4571-A38B-9D66A7A70554}"/>
              </a:ext>
            </a:extLst>
          </p:cNvPr>
          <p:cNvSpPr>
            <a:spLocks noGrp="1"/>
          </p:cNvSpPr>
          <p:nvPr/>
        </p:nvSpPr>
        <p:spPr>
          <a:xfrm>
            <a:off x="10693400" y="39497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博物馆 </a:t>
            </a:r>
            <a:r>
              <a:rPr lang="en-US" altLang="zh-CN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</a:t>
            </a: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历史文化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CDB4E11-780B-4BFA-94C3-6ED151BF002A}"/>
              </a:ext>
            </a:extLst>
          </p:cNvPr>
          <p:cNvSpPr>
            <a:spLocks noGrp="1"/>
          </p:cNvSpPr>
          <p:nvPr/>
        </p:nvSpPr>
        <p:spPr>
          <a:xfrm>
            <a:off x="10617200" y="44704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19C168-20F8-4497-8FF6-1D9CE17D46FD}"/>
              </a:ext>
            </a:extLst>
          </p:cNvPr>
          <p:cNvSpPr>
            <a:spLocks noGrp="1"/>
          </p:cNvSpPr>
          <p:nvPr/>
        </p:nvSpPr>
        <p:spPr>
          <a:xfrm>
            <a:off x="10693400" y="45593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424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C56FA9B-45F5-4336-BD9C-868223F10E2A}"/>
              </a:ext>
            </a:extLst>
          </p:cNvPr>
          <p:cNvSpPr>
            <a:spLocks noGrp="1"/>
          </p:cNvSpPr>
          <p:nvPr/>
        </p:nvSpPr>
        <p:spPr>
          <a:xfrm>
            <a:off x="10693400" y="47879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纯新增候选资源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951BE15-8D9E-4014-A19E-8E648DE65F2A}"/>
              </a:ext>
            </a:extLst>
          </p:cNvPr>
          <p:cNvSpPr>
            <a:spLocks noGrp="1"/>
          </p:cNvSpPr>
          <p:nvPr/>
        </p:nvSpPr>
        <p:spPr>
          <a:xfrm>
            <a:off x="10617200" y="53086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6F6F1C-E339-4C8A-B022-CB597BF6AB05}"/>
              </a:ext>
            </a:extLst>
          </p:cNvPr>
          <p:cNvSpPr>
            <a:spLocks noGrp="1"/>
          </p:cNvSpPr>
          <p:nvPr/>
        </p:nvSpPr>
        <p:spPr>
          <a:xfrm>
            <a:off x="10693400" y="53975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710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1EF1BD8-DDDC-469D-B859-9B372481AF31}"/>
              </a:ext>
            </a:extLst>
          </p:cNvPr>
          <p:cNvSpPr>
            <a:spLocks noGrp="1"/>
          </p:cNvSpPr>
          <p:nvPr/>
        </p:nvSpPr>
        <p:spPr>
          <a:xfrm>
            <a:off x="10693400" y="56261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扩展锚点库总量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09AC39-5D33-6237-2AAF-A2F3C330177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ACED3F01-4338-38B4-F38E-4C7D1F47E49C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593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条官方资源扩展记录用于补充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条核心样本。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新增候选资源提示后续空间覆盖和项目储备。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89</Words>
  <Application>Microsoft Office PowerPoint</Application>
  <DocSecurity>0</DocSecurity>
  <PresentationFormat>宽屏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2026-06-03T05:29:42Z</dcterms:modified>
</cp:coreProperties>
</file>