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中期原始背景与终版论文第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4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文化资源需要从名录与文本，转化为可到达、可参与、可体验的旅游产品。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南海拥有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项非遗、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80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处文物和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个名村，但文化体验的系统性仍需提升。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如何识别文化遗产与旅游产品的对应、错位和缺失？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中期完成数据与图谱，定稿以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500m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网格量化空间错位。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E7E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  <a:endParaRPr sz="2025" b="1">
              <a:solidFill>
                <a:srgbClr val="5E7E6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中期收束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区域现状</a:t>
            </a:r>
            <a:endParaRPr lang="zh-CN" altLang="en-US"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中期问题</a:t>
            </a:r>
            <a:endParaRPr lang="zh-CN" altLang="en-US"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150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2026-06-03T05:29:39Z</dcterms:modified>
</cp:coreProperties>
</file>