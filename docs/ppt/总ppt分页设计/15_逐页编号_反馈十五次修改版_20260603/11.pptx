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1885950"/>
            <a:ext cx="7334250" cy="36004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7334250" cy="3600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1943100"/>
            <a:ext cx="5779535" cy="32004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7067550" cy="32004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1816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核密度对照图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2574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1907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东部：旅游供给与日常消费更强</a:t>
            </a:r>
            <a:endParaRPr sz="14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0765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00990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西南：文化资源与历史线索更厚</a:t>
            </a:r>
            <a:endParaRPr sz="14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38957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38290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关键不是资源多少，而是空间衔接</a:t>
            </a:r>
            <a:endParaRPr sz="14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5480807-5DD2-DDC7-0BCE-3B6531450859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东部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与日常消费更集中。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西南文化载体与文化厚度更高，形成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76</Words>
  <Application>Microsoft Office PowerPoint</Application>
  <DocSecurity>0</DocSecurity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2026-06-03T05:29:42Z</dcterms:modified>
</cp:coreProperties>
</file>