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17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三类错位对应三类行动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沉睡潜力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文化强、热度弱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补可达性、展示空间、解说系统、活动运营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空心景点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热度强、叙事弱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补地方叙事、非遗活动、解说与文化内容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核心耦合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双高但未必成熟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作为线路节点继续验证游客文化识别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95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2026-06-03T05:29:43Z</dcterms:modified>
</cp:coreProperties>
</file>