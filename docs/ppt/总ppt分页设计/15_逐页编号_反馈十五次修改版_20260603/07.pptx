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  <a:endParaRPr lang="zh-CN" altLang="en-US" sz="680" b="1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2026-06-03T05:29:40Z</dcterms:modified>
</cp:coreProperties>
</file>