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中期原始背景与终版论文第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项非遗、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处文物和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个名村，但文化体验的系统性仍需提升。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如何识别文化遗产与旅游产品的对应、错位和缺失？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500m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网格量化空间错位。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2025" b="1">
              <a:solidFill>
                <a:srgbClr val="5E7E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150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2026-06-03T04:55:02Z</dcterms:modified>
</cp:coreProperties>
</file>