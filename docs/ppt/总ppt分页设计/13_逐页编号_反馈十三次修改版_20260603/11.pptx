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4B10643-84F3-411D-8FFA-FA3D3E65CF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50F862-8659-4E72-9998-1642FD7E8E8D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A189F5-547D-4CAF-92AA-822AD5101120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11</a:t>
            </a:r>
            <a:endParaRPr sz="900" b="1">
              <a:solidFill>
                <a:srgbClr val="7E00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26E2115-A7FB-49D5-AF36-E5C7E799518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6.2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CE71711-8ABA-47F2-866D-89AD00F4E7FD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DBD4C80-5637-4AA8-8BC3-C60C25816EC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空间格局：东旅西文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A5080D27-1208-4B98-9433-03A8C5BD12E6}"/>
              </a:ext>
            </a:extLst>
          </p:cNvPr>
          <p:cNvSpPr>
            <a:spLocks noGrp="1"/>
          </p:cNvSpPr>
          <p:nvPr/>
        </p:nvSpPr>
        <p:spPr>
          <a:xfrm>
            <a:off x="914400" y="1885950"/>
            <a:ext cx="7334250" cy="360045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25C5029E-4CA0-4A0C-8A68-A60990C4788F}"/>
              </a:ext>
            </a:extLst>
          </p:cNvPr>
          <p:cNvSpPr>
            <a:spLocks noGrp="1"/>
          </p:cNvSpPr>
          <p:nvPr/>
        </p:nvSpPr>
        <p:spPr>
          <a:xfrm>
            <a:off x="838200" y="1809750"/>
            <a:ext cx="7334250" cy="36004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1615557" y="1943100"/>
            <a:ext cx="5779535" cy="320040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1B24B0B6-8691-4E00-9091-A833F62386A9}"/>
              </a:ext>
            </a:extLst>
          </p:cNvPr>
          <p:cNvSpPr>
            <a:spLocks noGrp="1"/>
          </p:cNvSpPr>
          <p:nvPr/>
        </p:nvSpPr>
        <p:spPr>
          <a:xfrm>
            <a:off x="971550" y="1943100"/>
            <a:ext cx="7067550" cy="320040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1947B7F-C4E1-404A-B9F6-ABA99B9E49C4}"/>
              </a:ext>
            </a:extLst>
          </p:cNvPr>
          <p:cNvSpPr>
            <a:spLocks noGrp="1"/>
          </p:cNvSpPr>
          <p:nvPr/>
        </p:nvSpPr>
        <p:spPr>
          <a:xfrm>
            <a:off x="990600" y="5181600"/>
            <a:ext cx="70294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13" b="1">
                <a:solidFill>
                  <a:srgbClr val="60007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核密度对照图</a:t>
            </a:r>
            <a:endParaRPr sz="713" b="1">
              <a:solidFill>
                <a:srgbClr val="60007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7B271C5-B16E-4374-B279-CA27EF353B01}"/>
              </a:ext>
            </a:extLst>
          </p:cNvPr>
          <p:cNvSpPr>
            <a:spLocks noGrp="1"/>
          </p:cNvSpPr>
          <p:nvPr/>
        </p:nvSpPr>
        <p:spPr>
          <a:xfrm>
            <a:off x="8591550" y="2257425"/>
            <a:ext cx="57150" cy="57150"/>
          </a:xfrm>
          <a:prstGeom prst="rect">
            <a:avLst/>
          </a:prstGeom>
          <a:solidFill>
            <a:srgbClr val="5A83A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951C7A6-5007-4419-8456-7891D590EBC7}"/>
              </a:ext>
            </a:extLst>
          </p:cNvPr>
          <p:cNvSpPr>
            <a:spLocks noGrp="1"/>
          </p:cNvSpPr>
          <p:nvPr/>
        </p:nvSpPr>
        <p:spPr>
          <a:xfrm>
            <a:off x="8743950" y="21907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东部：旅游供给与日常消费更强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ACB3089-5FF7-4F31-9C56-4D4BD8B3670F}"/>
              </a:ext>
            </a:extLst>
          </p:cNvPr>
          <p:cNvSpPr>
            <a:spLocks noGrp="1"/>
          </p:cNvSpPr>
          <p:nvPr/>
        </p:nvSpPr>
        <p:spPr>
          <a:xfrm>
            <a:off x="8591550" y="307657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19CA5F73-A4D5-419D-AE33-5CA893CFBDB4}"/>
              </a:ext>
            </a:extLst>
          </p:cNvPr>
          <p:cNvSpPr>
            <a:spLocks noGrp="1"/>
          </p:cNvSpPr>
          <p:nvPr/>
        </p:nvSpPr>
        <p:spPr>
          <a:xfrm>
            <a:off x="8743950" y="300990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西南：文化资源与历史线索更厚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686FD-130E-44C0-84FD-E2B193462C41}"/>
              </a:ext>
            </a:extLst>
          </p:cNvPr>
          <p:cNvSpPr>
            <a:spLocks noGrp="1"/>
          </p:cNvSpPr>
          <p:nvPr/>
        </p:nvSpPr>
        <p:spPr>
          <a:xfrm>
            <a:off x="8591550" y="3895725"/>
            <a:ext cx="57150" cy="571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6C3474EC-39ED-4025-A263-65CBAD0C7C82}"/>
              </a:ext>
            </a:extLst>
          </p:cNvPr>
          <p:cNvSpPr>
            <a:spLocks noGrp="1"/>
          </p:cNvSpPr>
          <p:nvPr/>
        </p:nvSpPr>
        <p:spPr>
          <a:xfrm>
            <a:off x="8743950" y="3829050"/>
            <a:ext cx="22288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938" b="0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4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关键不是资源多少，而是空间衔接</a:t>
            </a:r>
            <a:endParaRPr sz="14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FFCFDDC-8242-14B3-B411-2598A625472D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03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结果诊断与空间格局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F5480807-5DD2-DDC7-0BCE-3B6531450859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东部 </a:t>
            </a:r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与日常消费更集中。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西南文化载体与文化厚度更高，形成</a:t>
            </a:r>
          </a:p>
        </p:txBody>
      </p:sp>
    </p:spTree>
    <p:extLst>
      <p:ext uri="{BB962C8B-B14F-4D97-AF65-F5344CB8AC3E}">
        <p14:creationId xmlns:p14="http://schemas.microsoft.com/office/powerpoint/2010/main" val="163452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76</Words>
  <Application>Microsoft Office PowerPoint</Application>
  <DocSecurity>0</DocSecurity>
  <PresentationFormat>宽屏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45</cp:revision>
  <dcterms:created xsi:type="dcterms:W3CDTF">2026-06-02T06:15:18Z</dcterms:created>
  <dcterms:modified xsi:type="dcterms:W3CDTF">2026-06-03T04:55:04Z</dcterms:modified>
</cp:coreProperties>
</file>