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C5F2C68-FCD2-437B-995E-9285B3B281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335C92-2CFE-4055-B77B-2F7C24F5FF3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C33FB5-E3D5-4A75-90DF-43D4EA93E7D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15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C15B0F0-4252-48D8-A044-34E18F3DC825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6.6.1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6.4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6.9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F7A5D0-BA59-4126-A0B8-25D329B3F4C5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87358F-FC27-4298-8DA0-6A96197F533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相关与稳健限定边界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A3379C0-1B85-40B0-ADC9-12FFF121F2DA}"/>
              </a:ext>
            </a:extLst>
          </p:cNvPr>
          <p:cNvSpPr>
            <a:spLocks noGrp="1"/>
          </p:cNvSpPr>
          <p:nvPr/>
        </p:nvSpPr>
        <p:spPr>
          <a:xfrm>
            <a:off x="800100" y="1943100"/>
            <a:ext cx="4810125" cy="28575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3C41279-BD0C-4C09-A841-C55F5F5B1B49}"/>
              </a:ext>
            </a:extLst>
          </p:cNvPr>
          <p:cNvSpPr>
            <a:spLocks noGrp="1"/>
          </p:cNvSpPr>
          <p:nvPr/>
        </p:nvSpPr>
        <p:spPr>
          <a:xfrm>
            <a:off x="723900" y="1866900"/>
            <a:ext cx="4810125" cy="285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57250" y="2063202"/>
            <a:ext cx="4543425" cy="2331545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35CF2FD-ECE7-496B-B4C9-F1ECE51E5293}"/>
              </a:ext>
            </a:extLst>
          </p:cNvPr>
          <p:cNvSpPr>
            <a:spLocks noGrp="1"/>
          </p:cNvSpPr>
          <p:nvPr/>
        </p:nvSpPr>
        <p:spPr>
          <a:xfrm>
            <a:off x="857250" y="2000250"/>
            <a:ext cx="4543425" cy="24574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695172E-C95F-434F-8A0C-FBE2C572FCD9}"/>
              </a:ext>
            </a:extLst>
          </p:cNvPr>
          <p:cNvSpPr>
            <a:spLocks noGrp="1"/>
          </p:cNvSpPr>
          <p:nvPr/>
        </p:nvSpPr>
        <p:spPr>
          <a:xfrm>
            <a:off x="876300" y="4495800"/>
            <a:ext cx="45053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权重敏感性</a:t>
            </a:r>
            <a:endParaRPr sz="713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9FE1ED3-D1D3-4DB1-BAF4-88BED2B91A94}"/>
              </a:ext>
            </a:extLst>
          </p:cNvPr>
          <p:cNvSpPr>
            <a:spLocks noGrp="1"/>
          </p:cNvSpPr>
          <p:nvPr/>
        </p:nvSpPr>
        <p:spPr>
          <a:xfrm>
            <a:off x="6076950" y="1943100"/>
            <a:ext cx="4810125" cy="28575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3D86208-0D6C-4AB5-88C7-7FE3BEC21CF4}"/>
              </a:ext>
            </a:extLst>
          </p:cNvPr>
          <p:cNvSpPr>
            <a:spLocks noGrp="1"/>
          </p:cNvSpPr>
          <p:nvPr/>
        </p:nvSpPr>
        <p:spPr>
          <a:xfrm>
            <a:off x="6000750" y="1866900"/>
            <a:ext cx="4810125" cy="285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935167" y="2000250"/>
            <a:ext cx="2941292" cy="2457450"/>
          </a:xfrm>
          <a:prstGeom prst="rect">
            <a:avLst/>
          </a:prstGeom>
        </p:spPr>
      </p:pic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38D5FF6-D8F6-4F16-B235-8E979526B7B8}"/>
              </a:ext>
            </a:extLst>
          </p:cNvPr>
          <p:cNvSpPr>
            <a:spLocks noGrp="1"/>
          </p:cNvSpPr>
          <p:nvPr/>
        </p:nvSpPr>
        <p:spPr>
          <a:xfrm>
            <a:off x="6134100" y="2000250"/>
            <a:ext cx="4543425" cy="24574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A3DA14B-E477-4CB3-BBAE-335D9A036256}"/>
              </a:ext>
            </a:extLst>
          </p:cNvPr>
          <p:cNvSpPr>
            <a:spLocks noGrp="1"/>
          </p:cNvSpPr>
          <p:nvPr/>
        </p:nvSpPr>
        <p:spPr>
          <a:xfrm>
            <a:off x="6153150" y="4495800"/>
            <a:ext cx="45053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相关矩阵</a:t>
            </a:r>
            <a:endParaRPr sz="713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C617266-B3EC-4A34-BC50-7D9032E8EECD}"/>
              </a:ext>
            </a:extLst>
          </p:cNvPr>
          <p:cNvSpPr>
            <a:spLocks noGrp="1"/>
          </p:cNvSpPr>
          <p:nvPr/>
        </p:nvSpPr>
        <p:spPr>
          <a:xfrm>
            <a:off x="2381250" y="51054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≥</a:t>
            </a:r>
            <a:r>
              <a:rPr lang="en-US" altLang="zh-CN"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89.7%</a:t>
            </a:r>
            <a:endParaRPr sz="2025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0862AF-809D-4E7A-9736-352EE587A597}"/>
              </a:ext>
            </a:extLst>
          </p:cNvPr>
          <p:cNvSpPr>
            <a:spLocks noGrp="1"/>
          </p:cNvSpPr>
          <p:nvPr/>
        </p:nvSpPr>
        <p:spPr>
          <a:xfrm>
            <a:off x="2381250" y="54673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4894BF3-AE20-4F62-9BDA-B5D3641FAD36}"/>
              </a:ext>
            </a:extLst>
          </p:cNvPr>
          <p:cNvSpPr>
            <a:spLocks noGrp="1"/>
          </p:cNvSpPr>
          <p:nvPr/>
        </p:nvSpPr>
        <p:spPr>
          <a:xfrm>
            <a:off x="2381250" y="55435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替代口径分类一致比例</a:t>
            </a:r>
            <a:endParaRPr sz="122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98A1B322-55B5-47DA-BD50-4A38C69F245C}"/>
              </a:ext>
            </a:extLst>
          </p:cNvPr>
          <p:cNvSpPr>
            <a:spLocks noGrp="1"/>
          </p:cNvSpPr>
          <p:nvPr/>
        </p:nvSpPr>
        <p:spPr>
          <a:xfrm>
            <a:off x="5143500" y="51054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025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-0.495</a:t>
            </a:r>
            <a:endParaRPr sz="2025" b="1">
              <a:solidFill>
                <a:srgbClr val="5A83A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EB6D10A-ADCC-4B6D-8F82-6F802CE8720E}"/>
              </a:ext>
            </a:extLst>
          </p:cNvPr>
          <p:cNvSpPr>
            <a:spLocks noGrp="1"/>
          </p:cNvSpPr>
          <p:nvPr/>
        </p:nvSpPr>
        <p:spPr>
          <a:xfrm>
            <a:off x="5143500" y="54673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2522388-1A2D-4DD4-B1BD-0105B2771ED3}"/>
              </a:ext>
            </a:extLst>
          </p:cNvPr>
          <p:cNvSpPr>
            <a:spLocks noGrp="1"/>
          </p:cNvSpPr>
          <p:nvPr/>
        </p:nvSpPr>
        <p:spPr>
          <a:xfrm>
            <a:off x="5143500" y="55435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CMI </a:t>
            </a: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与 </a:t>
            </a:r>
            <a:r>
              <a:rPr 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MI </a:t>
            </a: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</a:t>
            </a:r>
            <a:endParaRPr sz="122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006E4F24-A4F0-4E59-B387-4E6B21B5060D}"/>
              </a:ext>
            </a:extLst>
          </p:cNvPr>
          <p:cNvSpPr>
            <a:spLocks noGrp="1"/>
          </p:cNvSpPr>
          <p:nvPr/>
        </p:nvSpPr>
        <p:spPr>
          <a:xfrm>
            <a:off x="7905750" y="51054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025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-0.440</a:t>
            </a:r>
            <a:endParaRPr sz="2025" b="1">
              <a:solidFill>
                <a:srgbClr val="5A83A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A5DCB5E-5EF8-43AD-9D48-EA0CDAEAF42A}"/>
              </a:ext>
            </a:extLst>
          </p:cNvPr>
          <p:cNvSpPr>
            <a:spLocks noGrp="1"/>
          </p:cNvSpPr>
          <p:nvPr/>
        </p:nvSpPr>
        <p:spPr>
          <a:xfrm>
            <a:off x="7905750" y="54673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F1C6EBCA-8370-4E40-A351-61063FC3CAEE}"/>
              </a:ext>
            </a:extLst>
          </p:cNvPr>
          <p:cNvSpPr>
            <a:spLocks noGrp="1"/>
          </p:cNvSpPr>
          <p:nvPr/>
        </p:nvSpPr>
        <p:spPr>
          <a:xfrm>
            <a:off x="7905750" y="55435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OAI </a:t>
            </a: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与 </a:t>
            </a:r>
            <a:r>
              <a:rPr 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MI </a:t>
            </a: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</a:t>
            </a:r>
            <a:endParaRPr sz="122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D352D32-D4E3-479F-8DF1-52BF1B180D8A}"/>
              </a:ext>
            </a:extLst>
          </p:cNvPr>
          <p:cNvSpPr>
            <a:spLocks noGrp="1"/>
          </p:cNvSpPr>
          <p:nvPr/>
        </p:nvSpPr>
        <p:spPr>
          <a:xfrm>
            <a:off x="4419600" y="59245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相关性只提示关系方向，不解释机制本身。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392FDE2-7D6F-B1B9-EF82-CDC289CA7FD0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03860912-27CB-8A7A-15F4-A91FE0B2A1C2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敏感性检验显示主要分类稳定。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相关矩阵只提示关系方向，不解释因果。</a:t>
            </a:r>
          </a:p>
        </p:txBody>
      </p:sp>
    </p:spTree>
    <p:extLst>
      <p:ext uri="{BB962C8B-B14F-4D97-AF65-F5344CB8AC3E}">
        <p14:creationId xmlns:p14="http://schemas.microsoft.com/office/powerpoint/2010/main" val="49428738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81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45</cp:revision>
  <dcterms:created xsi:type="dcterms:W3CDTF">2026-06-02T06:15:18Z</dcterms:created>
  <dcterms:modified xsi:type="dcterms:W3CDTF">2026-06-03T04:55:05Z</dcterms:modified>
</cp:coreProperties>
</file>