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9F2CD69-0AA9-474E-8D81-C4477A0C7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4AE2FF-A4D1-4713-867B-1197911D5FD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0F1E86-E9E3-4394-8B28-266E0CD2865E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18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AE67CD8-F365-4434-9BF1-E4F2B17CCEF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9C6C48-7311-4FB4-9788-70E11E58C48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5889FA-8080-41A3-98B0-11EC90C8DA3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贡献与边界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1B2B777-FD99-445A-A10F-3DE6F4755D7D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D0E5E75-BF72-42D9-A0D4-A5AB05C33535}"/>
              </a:ext>
            </a:extLst>
          </p:cNvPr>
          <p:cNvSpPr>
            <a:spLocks noGrp="1"/>
          </p:cNvSpPr>
          <p:nvPr/>
        </p:nvSpPr>
        <p:spPr>
          <a:xfrm>
            <a:off x="67246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5A83A8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80FEBAC-8358-4EA2-81A1-060DF08858CB}"/>
              </a:ext>
            </a:extLst>
          </p:cNvPr>
          <p:cNvSpPr>
            <a:spLocks noGrp="1"/>
          </p:cNvSpPr>
          <p:nvPr/>
        </p:nvSpPr>
        <p:spPr>
          <a:xfrm>
            <a:off x="12382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主要贡献</a:t>
            </a:r>
            <a:endParaRPr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0BF9B4A-7CE0-4721-B4CD-3F38E1A6381B}"/>
              </a:ext>
            </a:extLst>
          </p:cNvPr>
          <p:cNvSpPr>
            <a:spLocks noGrp="1"/>
          </p:cNvSpPr>
          <p:nvPr/>
        </p:nvSpPr>
        <p:spPr>
          <a:xfrm>
            <a:off x="71437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研究边界</a:t>
            </a:r>
            <a:endParaRPr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8E7B54-47A6-4B26-A10E-3EA01A39A8B0}"/>
              </a:ext>
            </a:extLst>
          </p:cNvPr>
          <p:cNvSpPr>
            <a:spLocks noGrp="1"/>
          </p:cNvSpPr>
          <p:nvPr/>
        </p:nvSpPr>
        <p:spPr>
          <a:xfrm>
            <a:off x="1257300" y="33242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D59E653-0BA6-4D11-8AA6-ABAD94916635}"/>
              </a:ext>
            </a:extLst>
          </p:cNvPr>
          <p:cNvSpPr>
            <a:spLocks noGrp="1"/>
          </p:cNvSpPr>
          <p:nvPr/>
        </p:nvSpPr>
        <p:spPr>
          <a:xfrm>
            <a:off x="14097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对象下沉到景点级文旅载体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49BF5C-60F2-4619-9470-716D3397146F}"/>
              </a:ext>
            </a:extLst>
          </p:cNvPr>
          <p:cNvSpPr>
            <a:spLocks noGrp="1"/>
          </p:cNvSpPr>
          <p:nvPr/>
        </p:nvSpPr>
        <p:spPr>
          <a:xfrm>
            <a:off x="1257300" y="37242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87A6DA2-7A5F-4186-8E10-204FB0ECE628}"/>
              </a:ext>
            </a:extLst>
          </p:cNvPr>
          <p:cNvSpPr>
            <a:spLocks noGrp="1"/>
          </p:cNvSpPr>
          <p:nvPr/>
        </p:nvSpPr>
        <p:spPr>
          <a:xfrm>
            <a:off x="14097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建立文化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—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旅游双谱系对照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4AF04B-B021-49CF-B7BE-3615D0852CA1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AE7A728-F4F5-40DD-90B8-E09273A2F6B2}"/>
              </a:ext>
            </a:extLst>
          </p:cNvPr>
          <p:cNvSpPr>
            <a:spLocks noGrp="1"/>
          </p:cNvSpPr>
          <p:nvPr/>
        </p:nvSpPr>
        <p:spPr>
          <a:xfrm>
            <a:off x="14097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把错位结果转译为空间与规划建议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FD7D03-CFF4-4E2D-B4F0-6B2E1F012FE5}"/>
              </a:ext>
            </a:extLst>
          </p:cNvPr>
          <p:cNvSpPr>
            <a:spLocks noGrp="1"/>
          </p:cNvSpPr>
          <p:nvPr/>
        </p:nvSpPr>
        <p:spPr>
          <a:xfrm>
            <a:off x="7162800" y="33242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F87C4FF-0937-4BCC-8CB2-3B6BF86B2A5E}"/>
              </a:ext>
            </a:extLst>
          </p:cNvPr>
          <p:cNvSpPr>
            <a:spLocks noGrp="1"/>
          </p:cNvSpPr>
          <p:nvPr/>
        </p:nvSpPr>
        <p:spPr>
          <a:xfrm>
            <a:off x="73152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餐饮与夜间活力数据仍需补充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F981CD-16F2-4580-B302-1343921B8780}"/>
              </a:ext>
            </a:extLst>
          </p:cNvPr>
          <p:cNvSpPr>
            <a:spLocks noGrp="1"/>
          </p:cNvSpPr>
          <p:nvPr/>
        </p:nvSpPr>
        <p:spPr>
          <a:xfrm>
            <a:off x="7162800" y="372427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5F245E6-823F-4F22-B7A2-8DB208E2538C}"/>
              </a:ext>
            </a:extLst>
          </p:cNvPr>
          <p:cNvSpPr>
            <a:spLocks noGrp="1"/>
          </p:cNvSpPr>
          <p:nvPr/>
        </p:nvSpPr>
        <p:spPr>
          <a:xfrm>
            <a:off x="73152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权重设置具有本科阶段的简化性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DCF792-3596-4056-826E-13953E63B11A}"/>
              </a:ext>
            </a:extLst>
          </p:cNvPr>
          <p:cNvSpPr>
            <a:spLocks noGrp="1"/>
          </p:cNvSpPr>
          <p:nvPr/>
        </p:nvSpPr>
        <p:spPr>
          <a:xfrm>
            <a:off x="7162800" y="41243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1AE4976-D4EE-4422-B72D-C75A2C876B16}"/>
              </a:ext>
            </a:extLst>
          </p:cNvPr>
          <p:cNvSpPr>
            <a:spLocks noGrp="1"/>
          </p:cNvSpPr>
          <p:nvPr/>
        </p:nvSpPr>
        <p:spPr>
          <a:xfrm>
            <a:off x="73152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评论语义仍是补充检验而非全量模型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D1B32E-1494-461B-9127-6F82094FA85B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6477000" cy="4191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8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文化记忆能否通过空间载体进入游客体验</a:t>
            </a:r>
            <a:endParaRPr sz="18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38CAC7-645E-AE62-0548-9C4D7C923B9B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13834482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83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45</cp:revision>
  <dcterms:created xsi:type="dcterms:W3CDTF">2026-06-02T06:15:18Z</dcterms:created>
  <dcterms:modified xsi:type="dcterms:W3CDTF">2026-06-03T04:55:06Z</dcterms:modified>
</cp:coreProperties>
</file>