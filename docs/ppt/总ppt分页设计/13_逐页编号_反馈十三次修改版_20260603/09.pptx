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09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强，文化入口薄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1943100"/>
            <a:ext cx="5383116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公园绿地 </a:t>
            </a:r>
            <a:r>
              <a:rPr lang="en-US" altLang="zh-CN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+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自然景观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文化体验类入口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四镇街 </a:t>
            </a:r>
            <a:r>
              <a:rPr lang="en-US" altLang="zh-CN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合计占比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九江仅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 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1.92%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，提醒不能只按总体热度判断。</a:t>
            </a:r>
            <a:endParaRPr sz="12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C35D10-3CA5-71CE-FB54-4FE6B448199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B7487E76-D088-CF2E-AD2F-693625894200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总量不弱，但文化体验类入口占比低。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桂城、里水等旅游供给强，九江等片区不能只按热度判断。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99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45</cp:revision>
  <dcterms:created xsi:type="dcterms:W3CDTF">2026-06-02T06:15:18Z</dcterms:created>
  <dcterms:modified xsi:type="dcterms:W3CDTF">2026-06-03T04:55:04Z</dcterms:modified>
</cp:coreProperties>
</file>