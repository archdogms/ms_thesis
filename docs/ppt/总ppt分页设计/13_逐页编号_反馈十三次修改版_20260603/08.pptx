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子图展示文化叙事如何从知识图谱转译到具体景点。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11 Slide16 KG Frame">
            <a:extLst>
              <a:ext uri="{FF2B5EF4-FFF2-40B4-BE49-F238E27FC236}">
                <a16:creationId xmlns:a16="http://schemas.microsoft.com/office/drawing/2014/main" id="{E30D43CB-6729-F36C-5BA6-90A4DAE8C86A}"/>
              </a:ext>
            </a:extLst>
          </p:cNvPr>
          <p:cNvSpPr/>
          <p:nvPr/>
        </p:nvSpPr>
        <p:spPr>
          <a:xfrm>
            <a:off x="1101507" y="1703264"/>
            <a:ext cx="8886695" cy="36809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2026-06-03T04:55:04Z</dcterms:modified>
</cp:coreProperties>
</file>