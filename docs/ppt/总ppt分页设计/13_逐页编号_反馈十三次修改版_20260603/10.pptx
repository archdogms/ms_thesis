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10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5.3.5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节、表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1860550"/>
            <a:ext cx="4857750" cy="1314450"/>
          </a:xfrm>
          <a:prstGeom prst="round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0" name="Slide10 Intro">
            <a:extLst>
              <a:ext uri="{FF2B5EF4-FFF2-40B4-BE49-F238E27FC236}">
                <a16:creationId xmlns:a16="http://schemas.microsoft.com/office/drawing/2014/main" id="{45D868EB-0985-2363-FBB6-037FD9B661E8}"/>
              </a:ext>
            </a:extLst>
          </p:cNvPr>
          <p:cNvSpPr txBox="1"/>
          <p:nvPr/>
        </p:nvSpPr>
        <p:spPr>
          <a:xfrm>
            <a:off x="787400" y="1308099"/>
            <a:ext cx="9652000" cy="4975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四类分层把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条载体转成可解释的诊断清单。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沉睡潜力与空心景点合计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条，占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62.4%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34" name="Slide10 ChartBox">
            <a:extLst>
              <a:ext uri="{FF2B5EF4-FFF2-40B4-BE49-F238E27FC236}">
                <a16:creationId xmlns:a16="http://schemas.microsoft.com/office/drawing/2014/main" id="{E0168F6D-CFC6-7E19-4294-C76038A6765D}"/>
              </a:ext>
            </a:extLst>
          </p:cNvPr>
          <p:cNvSpPr/>
          <p:nvPr/>
        </p:nvSpPr>
        <p:spPr>
          <a:xfrm>
            <a:off x="914400" y="1790700"/>
            <a:ext cx="6159500" cy="3759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10 ChartTitle">
            <a:extLst>
              <a:ext uri="{FF2B5EF4-FFF2-40B4-BE49-F238E27FC236}">
                <a16:creationId xmlns:a16="http://schemas.microsoft.com/office/drawing/2014/main" id="{926751CD-DE8C-C724-F404-A81901CE4A93}"/>
              </a:ext>
            </a:extLst>
          </p:cNvPr>
          <p:cNvSpPr txBox="1"/>
          <p:nvPr/>
        </p:nvSpPr>
        <p:spPr>
          <a:xfrm>
            <a:off x="1168400" y="2032000"/>
            <a:ext cx="228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四类错位载体数量</a:t>
            </a:r>
          </a:p>
        </p:txBody>
      </p:sp>
      <p:sp>
        <p:nvSpPr>
          <p:cNvPr id="36" name="Slide10 Bar1 Label">
            <a:extLst>
              <a:ext uri="{FF2B5EF4-FFF2-40B4-BE49-F238E27FC236}">
                <a16:creationId xmlns:a16="http://schemas.microsoft.com/office/drawing/2014/main" id="{CC2E0CFF-9AA6-CE34-5561-24EC697FAF07}"/>
              </a:ext>
            </a:extLst>
          </p:cNvPr>
          <p:cNvSpPr txBox="1"/>
          <p:nvPr/>
        </p:nvSpPr>
        <p:spPr>
          <a:xfrm>
            <a:off x="1168400" y="2540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37" name="Slide10 Bar1 BarBG">
            <a:extLst>
              <a:ext uri="{FF2B5EF4-FFF2-40B4-BE49-F238E27FC236}">
                <a16:creationId xmlns:a16="http://schemas.microsoft.com/office/drawing/2014/main" id="{862309FF-BCF4-6160-0767-8D28A6120B0E}"/>
              </a:ext>
            </a:extLst>
          </p:cNvPr>
          <p:cNvSpPr/>
          <p:nvPr/>
        </p:nvSpPr>
        <p:spPr>
          <a:xfrm>
            <a:off x="2590800" y="2565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10 Bar1 Bar">
            <a:extLst>
              <a:ext uri="{FF2B5EF4-FFF2-40B4-BE49-F238E27FC236}">
                <a16:creationId xmlns:a16="http://schemas.microsoft.com/office/drawing/2014/main" id="{8E80EC2E-608B-A2F7-CDA7-C4EA390227E6}"/>
              </a:ext>
            </a:extLst>
          </p:cNvPr>
          <p:cNvSpPr/>
          <p:nvPr/>
        </p:nvSpPr>
        <p:spPr>
          <a:xfrm>
            <a:off x="2590800" y="2565400"/>
            <a:ext cx="3365500" cy="279400"/>
          </a:xfrm>
          <a:prstGeom prst="roundRect">
            <a:avLst/>
          </a:prstGeom>
          <a:solidFill>
            <a:srgbClr val="6F2184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10 Bar1 Value">
            <a:extLst>
              <a:ext uri="{FF2B5EF4-FFF2-40B4-BE49-F238E27FC236}">
                <a16:creationId xmlns:a16="http://schemas.microsoft.com/office/drawing/2014/main" id="{8B0DB231-FE6E-05DB-D770-18279E3B2954}"/>
              </a:ext>
            </a:extLst>
          </p:cNvPr>
          <p:cNvSpPr txBox="1"/>
          <p:nvPr/>
        </p:nvSpPr>
        <p:spPr>
          <a:xfrm>
            <a:off x="6083300" y="2578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 / 34.5%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Slide10 Bar2 Label">
            <a:extLst>
              <a:ext uri="{FF2B5EF4-FFF2-40B4-BE49-F238E27FC236}">
                <a16:creationId xmlns:a16="http://schemas.microsoft.com/office/drawing/2014/main" id="{C13D8C86-D13C-577E-BC73-64E705E68AF1}"/>
              </a:ext>
            </a:extLst>
          </p:cNvPr>
          <p:cNvSpPr txBox="1"/>
          <p:nvPr/>
        </p:nvSpPr>
        <p:spPr>
          <a:xfrm>
            <a:off x="1168400" y="3175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41" name="Slide10 Bar2 BarBG">
            <a:extLst>
              <a:ext uri="{FF2B5EF4-FFF2-40B4-BE49-F238E27FC236}">
                <a16:creationId xmlns:a16="http://schemas.microsoft.com/office/drawing/2014/main" id="{4FBE33F9-BAAC-E0A4-54C7-C30D586C9D3F}"/>
              </a:ext>
            </a:extLst>
          </p:cNvPr>
          <p:cNvSpPr/>
          <p:nvPr/>
        </p:nvSpPr>
        <p:spPr>
          <a:xfrm>
            <a:off x="2590800" y="3200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10 Bar2 Bar">
            <a:extLst>
              <a:ext uri="{FF2B5EF4-FFF2-40B4-BE49-F238E27FC236}">
                <a16:creationId xmlns:a16="http://schemas.microsoft.com/office/drawing/2014/main" id="{1CEDB32F-804C-8B42-911A-41D04D085F87}"/>
              </a:ext>
            </a:extLst>
          </p:cNvPr>
          <p:cNvSpPr/>
          <p:nvPr/>
        </p:nvSpPr>
        <p:spPr>
          <a:xfrm>
            <a:off x="2590800" y="3200400"/>
            <a:ext cx="3188368" cy="279400"/>
          </a:xfrm>
          <a:prstGeom prst="roundRect">
            <a:avLst/>
          </a:prstGeom>
          <a:solidFill>
            <a:srgbClr val="C1564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10 Bar2 Value">
            <a:extLst>
              <a:ext uri="{FF2B5EF4-FFF2-40B4-BE49-F238E27FC236}">
                <a16:creationId xmlns:a16="http://schemas.microsoft.com/office/drawing/2014/main" id="{DA42F488-0D0A-618C-F601-8DA843838BFE}"/>
              </a:ext>
            </a:extLst>
          </p:cNvPr>
          <p:cNvSpPr txBox="1"/>
          <p:nvPr/>
        </p:nvSpPr>
        <p:spPr>
          <a:xfrm>
            <a:off x="6083300" y="3213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/ 32.7%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lide10 Bar3 Label">
            <a:extLst>
              <a:ext uri="{FF2B5EF4-FFF2-40B4-BE49-F238E27FC236}">
                <a16:creationId xmlns:a16="http://schemas.microsoft.com/office/drawing/2014/main" id="{EF167557-E30D-770A-F1A6-8B0118E142EA}"/>
              </a:ext>
            </a:extLst>
          </p:cNvPr>
          <p:cNvSpPr txBox="1"/>
          <p:nvPr/>
        </p:nvSpPr>
        <p:spPr>
          <a:xfrm>
            <a:off x="1168400" y="3810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45" name="Slide10 Bar3 BarBG">
            <a:extLst>
              <a:ext uri="{FF2B5EF4-FFF2-40B4-BE49-F238E27FC236}">
                <a16:creationId xmlns:a16="http://schemas.microsoft.com/office/drawing/2014/main" id="{BB4F602E-0920-C0FF-3C12-A81E283A85F5}"/>
              </a:ext>
            </a:extLst>
          </p:cNvPr>
          <p:cNvSpPr/>
          <p:nvPr/>
        </p:nvSpPr>
        <p:spPr>
          <a:xfrm>
            <a:off x="2590800" y="3835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10 Bar3 Bar">
            <a:extLst>
              <a:ext uri="{FF2B5EF4-FFF2-40B4-BE49-F238E27FC236}">
                <a16:creationId xmlns:a16="http://schemas.microsoft.com/office/drawing/2014/main" id="{17D58EEE-596E-EC9D-C260-D0EE46F1D477}"/>
              </a:ext>
            </a:extLst>
          </p:cNvPr>
          <p:cNvSpPr/>
          <p:nvPr/>
        </p:nvSpPr>
        <p:spPr>
          <a:xfrm>
            <a:off x="2590800" y="3835400"/>
            <a:ext cx="2893149" cy="279400"/>
          </a:xfrm>
          <a:prstGeom prst="roundRect">
            <a:avLst/>
          </a:prstGeom>
          <a:solidFill>
            <a:srgbClr val="56849E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10 Bar3 Value">
            <a:extLst>
              <a:ext uri="{FF2B5EF4-FFF2-40B4-BE49-F238E27FC236}">
                <a16:creationId xmlns:a16="http://schemas.microsoft.com/office/drawing/2014/main" id="{6288F71C-564C-B65C-E758-28DD8A78DEC3}"/>
              </a:ext>
            </a:extLst>
          </p:cNvPr>
          <p:cNvSpPr txBox="1"/>
          <p:nvPr/>
        </p:nvSpPr>
        <p:spPr>
          <a:xfrm>
            <a:off x="6083300" y="3848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49 / 29.7%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lide10 Bar4 Label">
            <a:extLst>
              <a:ext uri="{FF2B5EF4-FFF2-40B4-BE49-F238E27FC236}">
                <a16:creationId xmlns:a16="http://schemas.microsoft.com/office/drawing/2014/main" id="{FE500F35-6ED1-8C92-8EC3-CF08085C5D18}"/>
              </a:ext>
            </a:extLst>
          </p:cNvPr>
          <p:cNvSpPr txBox="1"/>
          <p:nvPr/>
        </p:nvSpPr>
        <p:spPr>
          <a:xfrm>
            <a:off x="1168400" y="4445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49" name="Slide10 Bar4 BarBG">
            <a:extLst>
              <a:ext uri="{FF2B5EF4-FFF2-40B4-BE49-F238E27FC236}">
                <a16:creationId xmlns:a16="http://schemas.microsoft.com/office/drawing/2014/main" id="{FA15519A-7CB2-917C-1A29-51E17DC60D53}"/>
              </a:ext>
            </a:extLst>
          </p:cNvPr>
          <p:cNvSpPr/>
          <p:nvPr/>
        </p:nvSpPr>
        <p:spPr>
          <a:xfrm>
            <a:off x="2590800" y="4470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10 Bar4 Bar">
            <a:extLst>
              <a:ext uri="{FF2B5EF4-FFF2-40B4-BE49-F238E27FC236}">
                <a16:creationId xmlns:a16="http://schemas.microsoft.com/office/drawing/2014/main" id="{F0B368B6-9613-1313-2C1F-1B78E01942AC}"/>
              </a:ext>
            </a:extLst>
          </p:cNvPr>
          <p:cNvSpPr/>
          <p:nvPr/>
        </p:nvSpPr>
        <p:spPr>
          <a:xfrm>
            <a:off x="2590800" y="4470400"/>
            <a:ext cx="295219" cy="279400"/>
          </a:xfrm>
          <a:prstGeom prst="roundRect">
            <a:avLst/>
          </a:prstGeom>
          <a:solidFill>
            <a:srgbClr val="60937D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10 Bar4 Value">
            <a:extLst>
              <a:ext uri="{FF2B5EF4-FFF2-40B4-BE49-F238E27FC236}">
                <a16:creationId xmlns:a16="http://schemas.microsoft.com/office/drawing/2014/main" id="{1E1B7FC0-CBC5-C643-C537-65A7FBB51A85}"/>
              </a:ext>
            </a:extLst>
          </p:cNvPr>
          <p:cNvSpPr txBox="1"/>
          <p:nvPr/>
        </p:nvSpPr>
        <p:spPr>
          <a:xfrm>
            <a:off x="6083300" y="4483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3.0%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lide10 BigNumberBox">
            <a:extLst>
              <a:ext uri="{FF2B5EF4-FFF2-40B4-BE49-F238E27FC236}">
                <a16:creationId xmlns:a16="http://schemas.microsoft.com/office/drawing/2014/main" id="{D30C5A58-A789-9FE0-0B38-B83686F159AB}"/>
              </a:ext>
            </a:extLst>
          </p:cNvPr>
          <p:cNvSpPr/>
          <p:nvPr/>
        </p:nvSpPr>
        <p:spPr>
          <a:xfrm>
            <a:off x="7556500" y="1930400"/>
            <a:ext cx="3302000" cy="11176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10 BigNumber">
            <a:extLst>
              <a:ext uri="{FF2B5EF4-FFF2-40B4-BE49-F238E27FC236}">
                <a16:creationId xmlns:a16="http://schemas.microsoft.com/office/drawing/2014/main" id="{C2AD37E8-A477-8705-6F12-5D1E9C0D2873}"/>
              </a:ext>
            </a:extLst>
          </p:cNvPr>
          <p:cNvSpPr txBox="1"/>
          <p:nvPr/>
        </p:nvSpPr>
        <p:spPr>
          <a:xfrm>
            <a:off x="7810500" y="21336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62.4%</a:t>
            </a:r>
            <a:endParaRPr lang="zh-CN" altLang="en-US" sz="2200" b="1">
              <a:solidFill>
                <a:srgbClr val="C156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lide10 BigNumberText">
            <a:extLst>
              <a:ext uri="{FF2B5EF4-FFF2-40B4-BE49-F238E27FC236}">
                <a16:creationId xmlns:a16="http://schemas.microsoft.com/office/drawing/2014/main" id="{8F017508-54B5-0546-2B18-43AB18168195}"/>
              </a:ext>
            </a:extLst>
          </p:cNvPr>
          <p:cNvSpPr txBox="1"/>
          <p:nvPr/>
        </p:nvSpPr>
        <p:spPr>
          <a:xfrm>
            <a:off x="7810500" y="2616200"/>
            <a:ext cx="2730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 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空心景点，表明主要问题是承接关系错位。</a:t>
            </a:r>
          </a:p>
        </p:txBody>
      </p:sp>
      <p:sp>
        <p:nvSpPr>
          <p:cNvPr id="55" name="Slide10 Card1 Card">
            <a:extLst>
              <a:ext uri="{FF2B5EF4-FFF2-40B4-BE49-F238E27FC236}">
                <a16:creationId xmlns:a16="http://schemas.microsoft.com/office/drawing/2014/main" id="{66432AAA-7F23-3C87-232F-CA71EF2616E6}"/>
              </a:ext>
            </a:extLst>
          </p:cNvPr>
          <p:cNvSpPr/>
          <p:nvPr/>
        </p:nvSpPr>
        <p:spPr>
          <a:xfrm>
            <a:off x="7556500" y="34544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lide10 Card1 Accent">
            <a:extLst>
              <a:ext uri="{FF2B5EF4-FFF2-40B4-BE49-F238E27FC236}">
                <a16:creationId xmlns:a16="http://schemas.microsoft.com/office/drawing/2014/main" id="{1F4A0FF4-C05F-3058-F5F9-D0533908AF46}"/>
              </a:ext>
            </a:extLst>
          </p:cNvPr>
          <p:cNvSpPr/>
          <p:nvPr/>
        </p:nvSpPr>
        <p:spPr>
          <a:xfrm>
            <a:off x="7556500" y="3454400"/>
            <a:ext cx="1587500" cy="50800"/>
          </a:xfrm>
          <a:prstGeom prst="rect">
            <a:avLst/>
          </a:prstGeom>
          <a:solidFill>
            <a:srgbClr val="C1564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Slide10 Card1 Head">
            <a:extLst>
              <a:ext uri="{FF2B5EF4-FFF2-40B4-BE49-F238E27FC236}">
                <a16:creationId xmlns:a16="http://schemas.microsoft.com/office/drawing/2014/main" id="{27E5AB93-AF10-C3FC-5377-28FC20159DE8}"/>
              </a:ext>
            </a:extLst>
          </p:cNvPr>
          <p:cNvSpPr txBox="1"/>
          <p:nvPr/>
        </p:nvSpPr>
        <p:spPr>
          <a:xfrm>
            <a:off x="7683500" y="361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58" name="Slide10 Card1 Body">
            <a:extLst>
              <a:ext uri="{FF2B5EF4-FFF2-40B4-BE49-F238E27FC236}">
                <a16:creationId xmlns:a16="http://schemas.microsoft.com/office/drawing/2014/main" id="{51409277-276B-F52D-5383-0F077F13A4EC}"/>
              </a:ext>
            </a:extLst>
          </p:cNvPr>
          <p:cNvSpPr txBox="1"/>
          <p:nvPr/>
        </p:nvSpPr>
        <p:spPr>
          <a:xfrm>
            <a:off x="7683500" y="38862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文化强、热度弱；补可达与展示。</a:t>
            </a:r>
          </a:p>
        </p:txBody>
      </p:sp>
      <p:sp>
        <p:nvSpPr>
          <p:cNvPr id="59" name="Slide10 Card2 Card">
            <a:extLst>
              <a:ext uri="{FF2B5EF4-FFF2-40B4-BE49-F238E27FC236}">
                <a16:creationId xmlns:a16="http://schemas.microsoft.com/office/drawing/2014/main" id="{7687E133-E040-C051-4007-E435DDD7B379}"/>
              </a:ext>
            </a:extLst>
          </p:cNvPr>
          <p:cNvSpPr/>
          <p:nvPr/>
        </p:nvSpPr>
        <p:spPr>
          <a:xfrm>
            <a:off x="9334500" y="34544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Slide10 Card2 Accent">
            <a:extLst>
              <a:ext uri="{FF2B5EF4-FFF2-40B4-BE49-F238E27FC236}">
                <a16:creationId xmlns:a16="http://schemas.microsoft.com/office/drawing/2014/main" id="{16858A7D-D3C6-AE08-719F-204FEFA6529D}"/>
              </a:ext>
            </a:extLst>
          </p:cNvPr>
          <p:cNvSpPr/>
          <p:nvPr/>
        </p:nvSpPr>
        <p:spPr>
          <a:xfrm>
            <a:off x="9334500" y="3454400"/>
            <a:ext cx="15875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Slide10 Card2 Head">
            <a:extLst>
              <a:ext uri="{FF2B5EF4-FFF2-40B4-BE49-F238E27FC236}">
                <a16:creationId xmlns:a16="http://schemas.microsoft.com/office/drawing/2014/main" id="{191FAAA2-2A92-4027-D4C1-92AC5983C891}"/>
              </a:ext>
            </a:extLst>
          </p:cNvPr>
          <p:cNvSpPr txBox="1"/>
          <p:nvPr/>
        </p:nvSpPr>
        <p:spPr>
          <a:xfrm>
            <a:off x="9461500" y="361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62" name="Slide10 Card2 Body">
            <a:extLst>
              <a:ext uri="{FF2B5EF4-FFF2-40B4-BE49-F238E27FC236}">
                <a16:creationId xmlns:a16="http://schemas.microsoft.com/office/drawing/2014/main" id="{17D0DD43-2518-B114-47CD-AA43A0E9D3BD}"/>
              </a:ext>
            </a:extLst>
          </p:cNvPr>
          <p:cNvSpPr txBox="1"/>
          <p:nvPr/>
        </p:nvSpPr>
        <p:spPr>
          <a:xfrm>
            <a:off x="9461500" y="38862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热度高、叙事弱；补解说与活动。</a:t>
            </a:r>
          </a:p>
        </p:txBody>
      </p:sp>
      <p:sp>
        <p:nvSpPr>
          <p:cNvPr id="63" name="Slide10 Card3 Card">
            <a:extLst>
              <a:ext uri="{FF2B5EF4-FFF2-40B4-BE49-F238E27FC236}">
                <a16:creationId xmlns:a16="http://schemas.microsoft.com/office/drawing/2014/main" id="{399D48D6-1FD6-3111-7594-1F40D797BFD9}"/>
              </a:ext>
            </a:extLst>
          </p:cNvPr>
          <p:cNvSpPr/>
          <p:nvPr/>
        </p:nvSpPr>
        <p:spPr>
          <a:xfrm>
            <a:off x="7556500" y="47244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lide10 Card3 Accent">
            <a:extLst>
              <a:ext uri="{FF2B5EF4-FFF2-40B4-BE49-F238E27FC236}">
                <a16:creationId xmlns:a16="http://schemas.microsoft.com/office/drawing/2014/main" id="{B1A00C95-3993-2D8C-046B-206A8C6EA4C4}"/>
              </a:ext>
            </a:extLst>
          </p:cNvPr>
          <p:cNvSpPr/>
          <p:nvPr/>
        </p:nvSpPr>
        <p:spPr>
          <a:xfrm>
            <a:off x="7556500" y="4724400"/>
            <a:ext cx="15875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Slide10 Card3 Head">
            <a:extLst>
              <a:ext uri="{FF2B5EF4-FFF2-40B4-BE49-F238E27FC236}">
                <a16:creationId xmlns:a16="http://schemas.microsoft.com/office/drawing/2014/main" id="{6E7F8884-987C-7464-2F15-A5038CD0803D}"/>
              </a:ext>
            </a:extLst>
          </p:cNvPr>
          <p:cNvSpPr txBox="1"/>
          <p:nvPr/>
        </p:nvSpPr>
        <p:spPr>
          <a:xfrm>
            <a:off x="7683500" y="488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66" name="Slide10 Card3 Body">
            <a:extLst>
              <a:ext uri="{FF2B5EF4-FFF2-40B4-BE49-F238E27FC236}">
                <a16:creationId xmlns:a16="http://schemas.microsoft.com/office/drawing/2014/main" id="{2FE7C616-D891-C044-3D4F-1A5F5F19D3E7}"/>
              </a:ext>
            </a:extLst>
          </p:cNvPr>
          <p:cNvSpPr txBox="1"/>
          <p:nvPr/>
        </p:nvSpPr>
        <p:spPr>
          <a:xfrm>
            <a:off x="7683500" y="51562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双高节点，优先做线路样本。</a:t>
            </a:r>
          </a:p>
        </p:txBody>
      </p:sp>
      <p:sp>
        <p:nvSpPr>
          <p:cNvPr id="67" name="Slide10 Card4 Card">
            <a:extLst>
              <a:ext uri="{FF2B5EF4-FFF2-40B4-BE49-F238E27FC236}">
                <a16:creationId xmlns:a16="http://schemas.microsoft.com/office/drawing/2014/main" id="{178C504D-C29A-94F2-BA0D-A901772B8E2C}"/>
              </a:ext>
            </a:extLst>
          </p:cNvPr>
          <p:cNvSpPr/>
          <p:nvPr/>
        </p:nvSpPr>
        <p:spPr>
          <a:xfrm>
            <a:off x="9334500" y="47244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Slide10 Card4 Accent">
            <a:extLst>
              <a:ext uri="{FF2B5EF4-FFF2-40B4-BE49-F238E27FC236}">
                <a16:creationId xmlns:a16="http://schemas.microsoft.com/office/drawing/2014/main" id="{4B69E3B3-9106-F8FC-02E3-0D03F889415C}"/>
              </a:ext>
            </a:extLst>
          </p:cNvPr>
          <p:cNvSpPr/>
          <p:nvPr/>
        </p:nvSpPr>
        <p:spPr>
          <a:xfrm>
            <a:off x="9334500" y="4724400"/>
            <a:ext cx="15875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Slide10 Card4 Head">
            <a:extLst>
              <a:ext uri="{FF2B5EF4-FFF2-40B4-BE49-F238E27FC236}">
                <a16:creationId xmlns:a16="http://schemas.microsoft.com/office/drawing/2014/main" id="{63B3ED78-5608-C545-1D15-B8878D7660DE}"/>
              </a:ext>
            </a:extLst>
          </p:cNvPr>
          <p:cNvSpPr txBox="1"/>
          <p:nvPr/>
        </p:nvSpPr>
        <p:spPr>
          <a:xfrm>
            <a:off x="9461500" y="488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70" name="Slide10 Card4 Body">
            <a:extLst>
              <a:ext uri="{FF2B5EF4-FFF2-40B4-BE49-F238E27FC236}">
                <a16:creationId xmlns:a16="http://schemas.microsoft.com/office/drawing/2014/main" id="{9AA8BD66-E869-BD9C-9DE3-49F57CFA9A28}"/>
              </a:ext>
            </a:extLst>
          </p:cNvPr>
          <p:cNvSpPr txBox="1"/>
          <p:nvPr/>
        </p:nvSpPr>
        <p:spPr>
          <a:xfrm>
            <a:off x="9461500" y="5156200"/>
            <a:ext cx="1333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过渡样本，检验承接稳定性。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151</Words>
  <Application>Microsoft Office PowerPoint</Application>
  <DocSecurity>0</DocSecurity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2026-06-03T04:55:04Z</dcterms:modified>
</cp:coreProperties>
</file>