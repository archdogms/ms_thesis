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3.2.5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0574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4130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616200"/>
            <a:ext cx="3365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不把复合景区打包为一个点，而是以下沉后的景点级文旅载体作为分析单元。可定位、可匹配、可比较，是它能够进入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  <a:endParaRPr lang="zh-CN" altLang="en-US"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3937000"/>
            <a:ext cx="3429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5339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851400"/>
            <a:ext cx="889000" cy="2328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1054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3594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6769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59309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3594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6769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59309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19050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0066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7531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E365625-F1D0-7B2A-3F62-BA3A03CA5BA0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景区不再作为笼统边界处理，分析对象下沉到可定位、可匹配的文旅载体。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165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条核心文化载体作为指数计算与 </a:t>
            </a:r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空间匹配的基础样本。</a:t>
            </a:r>
          </a:p>
        </p:txBody>
      </p:sp>
      <p:cxnSp>
        <p:nvCxnSpPr>
          <p:cNvPr id="11" name="Round8 CoreClaim Rule">
            <a:extLst>
              <a:ext uri="{FF2B5EF4-FFF2-40B4-BE49-F238E27FC236}">
                <a16:creationId xmlns:a16="http://schemas.microsoft.com/office/drawing/2014/main" id="{C0E6B112-8812-DEBD-10F3-7FF2B78B378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160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2026-06-03T04:55:03Z</dcterms:modified>
</cp:coreProperties>
</file>