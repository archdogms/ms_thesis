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  <a:endParaRPr sz="255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  <a:endParaRPr sz="2550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  <a:endParaRPr sz="2550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、评分、评论量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  <a:endParaRPr sz="2400" b="1">
              <a:solidFill>
                <a:srgbClr val="8C4AA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  <a:endParaRPr sz="2550" b="1">
              <a:solidFill>
                <a:srgbClr val="5A83A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  <a:endParaRPr sz="1200" b="1">
              <a:solidFill>
                <a:srgbClr val="24222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  <a:endParaRPr sz="863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</a:t>
            </a:r>
            <a:r>
              <a:rPr lang="zh-CN" altLang="en-US"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表示旅游热度，不能替代文化识别。</a:t>
            </a:r>
            <a:endParaRPr sz="1125" b="1">
              <a:solidFill>
                <a:srgbClr val="B35D4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320799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CMI / OAI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  <a:p>
            <a:r>
              <a:rPr lang="en-US" altLang="zh-CN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散点分层用于识别沉睡潜力、空心景点和核心耦合网格。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191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2026-06-03T04:55:03Z</dcterms:modified>
</cp:coreProperties>
</file>