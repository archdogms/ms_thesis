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110045-98E8-49F0-9EEB-732572267F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12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6.3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5.1.2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镇街对比：热度与文化分离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97331" y="1943100"/>
            <a:ext cx="5302338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4,174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桂城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2,625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里水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noGrp="1"/>
          </p:cNvSpPr>
          <p:nvPr/>
        </p:nvSpPr>
        <p:spPr>
          <a:xfrm>
            <a:off x="742950" y="41529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noGrp="1"/>
          </p:cNvSpPr>
          <p:nvPr/>
        </p:nvSpPr>
        <p:spPr>
          <a:xfrm>
            <a:off x="742950" y="45148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noGrp="1"/>
          </p:cNvSpPr>
          <p:nvPr/>
        </p:nvSpPr>
        <p:spPr>
          <a:xfrm>
            <a:off x="742950" y="45910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占比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西樵、九江、丹灶文化载体更厚，提示补旅游条件和补文化内容是两类任务。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626245-486A-BB3E-9502-1BFEC640BF3F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370BC2AD-FFED-CAC0-0D37-DFEF98EE6C0D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桂城、里水等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高值不等于文化厚度高。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西樵、九江、丹灶承担文化资源转化重点。</a:t>
            </a: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103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45</cp:revision>
  <dcterms:created xsi:type="dcterms:W3CDTF">2026-06-02T06:15:18Z</dcterms:created>
  <dcterms:modified xsi:type="dcterms:W3CDTF">2026-06-03T04:55:04Z</dcterms:modified>
</cp:coreProperties>
</file>