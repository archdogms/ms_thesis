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FD8A09-18DC-4CB1-92F0-540D6C4C543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6.4 节、图 6.6、图 6.7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859FFA-F148-4104-AC51-BEF0B3241646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条是稳健样本，不代表南海文化资源的全部边界。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讲述时强调：官方扩展层用于发现样本之外仍可空间化、可转译的文物、博物馆和历史文化资源。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4762500" cy="3409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2171700"/>
            <a:ext cx="4199860" cy="30099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49580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官方资源空间化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2038350"/>
            <a:ext cx="4762500" cy="3409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2171700"/>
            <a:ext cx="4199860" cy="30099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2171700"/>
            <a:ext cx="449580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500 m 网格覆盖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763250" y="2286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763250" y="2495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官方资源扩展记录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87050" y="30480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763250" y="31432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763250" y="33528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不可移动文物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87050" y="39052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763250" y="40005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博物馆 / 历史文化资源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87050" y="47625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763250" y="48577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763250" y="50673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纯新增候选资源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87050" y="5619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763250" y="5715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763250" y="5924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扩展锚点库总量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88</Words>
  <Application>Microsoft Office PowerPoint</Application>
  <DocSecurity>0</DocSecurity>
  <PresentationFormat>宽屏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2026-06-02T12:36:42Z</dcterms:modified>
</cp:coreProperties>
</file>