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090A25-B40C-40C8-B215-D46A2AA8A00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核心判断：分析对象必须下沉到可定位的景点级载体，复合景区不能被简单打包。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条核心样本把文化记忆、官方认定和现实旅游供给放到同一尺度比较。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BF6AC-C477-4C02-984C-1D062035EA3E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3695700" cy="30670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C3ABAF-5D49-48FC-9998-9E4724ED8691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景点级文旅载体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8D3E44-7839-4B2A-AC2B-18E6C3E965AD}"/>
              </a:ext>
            </a:extLst>
          </p:cNvPr>
          <p:cNvSpPr>
            <a:spLocks noGrp="1"/>
          </p:cNvSpPr>
          <p:nvPr/>
        </p:nvSpPr>
        <p:spPr>
          <a:xfrm>
            <a:off x="1104900" y="3086100"/>
            <a:ext cx="2724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同一空间尺度上比较文化记忆、官方认定与旅游热度。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53ACA9-53CA-47F8-A2EA-D8472ADC120F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A 级景区只作为辅助校准变量，不替代景点级载体分析。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30E31E-C416-4DF4-87E1-266DFA763C0D}"/>
              </a:ext>
            </a:extLst>
          </p:cNvPr>
          <p:cNvSpPr>
            <a:spLocks noGrp="1"/>
          </p:cNvSpPr>
          <p:nvPr/>
        </p:nvSpPr>
        <p:spPr>
          <a:xfrm>
            <a:off x="5257800" y="20955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1D8FFF-F914-4D14-B300-6033CFA34EE3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85CA80-6C32-42A5-BA9D-70BF10FFEF14}"/>
              </a:ext>
            </a:extLst>
          </p:cNvPr>
          <p:cNvSpPr>
            <a:spLocks noGrp="1"/>
          </p:cNvSpPr>
          <p:nvPr/>
        </p:nvSpPr>
        <p:spPr>
          <a:xfrm>
            <a:off x="5257800" y="25336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核心文化载体样本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C8DED6-ACCB-4CF8-9CC8-54DE4DBF14F3}"/>
              </a:ext>
            </a:extLst>
          </p:cNvPr>
          <p:cNvSpPr>
            <a:spLocks noGrp="1"/>
          </p:cNvSpPr>
          <p:nvPr/>
        </p:nvSpPr>
        <p:spPr>
          <a:xfrm>
            <a:off x="7686675" y="20955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129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1628E5-FFB7-4E64-8ECC-04936288F3BD}"/>
              </a:ext>
            </a:extLst>
          </p:cNvPr>
          <p:cNvSpPr>
            <a:spLocks noGrp="1"/>
          </p:cNvSpPr>
          <p:nvPr/>
        </p:nvSpPr>
        <p:spPr>
          <a:xfrm>
            <a:off x="7686675" y="24574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37B8B-76BE-4F53-A220-364D5AF04505}"/>
              </a:ext>
            </a:extLst>
          </p:cNvPr>
          <p:cNvSpPr>
            <a:spLocks noGrp="1"/>
          </p:cNvSpPr>
          <p:nvPr/>
        </p:nvSpPr>
        <p:spPr>
          <a:xfrm>
            <a:off x="7686675" y="25336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物质 / 空间类载体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904C3B-D66D-4CB1-AA41-454D4980E056}"/>
              </a:ext>
            </a:extLst>
          </p:cNvPr>
          <p:cNvSpPr>
            <a:spLocks noGrp="1"/>
          </p:cNvSpPr>
          <p:nvPr/>
        </p:nvSpPr>
        <p:spPr>
          <a:xfrm>
            <a:off x="5257800" y="3219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90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25C98E-AB7A-4E9D-8C85-0DEBF5CB0E62}"/>
              </a:ext>
            </a:extLst>
          </p:cNvPr>
          <p:cNvSpPr>
            <a:spLocks noGrp="1"/>
          </p:cNvSpPr>
          <p:nvPr/>
        </p:nvSpPr>
        <p:spPr>
          <a:xfrm>
            <a:off x="5257800" y="358140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896472-DADA-4C6A-B826-ED0BE51FB824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B1859A-7635-45B3-9A0E-24AA4D913F12}"/>
              </a:ext>
            </a:extLst>
          </p:cNvPr>
          <p:cNvSpPr>
            <a:spLocks noGrp="1"/>
          </p:cNvSpPr>
          <p:nvPr/>
        </p:nvSpPr>
        <p:spPr>
          <a:xfrm>
            <a:off x="7686675" y="3219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36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B7AC53-05F0-40D1-A614-E7860F8FB99C}"/>
              </a:ext>
            </a:extLst>
          </p:cNvPr>
          <p:cNvSpPr>
            <a:spLocks noGrp="1"/>
          </p:cNvSpPr>
          <p:nvPr/>
        </p:nvSpPr>
        <p:spPr>
          <a:xfrm>
            <a:off x="7686675" y="358140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62CC0D-3FE3-4F03-905C-389FF31F7F4E}"/>
              </a:ext>
            </a:extLst>
          </p:cNvPr>
          <p:cNvSpPr>
            <a:spLocks noGrp="1"/>
          </p:cNvSpPr>
          <p:nvPr/>
        </p:nvSpPr>
        <p:spPr>
          <a:xfrm>
            <a:off x="7686675" y="36576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空间锚点非遗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C1A173-86D1-4DA1-9544-C54DDA8EF6E4}"/>
              </a:ext>
            </a:extLst>
          </p:cNvPr>
          <p:cNvSpPr>
            <a:spLocks noGrp="1"/>
          </p:cNvSpPr>
          <p:nvPr/>
        </p:nvSpPr>
        <p:spPr>
          <a:xfrm>
            <a:off x="5257800" y="43434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302BF1-B20F-4D7C-9706-7E58F806AAA1}"/>
              </a:ext>
            </a:extLst>
          </p:cNvPr>
          <p:cNvSpPr>
            <a:spLocks noGrp="1"/>
          </p:cNvSpPr>
          <p:nvPr/>
        </p:nvSpPr>
        <p:spPr>
          <a:xfrm>
            <a:off x="5257800" y="4705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AD9DB2-3357-48C3-980E-A60C6C5503CC}"/>
              </a:ext>
            </a:extLst>
          </p:cNvPr>
          <p:cNvSpPr>
            <a:spLocks noGrp="1"/>
          </p:cNvSpPr>
          <p:nvPr/>
        </p:nvSpPr>
        <p:spPr>
          <a:xfrm>
            <a:off x="5257800" y="47815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空间匹配尺度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2026-06-02T12:36:40Z</dcterms:modified>
</cp:coreProperties>
</file>