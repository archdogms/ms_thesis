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四类指数形成判断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48D6C4-756F-417C-8483-9B83ACE769D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核心判断：四类指数不是给文化价值排名，而是把「文化强不强、旅游热不热、是否错位」拆开判断。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代表旅游热度，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才用于识别旅游侧与文化侧之间的相对差异。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102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2026-06-02T12:36:40Z</dcterms:modified>
</cp:coreProperties>
</file>