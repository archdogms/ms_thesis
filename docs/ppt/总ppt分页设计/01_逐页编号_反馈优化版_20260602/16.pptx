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D4EDC1-FB05-4A10-8F58-CB7CF8AC0571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6.6.2 节、图 6.10、图 6.11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评论复核游客文化识别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43EBE7-6921-4693-80C2-3EF6B1E641B8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核心判断：游客热度不等于文化识别，评论语义复核用于补充体验深度。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讲述时强调：有些高热地点评论仍停留在游憩层面，文化关键词占比才能说明游客是否真正识别地方叙事。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6B9098-B53B-4AB1-B003-E8CEFFD5EE0C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7239000" cy="35052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53638E-93EA-4F93-99F5-5F280855616E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7239000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55453" y="2228850"/>
            <a:ext cx="5537794" cy="31051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8F8C8EA-FB10-4606-800B-3D143D1DE5C8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6972300" cy="31051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84772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8477250" y="22479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严格匹配 POI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评论实体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8477250" y="32956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84772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8477250" y="37338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关系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8477250" y="403860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84772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高识别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8477250" y="47815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84772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8477250" y="52197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未形成明确文化识别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核心样本约 30%—40% 形成文化关键词识别，热度不能直接替代语义判断。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90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2026-06-02T12:36:42Z</dcterms:modified>
</cp:coreProperties>
</file>