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3ACD93-4B17-4A99-B089-868571D8BDA7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FD29B8-C431-4A48-9B00-DB2B42E0FE01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核心判断：空间上形成稳定的「东旅西文」格局，旅游供给高值与文化载体高值并不重合。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讲述时强调：东部需要补文化解释，西南片区更需要补可达、停留与展示条件。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334250" cy="36004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733425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2171700"/>
            <a:ext cx="5779535" cy="32004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7067550" cy="32004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关键不是资源多少，而是空间衔接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84</Words>
  <Application>Microsoft Office PowerPoint</Application>
  <DocSecurity>0</DocSecurity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2026-06-02T12:36:41Z</dcterms:modified>
</cp:coreProperties>
</file>