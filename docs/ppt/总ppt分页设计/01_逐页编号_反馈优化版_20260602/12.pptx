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3022600" cy="279400"/>
          </a:xfrm>
          <a:prstGeom prst="rect">
            <a:avLst/>
          </a:prstGeom>
          <a:solidFill>
            <a:srgbClr val="56166F"/>
          </a:solidFill>
          <a:ln w="0">
            <a:noFill/>
            <a:prstDash val="solid"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114300" tIns="12700" rIns="101600" bIns="1270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05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05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8890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770A5B-0A71-4819-B47F-85F59082404E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核心判断：镇街统计进一步证明热度和文化厚度分离，不是单幅地图造成的视觉误差。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讲述时强调：桂城、里水承载旅游热度，西樵、九江、丹灶保留更多文化锚点。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15</cp:revision>
  <dcterms:created xsi:type="dcterms:W3CDTF">2026-06-02T06:15:18Z</dcterms:created>
  <dcterms:modified xsi:type="dcterms:W3CDTF">2026-06-02T12:36:42Z</dcterms:modified>
</cp:coreProperties>
</file>