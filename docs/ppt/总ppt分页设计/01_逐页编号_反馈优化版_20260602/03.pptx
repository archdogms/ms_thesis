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C8F7B0-0AD1-4480-B1AB-2AF7811204A4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研究回顾与问题收束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26342F-EEBA-4AD0-B732-58F64BED5DA3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核心判断：开题的「双谱系」没有停留在概念层面，而是被收束成可落位的空间错位诊断。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讲述时强调：中期跑通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、评论与图谱，定稿再用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条载体和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网格复核。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85850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200150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政策导向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文旅融合成为区域高质量发展的重要方向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文化资源需要从名录与文本，转化为可到达、可参与、可体验的旅游产品。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D3D4830-8616-49B8-8FFD-647B658BC357}"/>
              </a:ext>
            </a:extLst>
          </p:cNvPr>
          <p:cNvSpPr>
            <a:spLocks noGrp="1"/>
          </p:cNvSpPr>
          <p:nvPr/>
        </p:nvSpPr>
        <p:spPr>
          <a:xfrm>
            <a:off x="4543425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823F2B-36F9-4867-AF66-6445B5675A92}"/>
              </a:ext>
            </a:extLst>
          </p:cNvPr>
          <p:cNvSpPr>
            <a:spLocks noGrp="1"/>
          </p:cNvSpPr>
          <p:nvPr/>
        </p:nvSpPr>
        <p:spPr>
          <a:xfrm>
            <a:off x="4657725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区域现状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南海文化资源丰富，但与旅游体验整合不足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06E303D-4EFE-497A-8694-E1B6BA17D2ED}"/>
              </a:ext>
            </a:extLst>
          </p:cNvPr>
          <p:cNvSpPr>
            <a:spLocks noGrp="1"/>
          </p:cNvSpPr>
          <p:nvPr/>
        </p:nvSpPr>
        <p:spPr>
          <a:xfrm>
            <a:off x="8001000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8989A-C6C8-4A99-B4E7-A3B9EF901A29}"/>
              </a:ext>
            </a:extLst>
          </p:cNvPr>
          <p:cNvSpPr>
            <a:spLocks noGrp="1"/>
          </p:cNvSpPr>
          <p:nvPr/>
        </p:nvSpPr>
        <p:spPr>
          <a:xfrm>
            <a:off x="8115300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中期问题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如何识别文化遗产与旅游产品的对应、错位和缺失？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20050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中期收束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D294B25-9B2A-419B-9056-51D7AB900029}"/>
              </a:ext>
            </a:extLst>
          </p:cNvPr>
          <p:cNvSpPr>
            <a:spLocks noGrp="1"/>
          </p:cNvSpPr>
          <p:nvPr/>
        </p:nvSpPr>
        <p:spPr>
          <a:xfrm>
            <a:off x="2238375" y="3467100"/>
            <a:ext cx="5905500" cy="28575"/>
          </a:xfrm>
          <a:prstGeom prst="rect">
            <a:avLst/>
          </a:prstGeom>
          <a:solidFill>
            <a:srgbClr val="8C4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120</Words>
  <Application>Microsoft Office PowerPoint</Application>
  <DocSecurity>0</DocSecurity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2026-06-02T12:36:40Z</dcterms:modified>
</cp:coreProperties>
</file>