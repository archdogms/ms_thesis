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NativeFlow Canvas KG"/>
          <p:cNvSpPr/>
          <p:nvPr/>
        </p:nvSpPr>
        <p:spPr>
          <a:xfrm>
            <a:off x="900000" y="2080000"/>
            <a:ext cx="6800000" cy="332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C3CD26-3445-4529-B426-A18D8615E6E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核心判断：知识图谱是文化记忆的中间层，把典籍叙事转成可追溯、可计算、可匹配的关系网络。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讲述时强调：抽取、质控、合并和入库共同保证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不是主观印象，而有文本证据支撑。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34" name="NativeFlow KG Top 3"/>
          <p:cNvSpPr/>
          <p:nvPr/>
        </p:nvSpPr>
        <p:spPr>
          <a:xfrm>
            <a:off x="5140000" y="3030000"/>
            <a:ext cx="1050000" cy="7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同义合并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实体归并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关系合规</a:t>
            </a:r>
          </a:p>
        </p:txBody>
      </p:sp>
      <p:sp>
        <p:nvSpPr>
          <p:cNvPr id="36" name="NativeFlow KG Top 4"/>
          <p:cNvSpPr/>
          <p:nvPr/>
        </p:nvSpPr>
        <p:spPr>
          <a:xfrm>
            <a:off x="6440000" y="3144259"/>
            <a:ext cx="1050000" cy="491482"/>
          </a:xfrm>
          <a:prstGeom prst="roundRect">
            <a:avLst/>
          </a:prstGeom>
          <a:solidFill>
            <a:srgbClr val="EDF4F5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图谱入库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19,382关系</a:t>
            </a:r>
          </a:p>
        </p:txBody>
      </p:sp>
      <p:cxnSp>
        <p:nvCxnSpPr>
          <p:cNvPr id="12" name="NativeConnector KG 2">
            <a:extLst>
              <a:ext uri="{FF2B5EF4-FFF2-40B4-BE49-F238E27FC236}">
                <a16:creationId xmlns:a16="http://schemas.microsoft.com/office/drawing/2014/main" id="{B0357322-6EDD-9F7E-34B0-F08DB49C58FF}"/>
              </a:ext>
            </a:extLst>
          </p:cNvPr>
          <p:cNvCxnSpPr/>
          <p:nvPr/>
        </p:nvCxnSpPr>
        <p:spPr>
          <a:xfrm>
            <a:off x="3594100" y="33909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ativeConnector KG 4">
            <a:extLst>
              <a:ext uri="{FF2B5EF4-FFF2-40B4-BE49-F238E27FC236}">
                <a16:creationId xmlns:a16="http://schemas.microsoft.com/office/drawing/2014/main" id="{81DFDC7F-CA73-90C9-5333-66F6F6AA8695}"/>
              </a:ext>
            </a:extLst>
          </p:cNvPr>
          <p:cNvCxnSpPr/>
          <p:nvPr/>
        </p:nvCxnSpPr>
        <p:spPr>
          <a:xfrm>
            <a:off x="6184900" y="33909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NativeFlow KG Top 1"/>
          <p:cNvSpPr/>
          <p:nvPr/>
        </p:nvSpPr>
        <p:spPr>
          <a:xfrm>
            <a:off x="2540000" y="3030000"/>
            <a:ext cx="1050000" cy="7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LLM 抽取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实体、关系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证据句</a:t>
            </a:r>
          </a:p>
        </p:txBody>
      </p:sp>
      <p:sp>
        <p:nvSpPr>
          <p:cNvPr id="37" name="NativeFlow KG Output"/>
          <p:cNvSpPr/>
          <p:nvPr/>
        </p:nvSpPr>
        <p:spPr>
          <a:xfrm>
            <a:off x="1320000" y="4480000"/>
            <a:ext cx="5900000" cy="6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50" b="1">
                <a:solidFill>
                  <a:srgbClr val="2B2440"/>
                </a:solidFill>
                <a:latin typeface="Microsoft YaHei"/>
                <a:ea typeface="Microsoft YaHei"/>
              </a:rPr>
              <a:t>输出：合并图谱总库、Neo4j导入表、频次分档、典型人物与文化载体子图</a:t>
            </a:r>
          </a:p>
          <a:p>
            <a:pPr algn="ctr"/>
            <a:r>
              <a:rPr lang="zh-CN" sz="730">
                <a:solidFill>
                  <a:srgbClr val="2B2440"/>
                </a:solidFill>
                <a:latin typeface="Microsoft YaHei"/>
                <a:ea typeface="Microsoft YaHei"/>
              </a:rPr>
              <a:t>用途：为 CMI 计算、空间匹配和规划转译提供文化关系底库</a:t>
            </a:r>
          </a:p>
        </p:txBody>
      </p:sp>
      <p:sp>
        <p:nvSpPr>
          <p:cNvPr id="32" name="NativeFlow KG Top 2"/>
          <p:cNvSpPr/>
          <p:nvPr/>
        </p:nvSpPr>
        <p:spPr>
          <a:xfrm>
            <a:off x="3840000" y="3144259"/>
            <a:ext cx="1050000" cy="491482"/>
          </a:xfrm>
          <a:prstGeom prst="roundRect">
            <a:avLst/>
          </a:prstGeom>
          <a:solidFill>
            <a:srgbClr val="EDF4F5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质量控制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白名单校验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禁用空泛关系</a:t>
            </a:r>
          </a:p>
        </p:txBody>
      </p:sp>
      <p:cxnSp>
        <p:nvCxnSpPr>
          <p:cNvPr id="13" name="NativeConnector KG 3">
            <a:extLst>
              <a:ext uri="{FF2B5EF4-FFF2-40B4-BE49-F238E27FC236}">
                <a16:creationId xmlns:a16="http://schemas.microsoft.com/office/drawing/2014/main" id="{266E70A3-6BBB-2190-7E5D-A06EB418AA0D}"/>
              </a:ext>
            </a:extLst>
          </p:cNvPr>
          <p:cNvCxnSpPr/>
          <p:nvPr/>
        </p:nvCxnSpPr>
        <p:spPr>
          <a:xfrm>
            <a:off x="4889500" y="33909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tiveFlow KG Top 0"/>
          <p:cNvSpPr/>
          <p:nvPr/>
        </p:nvSpPr>
        <p:spPr>
          <a:xfrm>
            <a:off x="1240000" y="3144259"/>
            <a:ext cx="1050000" cy="491482"/>
          </a:xfrm>
          <a:prstGeom prst="roundRect">
            <a:avLst/>
          </a:prstGeom>
          <a:solidFill>
            <a:srgbClr val="EDF4F5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约800字/段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多线程并发</a:t>
            </a:r>
          </a:p>
        </p:txBody>
      </p:sp>
      <p:cxnSp>
        <p:nvCxnSpPr>
          <p:cNvPr id="11" name="NativeConnector KG 1">
            <a:extLst>
              <a:ext uri="{FF2B5EF4-FFF2-40B4-BE49-F238E27FC236}">
                <a16:creationId xmlns:a16="http://schemas.microsoft.com/office/drawing/2014/main" id="{9710F396-1A95-AF47-3974-96F5DDA73339}"/>
              </a:ext>
            </a:extLst>
          </p:cNvPr>
          <p:cNvCxnSpPr/>
          <p:nvPr/>
        </p:nvCxnSpPr>
        <p:spPr>
          <a:xfrm>
            <a:off x="2286000" y="33909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ativeFlow Title KG"/>
          <p:cNvSpPr/>
          <p:nvPr/>
        </p:nvSpPr>
        <p:spPr>
          <a:xfrm>
            <a:off x="124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流程：文本切块 → 抽取 → 质控 → 合并 → 入库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NativeConnector KG Down">
            <a:extLst>
              <a:ext uri="{FF2B5EF4-FFF2-40B4-BE49-F238E27FC236}">
                <a16:creationId xmlns:a16="http://schemas.microsoft.com/office/drawing/2014/main" id="{022F4C79-E329-453E-E292-0B8C5CA68127}"/>
              </a:ext>
            </a:extLst>
          </p:cNvPr>
          <p:cNvCxnSpPr/>
          <p:nvPr/>
        </p:nvCxnSpPr>
        <p:spPr>
          <a:xfrm>
            <a:off x="6959600" y="3759200"/>
            <a:ext cx="0" cy="7239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183</Words>
  <Application>Microsoft Office PowerPoint</Application>
  <DocSecurity>0</DocSecurity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2026-06-02T12:36:41Z</dcterms:modified>
</cp:coreProperties>
</file>