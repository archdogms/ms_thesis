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6bf61fd394db8" /><Relationship Type="http://schemas.openxmlformats.org/officeDocument/2006/relationships/extended-properties" Target="/docProps/app.xml" Id="Rb17f15d313704bb0" /><Relationship Type="http://schemas.openxmlformats.org/officeDocument/2006/relationships/officeDocument" Target="/ppt/presentation.xml" Id="Rc71d61a030cf44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ccec532356476a"/>
  </p:sldMasterIdLst>
  <p:notesMasterIdLst>
    <p:notesMasterId xmlns:r="http://schemas.openxmlformats.org/officeDocument/2006/relationships" r:id="Rafc8d9bb43a54933"/>
  </p:notesMasterIdLst>
  <p:sldIdLst>
    <p:sldId xmlns:r="http://schemas.openxmlformats.org/officeDocument/2006/relationships" id="256" r:id="Re3bc95d9c508467a"/>
    <p:sldId xmlns:r="http://schemas.openxmlformats.org/officeDocument/2006/relationships" id="257" r:id="R0bf56174fcb14b6e"/>
    <p:sldId xmlns:r="http://schemas.openxmlformats.org/officeDocument/2006/relationships" id="258" r:id="Rdd4e2fe2847a4fe8"/>
    <p:sldId xmlns:r="http://schemas.openxmlformats.org/officeDocument/2006/relationships" id="259" r:id="Rc89f19c2e07440b7"/>
    <p:sldId xmlns:r="http://schemas.openxmlformats.org/officeDocument/2006/relationships" id="260" r:id="Rb6581032e5ab46c2"/>
    <p:sldId xmlns:r="http://schemas.openxmlformats.org/officeDocument/2006/relationships" id="261" r:id="Rd7412c596c17479f"/>
    <p:sldId xmlns:r="http://schemas.openxmlformats.org/officeDocument/2006/relationships" id="262" r:id="R888ab86d7b0f4735"/>
    <p:sldId xmlns:r="http://schemas.openxmlformats.org/officeDocument/2006/relationships" id="263" r:id="Rb9db87bba76f4096"/>
    <p:sldId xmlns:r="http://schemas.openxmlformats.org/officeDocument/2006/relationships" id="264" r:id="R5068b32f8f2c46a5"/>
    <p:sldId xmlns:r="http://schemas.openxmlformats.org/officeDocument/2006/relationships" id="265" r:id="R881d9d1aeb20412a"/>
    <p:sldId xmlns:r="http://schemas.openxmlformats.org/officeDocument/2006/relationships" id="266" r:id="R4795ac5be50f4ef3"/>
    <p:sldId xmlns:r="http://schemas.openxmlformats.org/officeDocument/2006/relationships" id="267" r:id="R76af286d056d4c0d"/>
    <p:sldId xmlns:r="http://schemas.openxmlformats.org/officeDocument/2006/relationships" id="268" r:id="R1b83e698d84440a9"/>
    <p:sldId xmlns:r="http://schemas.openxmlformats.org/officeDocument/2006/relationships" id="269" r:id="Rb8db5e25abaa4b21"/>
    <p:sldId xmlns:r="http://schemas.openxmlformats.org/officeDocument/2006/relationships" id="270" r:id="Rfccd17ae88ae47a0"/>
    <p:sldId xmlns:r="http://schemas.openxmlformats.org/officeDocument/2006/relationships" id="271" r:id="R7767bb50ba564c75"/>
    <p:sldId xmlns:r="http://schemas.openxmlformats.org/officeDocument/2006/relationships" id="272" r:id="Rc2c3f5fa336a46b9"/>
    <p:sldId xmlns:r="http://schemas.openxmlformats.org/officeDocument/2006/relationships" id="273" r:id="Rfa8b3cd74c2246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cec532356476a" /><Relationship Type="http://schemas.openxmlformats.org/officeDocument/2006/relationships/theme" Target="/ppt/theme/theme1.xml" Id="R12d9e19e9e784ce8" /><Relationship Type="http://schemas.openxmlformats.org/officeDocument/2006/relationships/notesMaster" Target="/ppt/notesMasters/notesMaster1.xml" Id="Rafc8d9bb43a54933" /><Relationship Type="http://schemas.openxmlformats.org/officeDocument/2006/relationships/presProps" Target="/ppt/presProps.xml" Id="R54a7f23e117f4eb3" /><Relationship Type="http://schemas.openxmlformats.org/officeDocument/2006/relationships/viewProps" Target="/ppt/viewProps.xml" Id="R42ce51527b8f4d8a" /><Relationship Type="http://schemas.openxmlformats.org/officeDocument/2006/relationships/tableStyles" Target="/ppt/tableStyles.xml" Id="R7c957f0fe38241dc" /><Relationship Type="http://schemas.openxmlformats.org/officeDocument/2006/relationships/slide" Target="/ppt/slides/slide1.xml" Id="Re3bc95d9c508467a" /><Relationship Type="http://schemas.openxmlformats.org/officeDocument/2006/relationships/slide" Target="/ppt/slides/slide2.xml" Id="R0bf56174fcb14b6e" /><Relationship Type="http://schemas.openxmlformats.org/officeDocument/2006/relationships/slide" Target="/ppt/slides/slide3.xml" Id="Rdd4e2fe2847a4fe8" /><Relationship Type="http://schemas.openxmlformats.org/officeDocument/2006/relationships/slide" Target="/ppt/slides/slide4.xml" Id="Rc89f19c2e07440b7" /><Relationship Type="http://schemas.openxmlformats.org/officeDocument/2006/relationships/slide" Target="/ppt/slides/slide5.xml" Id="Rb6581032e5ab46c2" /><Relationship Type="http://schemas.openxmlformats.org/officeDocument/2006/relationships/slide" Target="/ppt/slides/slide6.xml" Id="Rd7412c596c17479f" /><Relationship Type="http://schemas.openxmlformats.org/officeDocument/2006/relationships/slide" Target="/ppt/slides/slide7.xml" Id="R888ab86d7b0f4735" /><Relationship Type="http://schemas.openxmlformats.org/officeDocument/2006/relationships/slide" Target="/ppt/slides/slide8.xml" Id="Rb9db87bba76f4096" /><Relationship Type="http://schemas.openxmlformats.org/officeDocument/2006/relationships/slide" Target="/ppt/slides/slide9.xml" Id="R5068b32f8f2c46a5" /><Relationship Type="http://schemas.openxmlformats.org/officeDocument/2006/relationships/slide" Target="/ppt/slides/slide10.xml" Id="R881d9d1aeb20412a" /><Relationship Type="http://schemas.openxmlformats.org/officeDocument/2006/relationships/slide" Target="/ppt/slides/slide11.xml" Id="R4795ac5be50f4ef3" /><Relationship Type="http://schemas.openxmlformats.org/officeDocument/2006/relationships/slide" Target="/ppt/slides/slide12.xml" Id="R76af286d056d4c0d" /><Relationship Type="http://schemas.openxmlformats.org/officeDocument/2006/relationships/slide" Target="/ppt/slides/slide13.xml" Id="R1b83e698d84440a9" /><Relationship Type="http://schemas.openxmlformats.org/officeDocument/2006/relationships/slide" Target="/ppt/slides/slide14.xml" Id="Rb8db5e25abaa4b21" /><Relationship Type="http://schemas.openxmlformats.org/officeDocument/2006/relationships/slide" Target="/ppt/slides/slide15.xml" Id="Rfccd17ae88ae47a0" /><Relationship Type="http://schemas.openxmlformats.org/officeDocument/2006/relationships/slide" Target="/ppt/slides/slide16.xml" Id="R7767bb50ba564c75" /><Relationship Type="http://schemas.openxmlformats.org/officeDocument/2006/relationships/slide" Target="/ppt/slides/slide17.xml" Id="Rc2c3f5fa336a46b9" /><Relationship Type="http://schemas.openxmlformats.org/officeDocument/2006/relationships/slide" Target="/ppt/slides/slide18.xml" Id="Rfa8b3cd74c2246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6b105e1699a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c7229dad447a5" /><Relationship Type="http://schemas.openxmlformats.org/officeDocument/2006/relationships/notesMaster" Target="/ppt/notesMasters/notesMaster1.xml" Id="Rd173ee74a27e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38c4c718f452b" /><Relationship Type="http://schemas.openxmlformats.org/officeDocument/2006/relationships/notesMaster" Target="/ppt/notesMasters/notesMaster1.xml" Id="Ra43d13eba30e43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367ed86af2472e" /><Relationship Type="http://schemas.openxmlformats.org/officeDocument/2006/relationships/notesMaster" Target="/ppt/notesMasters/notesMaster1.xml" Id="R3fb1ed3642ee4d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1a0f123bce4556" /><Relationship Type="http://schemas.openxmlformats.org/officeDocument/2006/relationships/notesMaster" Target="/ppt/notesMasters/notesMaster1.xml" Id="Rf4d6e2d8ec26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3a40c2fc84c21" /><Relationship Type="http://schemas.openxmlformats.org/officeDocument/2006/relationships/notesMaster" Target="/ppt/notesMasters/notesMaster1.xml" Id="Rd81b7db3089c4f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71e600bbfd4e20" /><Relationship Type="http://schemas.openxmlformats.org/officeDocument/2006/relationships/notesMaster" Target="/ppt/notesMasters/notesMaster1.xml" Id="Rc1d0bebeadae48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fd02f3f9254624" /><Relationship Type="http://schemas.openxmlformats.org/officeDocument/2006/relationships/notesMaster" Target="/ppt/notesMasters/notesMaster1.xml" Id="Rfcd414585d23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29cbab70d14c96" /><Relationship Type="http://schemas.openxmlformats.org/officeDocument/2006/relationships/notesMaster" Target="/ppt/notesMasters/notesMaster1.xml" Id="R189f08fd0d7b45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53377b70e84582" /><Relationship Type="http://schemas.openxmlformats.org/officeDocument/2006/relationships/notesMaster" Target="/ppt/notesMasters/notesMaster1.xml" Id="R287b40624e0946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639835215342f9" /><Relationship Type="http://schemas.openxmlformats.org/officeDocument/2006/relationships/notesMaster" Target="/ppt/notesMasters/notesMaster1.xml" Id="Rd9d6018d929241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88a98a481944b1" /><Relationship Type="http://schemas.openxmlformats.org/officeDocument/2006/relationships/notesMaster" Target="/ppt/notesMasters/notesMaster1.xml" Id="R93f29fbb4b0c47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33b3e69d714ce1" /><Relationship Type="http://schemas.openxmlformats.org/officeDocument/2006/relationships/notesMaster" Target="/ppt/notesMasters/notesMaster1.xml" Id="Ra7b326fda94b4c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6d475c566c4abd" /><Relationship Type="http://schemas.openxmlformats.org/officeDocument/2006/relationships/notesMaster" Target="/ppt/notesMasters/notesMaster1.xml" Id="R5788431c7db342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57b11c187d445a" /><Relationship Type="http://schemas.openxmlformats.org/officeDocument/2006/relationships/notesMaster" Target="/ppt/notesMasters/notesMaster1.xml" Id="R7b6d524cf07d4c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6a17da170e48d1" /><Relationship Type="http://schemas.openxmlformats.org/officeDocument/2006/relationships/notesMaster" Target="/ppt/notesMasters/notesMaster1.xml" Id="R9033f9f30ac24e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5143cf7272452b" /><Relationship Type="http://schemas.openxmlformats.org/officeDocument/2006/relationships/notesMaster" Target="/ppt/notesMasters/notesMaster1.xml" Id="R8e951db5d1fa4d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30739d554f48f5" /><Relationship Type="http://schemas.openxmlformats.org/officeDocument/2006/relationships/notesMaster" Target="/ppt/notesMasters/notesMaster1.xml" Id="R4fd2ca9a58e34c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49272591024281" /><Relationship Type="http://schemas.openxmlformats.org/officeDocument/2006/relationships/notesMaster" Target="/ppt/notesMasters/notesMaster1.xml" Id="R4768bd34fb734f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48b3b0c604160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3699c3e5f29479c" /><Relationship Type="http://schemas.openxmlformats.org/officeDocument/2006/relationships/slideLayout" Target="/ppt/slideLayouts/slideLayout2.xml" Id="R9b9233f0824f44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233f0824f44e9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5c83d47114d20" /><Relationship Type="http://schemas.openxmlformats.org/officeDocument/2006/relationships/image" Target="/ppt/media/image.png" Id="R3434fb2fc1674523" /><Relationship Type="http://schemas.openxmlformats.org/officeDocument/2006/relationships/notesSlide" Target="/ppt/notesSlides/notesSlide1.xml" Id="Rbbe5ab6c26714f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b759539c9148e4" /><Relationship Type="http://schemas.openxmlformats.org/officeDocument/2006/relationships/image" Target="/ppt/media/image2.png" Id="R8d45b8b8461644a2" /><Relationship Type="http://schemas.openxmlformats.org/officeDocument/2006/relationships/notesSlide" Target="/ppt/notesSlides/notesSlide2.xml" Id="R8327fee5cd5849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cb9769f34245d3" /><Relationship Type="http://schemas.openxmlformats.org/officeDocument/2006/relationships/image" Target="/ppt/media/image3.png" Id="Reba5fde2795d48b1" /><Relationship Type="http://schemas.openxmlformats.org/officeDocument/2006/relationships/notesSlide" Target="/ppt/notesSlides/notesSlide3.xml" Id="R8696f7b37817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5622fdf6241f9" /><Relationship Type="http://schemas.openxmlformats.org/officeDocument/2006/relationships/image" Target="/ppt/media/image4.png" Id="R7ed1435721cb4ba1" /><Relationship Type="http://schemas.openxmlformats.org/officeDocument/2006/relationships/notesSlide" Target="/ppt/notesSlides/notesSlide4.xml" Id="R0d018dc892db48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137f8193b94773" /><Relationship Type="http://schemas.openxmlformats.org/officeDocument/2006/relationships/image" Target="/ppt/media/image5.png" Id="Rcf093af6e40c4805" /><Relationship Type="http://schemas.openxmlformats.org/officeDocument/2006/relationships/notesSlide" Target="/ppt/notesSlides/notesSlide5.xml" Id="R4d142bda1fb743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9d5e50c3084fce" /><Relationship Type="http://schemas.openxmlformats.org/officeDocument/2006/relationships/image" Target="/ppt/media/image6.png" Id="R0e767648afb74ec0" /><Relationship Type="http://schemas.openxmlformats.org/officeDocument/2006/relationships/notesSlide" Target="/ppt/notesSlides/notesSlide6.xml" Id="Raccd2178eac342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b9dc9c181444e2" /><Relationship Type="http://schemas.openxmlformats.org/officeDocument/2006/relationships/image" Target="/ppt/media/image7.png" Id="Rd68ad79ed0cf411f" /><Relationship Type="http://schemas.openxmlformats.org/officeDocument/2006/relationships/notesSlide" Target="/ppt/notesSlides/notesSlide7.xml" Id="R9124c95e26f04f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92afb09534690" /><Relationship Type="http://schemas.openxmlformats.org/officeDocument/2006/relationships/image" Target="/ppt/media/image8.png" Id="Rba0c98fbb5cf42e6" /><Relationship Type="http://schemas.openxmlformats.org/officeDocument/2006/relationships/notesSlide" Target="/ppt/notesSlides/notesSlide8.xml" Id="Rf8144c3f83cc46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01dff58a14fee" /><Relationship Type="http://schemas.openxmlformats.org/officeDocument/2006/relationships/image" Target="/ppt/media/image9.png" Id="Re1c09093229b4c14" /><Relationship Type="http://schemas.openxmlformats.org/officeDocument/2006/relationships/notesSlide" Target="/ppt/notesSlides/notesSlide9.xml" Id="R92f19b7e57d4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870db5ffb4d2f" /><Relationship Type="http://schemas.openxmlformats.org/officeDocument/2006/relationships/image" Target="/ppt/media/image10.png" Id="R042b260d86d94ada" /><Relationship Type="http://schemas.openxmlformats.org/officeDocument/2006/relationships/notesSlide" Target="/ppt/notesSlides/notesSlide10.xml" Id="Rcd5729d88c8a4c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85cd04fa5b411a" /><Relationship Type="http://schemas.openxmlformats.org/officeDocument/2006/relationships/image" Target="/ppt/media/image11.png" Id="R4680edeb2e894e47" /><Relationship Type="http://schemas.openxmlformats.org/officeDocument/2006/relationships/notesSlide" Target="/ppt/notesSlides/notesSlide11.xml" Id="Re5ad0dd0c95f4c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0b5eb9fb4f4dff" /><Relationship Type="http://schemas.openxmlformats.org/officeDocument/2006/relationships/image" Target="/ppt/media/image12.png" Id="R39e12ac181cc4c4b" /><Relationship Type="http://schemas.openxmlformats.org/officeDocument/2006/relationships/notesSlide" Target="/ppt/notesSlides/notesSlide12.xml" Id="R3553e029ef4d43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7e16cb668d4b5a" /><Relationship Type="http://schemas.openxmlformats.org/officeDocument/2006/relationships/image" Target="/ppt/media/image13.png" Id="Rc51985451ac84c23" /><Relationship Type="http://schemas.openxmlformats.org/officeDocument/2006/relationships/notesSlide" Target="/ppt/notesSlides/notesSlide13.xml" Id="R6215889b0f234a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8e3e29a6cc43c1" /><Relationship Type="http://schemas.openxmlformats.org/officeDocument/2006/relationships/image" Target="/ppt/media/image14.png" Id="Rf98c504a43224b91" /><Relationship Type="http://schemas.openxmlformats.org/officeDocument/2006/relationships/notesSlide" Target="/ppt/notesSlides/notesSlide14.xml" Id="Rf216bae2527e4f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effd4b2654495b" /><Relationship Type="http://schemas.openxmlformats.org/officeDocument/2006/relationships/image" Target="/ppt/media/image15.png" Id="R2088532a68de4b1d" /><Relationship Type="http://schemas.openxmlformats.org/officeDocument/2006/relationships/notesSlide" Target="/ppt/notesSlides/notesSlide15.xml" Id="R0860be4b48c848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dbd349faf40d8" /><Relationship Type="http://schemas.openxmlformats.org/officeDocument/2006/relationships/image" Target="/ppt/media/image16.png" Id="R1a76080f85e941dd" /><Relationship Type="http://schemas.openxmlformats.org/officeDocument/2006/relationships/notesSlide" Target="/ppt/notesSlides/notesSlide16.xml" Id="R820f364ce93a4d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bb6d51c3254c22" /><Relationship Type="http://schemas.openxmlformats.org/officeDocument/2006/relationships/image" Target="/ppt/media/image17.png" Id="R9443350061764475" /><Relationship Type="http://schemas.openxmlformats.org/officeDocument/2006/relationships/notesSlide" Target="/ppt/notesSlides/notesSlide17.xml" Id="Rab5d6764d8e546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acf4a669544128" /><Relationship Type="http://schemas.openxmlformats.org/officeDocument/2006/relationships/image" Target="/ppt/media/image18.png" Id="Rcd829b51186b46a1" /><Relationship Type="http://schemas.openxmlformats.org/officeDocument/2006/relationships/notesSlide" Target="/ppt/notesSlides/notesSlide18.xml" Id="R2b1874a2407a4c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4fb2fc16745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73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5b8b8461644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0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5fde2795d48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1435721cb4b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36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93af6e40c48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5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67648afb74e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28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ad79ed0cf41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98fbb5cf42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2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09093229b4c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76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b260d86d94a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81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0edeb2e894e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12ac181cc4c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45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985451ac84c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c504a43224b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8532a68de4b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49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6080f85e941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33500617644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29b51186b46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541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2026-05-26T05:56:49.8040000Z</dcterms:created>
  <dcterms:modified xsi:type="dcterms:W3CDTF">2026-05-26T05:56:49.8040000Z</dcterms:modified>
</coreProperties>
</file>