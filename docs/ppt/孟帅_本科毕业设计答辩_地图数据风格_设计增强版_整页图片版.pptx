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4d07e7ae744e8c" /><Relationship Type="http://schemas.openxmlformats.org/officeDocument/2006/relationships/extended-properties" Target="/docProps/app.xml" Id="R91a39500ad314636" /><Relationship Type="http://schemas.openxmlformats.org/officeDocument/2006/relationships/officeDocument" Target="/ppt/presentation.xml" Id="R3dc73046cd564e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5e7032978d4aef"/>
  </p:sldMasterIdLst>
  <p:notesMasterIdLst>
    <p:notesMasterId xmlns:r="http://schemas.openxmlformats.org/officeDocument/2006/relationships" r:id="Rc404236c26504823"/>
  </p:notesMasterIdLst>
  <p:sldIdLst>
    <p:sldId xmlns:r="http://schemas.openxmlformats.org/officeDocument/2006/relationships" id="256" r:id="R6f11185d4f404676"/>
    <p:sldId xmlns:r="http://schemas.openxmlformats.org/officeDocument/2006/relationships" id="257" r:id="Rab97f929a1144265"/>
    <p:sldId xmlns:r="http://schemas.openxmlformats.org/officeDocument/2006/relationships" id="258" r:id="Rb1982a069006419b"/>
    <p:sldId xmlns:r="http://schemas.openxmlformats.org/officeDocument/2006/relationships" id="259" r:id="R05529b769f1b4e97"/>
    <p:sldId xmlns:r="http://schemas.openxmlformats.org/officeDocument/2006/relationships" id="260" r:id="Rd392c3333b414e6d"/>
    <p:sldId xmlns:r="http://schemas.openxmlformats.org/officeDocument/2006/relationships" id="261" r:id="Rbacad3c38d66499d"/>
    <p:sldId xmlns:r="http://schemas.openxmlformats.org/officeDocument/2006/relationships" id="262" r:id="Rd4d97ce4ff234e64"/>
    <p:sldId xmlns:r="http://schemas.openxmlformats.org/officeDocument/2006/relationships" id="263" r:id="R19e3418918ad473e"/>
    <p:sldId xmlns:r="http://schemas.openxmlformats.org/officeDocument/2006/relationships" id="264" r:id="R9a0678f0277445f8"/>
    <p:sldId xmlns:r="http://schemas.openxmlformats.org/officeDocument/2006/relationships" id="265" r:id="R6288449070ab4a82"/>
    <p:sldId xmlns:r="http://schemas.openxmlformats.org/officeDocument/2006/relationships" id="266" r:id="Ra81848c430c2499f"/>
    <p:sldId xmlns:r="http://schemas.openxmlformats.org/officeDocument/2006/relationships" id="267" r:id="Rdaec53209c384b39"/>
    <p:sldId xmlns:r="http://schemas.openxmlformats.org/officeDocument/2006/relationships" id="268" r:id="R82a235a750554e22"/>
    <p:sldId xmlns:r="http://schemas.openxmlformats.org/officeDocument/2006/relationships" id="269" r:id="R25628f5da9894ee1"/>
    <p:sldId xmlns:r="http://schemas.openxmlformats.org/officeDocument/2006/relationships" id="270" r:id="Ree3d863df7fe436c"/>
    <p:sldId xmlns:r="http://schemas.openxmlformats.org/officeDocument/2006/relationships" id="271" r:id="R4a997e6b7d4844f0"/>
    <p:sldId xmlns:r="http://schemas.openxmlformats.org/officeDocument/2006/relationships" id="272" r:id="Re6d8bdd6acb64a28"/>
    <p:sldId xmlns:r="http://schemas.openxmlformats.org/officeDocument/2006/relationships" id="273" r:id="R52a31cf58b784c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e7032978d4aef" /><Relationship Type="http://schemas.openxmlformats.org/officeDocument/2006/relationships/theme" Target="/ppt/theme/theme1.xml" Id="R3ab6582d38dd4616" /><Relationship Type="http://schemas.openxmlformats.org/officeDocument/2006/relationships/notesMaster" Target="/ppt/notesMasters/notesMaster1.xml" Id="Rc404236c26504823" /><Relationship Type="http://schemas.openxmlformats.org/officeDocument/2006/relationships/presProps" Target="/ppt/presProps.xml" Id="R955459fa600f4957" /><Relationship Type="http://schemas.openxmlformats.org/officeDocument/2006/relationships/viewProps" Target="/ppt/viewProps.xml" Id="R80d567e9179d4062" /><Relationship Type="http://schemas.openxmlformats.org/officeDocument/2006/relationships/tableStyles" Target="/ppt/tableStyles.xml" Id="R05fc98a2ec42450c" /><Relationship Type="http://schemas.openxmlformats.org/officeDocument/2006/relationships/slide" Target="/ppt/slides/slide1.xml" Id="R6f11185d4f404676" /><Relationship Type="http://schemas.openxmlformats.org/officeDocument/2006/relationships/slide" Target="/ppt/slides/slide2.xml" Id="Rab97f929a1144265" /><Relationship Type="http://schemas.openxmlformats.org/officeDocument/2006/relationships/slide" Target="/ppt/slides/slide3.xml" Id="Rb1982a069006419b" /><Relationship Type="http://schemas.openxmlformats.org/officeDocument/2006/relationships/slide" Target="/ppt/slides/slide4.xml" Id="R05529b769f1b4e97" /><Relationship Type="http://schemas.openxmlformats.org/officeDocument/2006/relationships/slide" Target="/ppt/slides/slide5.xml" Id="Rd392c3333b414e6d" /><Relationship Type="http://schemas.openxmlformats.org/officeDocument/2006/relationships/slide" Target="/ppt/slides/slide6.xml" Id="Rbacad3c38d66499d" /><Relationship Type="http://schemas.openxmlformats.org/officeDocument/2006/relationships/slide" Target="/ppt/slides/slide7.xml" Id="Rd4d97ce4ff234e64" /><Relationship Type="http://schemas.openxmlformats.org/officeDocument/2006/relationships/slide" Target="/ppt/slides/slide8.xml" Id="R19e3418918ad473e" /><Relationship Type="http://schemas.openxmlformats.org/officeDocument/2006/relationships/slide" Target="/ppt/slides/slide9.xml" Id="R9a0678f0277445f8" /><Relationship Type="http://schemas.openxmlformats.org/officeDocument/2006/relationships/slide" Target="/ppt/slides/slide10.xml" Id="R6288449070ab4a82" /><Relationship Type="http://schemas.openxmlformats.org/officeDocument/2006/relationships/slide" Target="/ppt/slides/slide11.xml" Id="Ra81848c430c2499f" /><Relationship Type="http://schemas.openxmlformats.org/officeDocument/2006/relationships/slide" Target="/ppt/slides/slide12.xml" Id="Rdaec53209c384b39" /><Relationship Type="http://schemas.openxmlformats.org/officeDocument/2006/relationships/slide" Target="/ppt/slides/slide13.xml" Id="R82a235a750554e22" /><Relationship Type="http://schemas.openxmlformats.org/officeDocument/2006/relationships/slide" Target="/ppt/slides/slide14.xml" Id="R25628f5da9894ee1" /><Relationship Type="http://schemas.openxmlformats.org/officeDocument/2006/relationships/slide" Target="/ppt/slides/slide15.xml" Id="Ree3d863df7fe436c" /><Relationship Type="http://schemas.openxmlformats.org/officeDocument/2006/relationships/slide" Target="/ppt/slides/slide16.xml" Id="R4a997e6b7d4844f0" /><Relationship Type="http://schemas.openxmlformats.org/officeDocument/2006/relationships/slide" Target="/ppt/slides/slide17.xml" Id="Re6d8bdd6acb64a28" /><Relationship Type="http://schemas.openxmlformats.org/officeDocument/2006/relationships/slide" Target="/ppt/slides/slide18.xml" Id="R52a31cf58b784c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36ad59c7d1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5beb97bedf4168" /><Relationship Type="http://schemas.openxmlformats.org/officeDocument/2006/relationships/notesMaster" Target="/ppt/notesMasters/notesMaster1.xml" Id="R62d68a3372734b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b59a2eb8e408a" /><Relationship Type="http://schemas.openxmlformats.org/officeDocument/2006/relationships/notesMaster" Target="/ppt/notesMasters/notesMaster1.xml" Id="Raf78936de8d348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1da8072395426c" /><Relationship Type="http://schemas.openxmlformats.org/officeDocument/2006/relationships/notesMaster" Target="/ppt/notesMasters/notesMaster1.xml" Id="R8de15cfe0a3544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4eda4ece5f487d" /><Relationship Type="http://schemas.openxmlformats.org/officeDocument/2006/relationships/notesMaster" Target="/ppt/notesMasters/notesMaster1.xml" Id="R419cbde9905c46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fd691779184af6" /><Relationship Type="http://schemas.openxmlformats.org/officeDocument/2006/relationships/notesMaster" Target="/ppt/notesMasters/notesMaster1.xml" Id="Rf8c35fefe5754f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d21156a1e94673" /><Relationship Type="http://schemas.openxmlformats.org/officeDocument/2006/relationships/notesMaster" Target="/ppt/notesMasters/notesMaster1.xml" Id="R6a69062734da49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2da20106994012" /><Relationship Type="http://schemas.openxmlformats.org/officeDocument/2006/relationships/notesMaster" Target="/ppt/notesMasters/notesMaster1.xml" Id="Rdf79272ec2ca4b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65efac9bee4985" /><Relationship Type="http://schemas.openxmlformats.org/officeDocument/2006/relationships/notesMaster" Target="/ppt/notesMasters/notesMaster1.xml" Id="Rec90e10aff4b4d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1d7639b5334672" /><Relationship Type="http://schemas.openxmlformats.org/officeDocument/2006/relationships/notesMaster" Target="/ppt/notesMasters/notesMaster1.xml" Id="R48480cb8626a44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6ff62f44144103" /><Relationship Type="http://schemas.openxmlformats.org/officeDocument/2006/relationships/notesMaster" Target="/ppt/notesMasters/notesMaster1.xml" Id="Ra6f9c82ffafd4c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b3d91a8edb4ba7" /><Relationship Type="http://schemas.openxmlformats.org/officeDocument/2006/relationships/notesMaster" Target="/ppt/notesMasters/notesMaster1.xml" Id="Ra11bc3e69cc044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899bfd514245ca" /><Relationship Type="http://schemas.openxmlformats.org/officeDocument/2006/relationships/notesMaster" Target="/ppt/notesMasters/notesMaster1.xml" Id="Rab1479ad263140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85b07ca7b0485e" /><Relationship Type="http://schemas.openxmlformats.org/officeDocument/2006/relationships/notesMaster" Target="/ppt/notesMasters/notesMaster1.xml" Id="Rf496cb9c4e0749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ee6d1f510c40f4" /><Relationship Type="http://schemas.openxmlformats.org/officeDocument/2006/relationships/notesMaster" Target="/ppt/notesMasters/notesMaster1.xml" Id="R8447a863f7064d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f38fb23b4e4c25" /><Relationship Type="http://schemas.openxmlformats.org/officeDocument/2006/relationships/notesMaster" Target="/ppt/notesMasters/notesMaster1.xml" Id="Rfa602594d41040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2e14b4f6714aa0" /><Relationship Type="http://schemas.openxmlformats.org/officeDocument/2006/relationships/notesMaster" Target="/ppt/notesMasters/notesMaster1.xml" Id="Raa88890d5d734a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71c2faca9c54fa0" /><Relationship Type="http://schemas.openxmlformats.org/officeDocument/2006/relationships/notesMaster" Target="/ppt/notesMasters/notesMaster1.xml" Id="Rbcb5ca6a10ce4a5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2191ce0e314f3d" /><Relationship Type="http://schemas.openxmlformats.org/officeDocument/2006/relationships/notesMaster" Target="/ppt/notesMasters/notesMaster1.xml" Id="Rb832aac7712c44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36f38a14b84d4a" /></Relationships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3c809551433439d" /><Relationship Type="http://schemas.openxmlformats.org/officeDocument/2006/relationships/slideLayout" Target="/ppt/slideLayouts/slideLayout2.xml" Id="R8f866769e1a74f1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866769e1a74f1c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ad0d8054ca4362" /><Relationship Type="http://schemas.openxmlformats.org/officeDocument/2006/relationships/image" Target="/ppt/media/image.png" Id="Re38900229013488e" /><Relationship Type="http://schemas.openxmlformats.org/officeDocument/2006/relationships/notesSlide" Target="/ppt/notesSlides/notesSlide1.xml" Id="R9f06c6f1af6548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89c83daf804603" /><Relationship Type="http://schemas.openxmlformats.org/officeDocument/2006/relationships/image" Target="/ppt/media/image2.png" Id="R63dd9eea087d4317" /><Relationship Type="http://schemas.openxmlformats.org/officeDocument/2006/relationships/notesSlide" Target="/ppt/notesSlides/notesSlide2.xml" Id="R5212cebfd510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c7358016d24bd6" /><Relationship Type="http://schemas.openxmlformats.org/officeDocument/2006/relationships/image" Target="/ppt/media/image3.png" Id="Rc5a68f42637d45f6" /><Relationship Type="http://schemas.openxmlformats.org/officeDocument/2006/relationships/notesSlide" Target="/ppt/notesSlides/notesSlide3.xml" Id="Rfc53651327574e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e4206e82284b58" /><Relationship Type="http://schemas.openxmlformats.org/officeDocument/2006/relationships/image" Target="/ppt/media/image4.png" Id="Rba30f3af6e8241ce" /><Relationship Type="http://schemas.openxmlformats.org/officeDocument/2006/relationships/notesSlide" Target="/ppt/notesSlides/notesSlide4.xml" Id="Rdde8d14924b54d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8bfeb9a2d84609" /><Relationship Type="http://schemas.openxmlformats.org/officeDocument/2006/relationships/image" Target="/ppt/media/image5.png" Id="R6e070c1d72ba4790" /><Relationship Type="http://schemas.openxmlformats.org/officeDocument/2006/relationships/notesSlide" Target="/ppt/notesSlides/notesSlide5.xml" Id="R119ce51b28584a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20e3afbd34fc0" /><Relationship Type="http://schemas.openxmlformats.org/officeDocument/2006/relationships/image" Target="/ppt/media/image6.png" Id="R8568771d35a54086" /><Relationship Type="http://schemas.openxmlformats.org/officeDocument/2006/relationships/notesSlide" Target="/ppt/notesSlides/notesSlide6.xml" Id="Rde7b5ab053b843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69a4a9ea53419b" /><Relationship Type="http://schemas.openxmlformats.org/officeDocument/2006/relationships/image" Target="/ppt/media/image7.png" Id="R1af48a341a594a01" /><Relationship Type="http://schemas.openxmlformats.org/officeDocument/2006/relationships/notesSlide" Target="/ppt/notesSlides/notesSlide7.xml" Id="Rbc2b057de76f4f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d3e97b87de4360" /><Relationship Type="http://schemas.openxmlformats.org/officeDocument/2006/relationships/image" Target="/ppt/media/image8.png" Id="Rce5eecb08b694f3c" /><Relationship Type="http://schemas.openxmlformats.org/officeDocument/2006/relationships/notesSlide" Target="/ppt/notesSlides/notesSlide8.xml" Id="R7d278d8cf58e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db14a56bfc4835" /><Relationship Type="http://schemas.openxmlformats.org/officeDocument/2006/relationships/image" Target="/ppt/media/image9.png" Id="Rb03976b37bde4062" /><Relationship Type="http://schemas.openxmlformats.org/officeDocument/2006/relationships/notesSlide" Target="/ppt/notesSlides/notesSlide9.xml" Id="Rfac9ba0454f944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3d3baf387b48d2" /><Relationship Type="http://schemas.openxmlformats.org/officeDocument/2006/relationships/image" Target="/ppt/media/image10.png" Id="Ra9cad8e5ed0d4096" /><Relationship Type="http://schemas.openxmlformats.org/officeDocument/2006/relationships/notesSlide" Target="/ppt/notesSlides/notesSlide10.xml" Id="Rddd10c47130243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8df1a63998454c" /><Relationship Type="http://schemas.openxmlformats.org/officeDocument/2006/relationships/image" Target="/ppt/media/image11.png" Id="R3e972a128d1d4942" /><Relationship Type="http://schemas.openxmlformats.org/officeDocument/2006/relationships/notesSlide" Target="/ppt/notesSlides/notesSlide11.xml" Id="R92fa8971e55946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ba34f6cdec44b0" /><Relationship Type="http://schemas.openxmlformats.org/officeDocument/2006/relationships/image" Target="/ppt/media/image12.png" Id="Raa61f3d52ccc44ce" /><Relationship Type="http://schemas.openxmlformats.org/officeDocument/2006/relationships/notesSlide" Target="/ppt/notesSlides/notesSlide12.xml" Id="R0f7ac0842c8f42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0c95705fc34f3e" /><Relationship Type="http://schemas.openxmlformats.org/officeDocument/2006/relationships/image" Target="/ppt/media/image13.png" Id="R88ed0d6a9913441f" /><Relationship Type="http://schemas.openxmlformats.org/officeDocument/2006/relationships/notesSlide" Target="/ppt/notesSlides/notesSlide13.xml" Id="R4e8b7663855f45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bf95a864a74547" /><Relationship Type="http://schemas.openxmlformats.org/officeDocument/2006/relationships/image" Target="/ppt/media/image14.png" Id="R45bec8893a0a47b3" /><Relationship Type="http://schemas.openxmlformats.org/officeDocument/2006/relationships/notesSlide" Target="/ppt/notesSlides/notesSlide14.xml" Id="Rbd65e8a5c45740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b41e7f095949cf" /><Relationship Type="http://schemas.openxmlformats.org/officeDocument/2006/relationships/image" Target="/ppt/media/image15.png" Id="Rc04738fe6bb24984" /><Relationship Type="http://schemas.openxmlformats.org/officeDocument/2006/relationships/notesSlide" Target="/ppt/notesSlides/notesSlide15.xml" Id="R4adf48ff492843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ac431f172c45e5" /><Relationship Type="http://schemas.openxmlformats.org/officeDocument/2006/relationships/image" Target="/ppt/media/image16.png" Id="Red89965ebd244a8b" /><Relationship Type="http://schemas.openxmlformats.org/officeDocument/2006/relationships/notesSlide" Target="/ppt/notesSlides/notesSlide16.xml" Id="Rce379ead860044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33249b232d4f65" /><Relationship Type="http://schemas.openxmlformats.org/officeDocument/2006/relationships/image" Target="/ppt/media/image17.png" Id="R2be9dae874c54d14" /><Relationship Type="http://schemas.openxmlformats.org/officeDocument/2006/relationships/notesSlide" Target="/ppt/notesSlides/notesSlide17.xml" Id="Rb4817e4218774c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f3c54604f74da2" /><Relationship Type="http://schemas.openxmlformats.org/officeDocument/2006/relationships/image" Target="/ppt/media/image18.png" Id="R73f5984090734a61" /><Relationship Type="http://schemas.openxmlformats.org/officeDocument/2006/relationships/notesSlide" Target="/ppt/notesSlides/notesSlide18.xml" Id="R6cb82e98a240473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900229013488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6732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d9eea087d43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301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68f42637d45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0f3af6e8241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36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70c1d72ba47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55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8771d35a540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287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48a341a594a0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eecb08b694f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023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976b37bde40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3765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ad8e5ed0d40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58162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72a128d1d49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1f3d52ccc44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45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d0d6a991344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ec8893a0a47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247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4738fe6bb249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493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9965ebd244a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9dae874c54d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7151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5984090734a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5415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2026-05-26T06:22:54.3840000Z</dcterms:created>
  <dcterms:modified xsi:type="dcterms:W3CDTF">2026-05-26T06:22:54.3840000Z</dcterms:modified>
</coreProperties>
</file>