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0" y="0"/>
            <a:ext cx="4953000" cy="6858000"/>
          </a:xfrm>
          <a:custGeom>
            <a:avLst/>
            <a:gdLst/>
            <a:ahLst/>
            <a:cxnLst/>
            <a:rect l="l" t="t" r="r" b="b"/>
            <a:pathLst>
              <a:path w="4953000" h="6858000">
                <a:moveTo>
                  <a:pt x="0" y="0"/>
                </a:moveTo>
                <a:lnTo>
                  <a:pt x="4953000" y="0"/>
                </a:lnTo>
                <a:lnTo>
                  <a:pt x="40005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A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5A0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6286500" y="0"/>
            <a:ext cx="5905500" cy="6858000"/>
          </a:xfrm>
          <a:custGeom>
            <a:avLst/>
            <a:gdLst/>
            <a:ahLst/>
            <a:cxnLst/>
            <a:rect l="l" t="t" r="r" b="b"/>
            <a:pathLst>
              <a:path w="5905500" h="6858000">
                <a:moveTo>
                  <a:pt x="742950" y="0"/>
                </a:moveTo>
                <a:lnTo>
                  <a:pt x="5905500" y="0"/>
                </a:lnTo>
                <a:lnTo>
                  <a:pt x="59055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rc 29"/>
          <p:cNvSpPr/>
          <p:nvPr/>
        </p:nvSpPr>
        <p:spPr>
          <a:xfrm>
            <a:off x="7429500" y="1047750"/>
            <a:ext cx="3810000" cy="3810000"/>
          </a:xfrm>
          <a:prstGeom prst="arc">
            <a:avLst/>
          </a:prstGeom>
          <a:noFill/>
          <a:ln w="9525">
            <a:solidFill>
              <a:srgbClr val="D6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rc 30"/>
          <p:cNvSpPr/>
          <p:nvPr/>
        </p:nvSpPr>
        <p:spPr>
          <a:xfrm>
            <a:off x="7429500" y="1047750"/>
            <a:ext cx="3810000" cy="3810000"/>
          </a:xfrm>
          <a:prstGeom prst="arc">
            <a:avLst/>
          </a:prstGeom>
          <a:noFill/>
          <a:ln w="9525">
            <a:solidFill>
              <a:srgbClr val="D6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rc 31"/>
          <p:cNvSpPr/>
          <p:nvPr/>
        </p:nvSpPr>
        <p:spPr>
          <a:xfrm>
            <a:off x="7429500" y="1047750"/>
            <a:ext cx="3810000" cy="3810000"/>
          </a:xfrm>
          <a:prstGeom prst="arc">
            <a:avLst/>
          </a:prstGeom>
          <a:noFill/>
          <a:ln w="9525">
            <a:solidFill>
              <a:srgbClr val="D6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rc 32"/>
          <p:cNvSpPr/>
          <p:nvPr/>
        </p:nvSpPr>
        <p:spPr>
          <a:xfrm>
            <a:off x="7429500" y="1047750"/>
            <a:ext cx="3810000" cy="3810000"/>
          </a:xfrm>
          <a:prstGeom prst="arc">
            <a:avLst/>
          </a:prstGeom>
          <a:noFill/>
          <a:ln w="9525">
            <a:solidFill>
              <a:srgbClr val="D6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c 33"/>
          <p:cNvSpPr/>
          <p:nvPr/>
        </p:nvSpPr>
        <p:spPr>
          <a:xfrm>
            <a:off x="7429500" y="1047750"/>
            <a:ext cx="3810000" cy="3810000"/>
          </a:xfrm>
          <a:prstGeom prst="arc">
            <a:avLst/>
          </a:prstGeom>
          <a:noFill/>
          <a:ln w="9525">
            <a:solidFill>
              <a:srgbClr val="D6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rc 34"/>
          <p:cNvSpPr/>
          <p:nvPr/>
        </p:nvSpPr>
        <p:spPr>
          <a:xfrm>
            <a:off x="7429500" y="1047750"/>
            <a:ext cx="3810000" cy="3810000"/>
          </a:xfrm>
          <a:prstGeom prst="arc">
            <a:avLst/>
          </a:prstGeom>
          <a:noFill/>
          <a:ln w="9525">
            <a:solidFill>
              <a:srgbClr val="D6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rc 35"/>
          <p:cNvSpPr/>
          <p:nvPr/>
        </p:nvSpPr>
        <p:spPr>
          <a:xfrm>
            <a:off x="7429500" y="1047750"/>
            <a:ext cx="3810000" cy="3810000"/>
          </a:xfrm>
          <a:prstGeom prst="arc">
            <a:avLst/>
          </a:prstGeom>
          <a:noFill/>
          <a:ln w="9525">
            <a:solidFill>
              <a:srgbClr val="D6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7516734" y="1287780"/>
            <a:ext cx="3102132" cy="3768090"/>
          </a:xfrm>
          <a:custGeom>
            <a:avLst/>
            <a:gdLst/>
            <a:ahLst/>
            <a:cxnLst/>
            <a:rect l="l" t="t" r="r" b="b"/>
            <a:pathLst>
              <a:path w="3102132" h="3768090">
                <a:moveTo>
                  <a:pt x="473388" y="3218815"/>
                </a:moveTo>
                <a:lnTo>
                  <a:pt x="498985" y="3239600"/>
                </a:lnTo>
                <a:lnTo>
                  <a:pt x="503864" y="3245982"/>
                </a:lnTo>
                <a:lnTo>
                  <a:pt x="508750" y="3257258"/>
                </a:lnTo>
                <a:lnTo>
                  <a:pt x="519215" y="3286909"/>
                </a:lnTo>
                <a:lnTo>
                  <a:pt x="524466" y="3297039"/>
                </a:lnTo>
                <a:lnTo>
                  <a:pt x="530871" y="3305291"/>
                </a:lnTo>
                <a:lnTo>
                  <a:pt x="543235" y="3318429"/>
                </a:lnTo>
                <a:lnTo>
                  <a:pt x="562004" y="3333459"/>
                </a:lnTo>
                <a:lnTo>
                  <a:pt x="573667" y="3340587"/>
                </a:lnTo>
                <a:lnTo>
                  <a:pt x="580832" y="3343589"/>
                </a:lnTo>
                <a:lnTo>
                  <a:pt x="588310" y="3344662"/>
                </a:lnTo>
                <a:lnTo>
                  <a:pt x="619881" y="3327054"/>
                </a:lnTo>
                <a:lnTo>
                  <a:pt x="577728" y="3264058"/>
                </a:lnTo>
                <a:lnTo>
                  <a:pt x="571323" y="3231091"/>
                </a:lnTo>
                <a:lnTo>
                  <a:pt x="564173" y="3199053"/>
                </a:lnTo>
                <a:lnTo>
                  <a:pt x="560836" y="3184088"/>
                </a:lnTo>
                <a:lnTo>
                  <a:pt x="560565" y="3182891"/>
                </a:lnTo>
                <a:lnTo>
                  <a:pt x="560529" y="3182701"/>
                </a:lnTo>
                <a:lnTo>
                  <a:pt x="560405" y="3182139"/>
                </a:lnTo>
                <a:lnTo>
                  <a:pt x="560310" y="3181722"/>
                </a:lnTo>
                <a:lnTo>
                  <a:pt x="560266" y="3181510"/>
                </a:lnTo>
                <a:lnTo>
                  <a:pt x="560222" y="3181313"/>
                </a:lnTo>
                <a:lnTo>
                  <a:pt x="560003" y="3180342"/>
                </a:lnTo>
                <a:lnTo>
                  <a:pt x="543739" y="3114643"/>
                </a:lnTo>
                <a:lnTo>
                  <a:pt x="534654" y="3105113"/>
                </a:lnTo>
                <a:lnTo>
                  <a:pt x="518521" y="3088184"/>
                </a:lnTo>
                <a:lnTo>
                  <a:pt x="474944" y="3042488"/>
                </a:lnTo>
                <a:lnTo>
                  <a:pt x="460111" y="3026940"/>
                </a:lnTo>
                <a:lnTo>
                  <a:pt x="435215" y="3000853"/>
                </a:lnTo>
                <a:lnTo>
                  <a:pt x="425049" y="2990987"/>
                </a:lnTo>
                <a:lnTo>
                  <a:pt x="413174" y="2979448"/>
                </a:lnTo>
                <a:lnTo>
                  <a:pt x="376943" y="2944269"/>
                </a:lnTo>
                <a:lnTo>
                  <a:pt x="353880" y="2925865"/>
                </a:lnTo>
                <a:lnTo>
                  <a:pt x="330532" y="2907234"/>
                </a:lnTo>
                <a:lnTo>
                  <a:pt x="302444" y="2875093"/>
                </a:lnTo>
                <a:lnTo>
                  <a:pt x="280038" y="2849496"/>
                </a:lnTo>
                <a:lnTo>
                  <a:pt x="273604" y="2842156"/>
                </a:lnTo>
                <a:lnTo>
                  <a:pt x="255660" y="2807021"/>
                </a:lnTo>
                <a:lnTo>
                  <a:pt x="253695" y="2797352"/>
                </a:lnTo>
                <a:lnTo>
                  <a:pt x="229413" y="2721691"/>
                </a:lnTo>
                <a:lnTo>
                  <a:pt x="230851" y="2694480"/>
                </a:lnTo>
                <a:lnTo>
                  <a:pt x="234992" y="2616263"/>
                </a:lnTo>
                <a:lnTo>
                  <a:pt x="313252" y="2597619"/>
                </a:lnTo>
                <a:lnTo>
                  <a:pt x="317342" y="2596647"/>
                </a:lnTo>
                <a:lnTo>
                  <a:pt x="348600" y="2580851"/>
                </a:lnTo>
                <a:lnTo>
                  <a:pt x="348797" y="2600949"/>
                </a:lnTo>
                <a:lnTo>
                  <a:pt x="384290" y="2585605"/>
                </a:lnTo>
                <a:lnTo>
                  <a:pt x="392725" y="2594376"/>
                </a:lnTo>
                <a:lnTo>
                  <a:pt x="401730" y="2589746"/>
                </a:lnTo>
                <a:lnTo>
                  <a:pt x="406039" y="2582727"/>
                </a:lnTo>
                <a:lnTo>
                  <a:pt x="407813" y="2570633"/>
                </a:lnTo>
                <a:lnTo>
                  <a:pt x="401730" y="2571159"/>
                </a:lnTo>
                <a:lnTo>
                  <a:pt x="400335" y="2581756"/>
                </a:lnTo>
                <a:lnTo>
                  <a:pt x="395515" y="2581113"/>
                </a:lnTo>
                <a:lnTo>
                  <a:pt x="396596" y="2575227"/>
                </a:lnTo>
                <a:lnTo>
                  <a:pt x="397355" y="2567537"/>
                </a:lnTo>
                <a:lnTo>
                  <a:pt x="401160" y="2566704"/>
                </a:lnTo>
                <a:lnTo>
                  <a:pt x="417190" y="2563345"/>
                </a:lnTo>
                <a:lnTo>
                  <a:pt x="431906" y="2560263"/>
                </a:lnTo>
                <a:lnTo>
                  <a:pt x="440400" y="2553245"/>
                </a:lnTo>
                <a:lnTo>
                  <a:pt x="454093" y="2549885"/>
                </a:lnTo>
                <a:lnTo>
                  <a:pt x="457642" y="2546986"/>
                </a:lnTo>
                <a:lnTo>
                  <a:pt x="460878" y="2542882"/>
                </a:lnTo>
                <a:lnTo>
                  <a:pt x="455554" y="2533957"/>
                </a:lnTo>
                <a:lnTo>
                  <a:pt x="455254" y="2528494"/>
                </a:lnTo>
                <a:lnTo>
                  <a:pt x="454604" y="2516459"/>
                </a:lnTo>
                <a:lnTo>
                  <a:pt x="463543" y="2512471"/>
                </a:lnTo>
                <a:lnTo>
                  <a:pt x="458146" y="2506381"/>
                </a:lnTo>
                <a:lnTo>
                  <a:pt x="454086" y="2501721"/>
                </a:lnTo>
                <a:lnTo>
                  <a:pt x="457956" y="2497332"/>
                </a:lnTo>
                <a:lnTo>
                  <a:pt x="461696" y="2496302"/>
                </a:lnTo>
                <a:lnTo>
                  <a:pt x="472409" y="2493374"/>
                </a:lnTo>
                <a:lnTo>
                  <a:pt x="480779" y="2488744"/>
                </a:lnTo>
                <a:lnTo>
                  <a:pt x="479829" y="2486954"/>
                </a:lnTo>
                <a:lnTo>
                  <a:pt x="464171" y="2488072"/>
                </a:lnTo>
                <a:lnTo>
                  <a:pt x="466326" y="2480834"/>
                </a:lnTo>
                <a:lnTo>
                  <a:pt x="456562" y="2483719"/>
                </a:lnTo>
                <a:lnTo>
                  <a:pt x="443818" y="2485048"/>
                </a:lnTo>
                <a:lnTo>
                  <a:pt x="443818" y="2481214"/>
                </a:lnTo>
                <a:lnTo>
                  <a:pt x="451238" y="2479213"/>
                </a:lnTo>
                <a:lnTo>
                  <a:pt x="458336" y="2474568"/>
                </a:lnTo>
                <a:lnTo>
                  <a:pt x="468802" y="2472341"/>
                </a:lnTo>
                <a:lnTo>
                  <a:pt x="483824" y="2476664"/>
                </a:lnTo>
                <a:lnTo>
                  <a:pt x="489784" y="2483230"/>
                </a:lnTo>
                <a:lnTo>
                  <a:pt x="502717" y="2473619"/>
                </a:lnTo>
                <a:lnTo>
                  <a:pt x="502140" y="2467126"/>
                </a:lnTo>
                <a:lnTo>
                  <a:pt x="485730" y="2455982"/>
                </a:lnTo>
                <a:lnTo>
                  <a:pt x="485475" y="2450658"/>
                </a:lnTo>
                <a:lnTo>
                  <a:pt x="489652" y="2447758"/>
                </a:lnTo>
                <a:lnTo>
                  <a:pt x="505186" y="2454448"/>
                </a:lnTo>
                <a:lnTo>
                  <a:pt x="507216" y="2447072"/>
                </a:lnTo>
                <a:lnTo>
                  <a:pt x="503630" y="2440930"/>
                </a:lnTo>
                <a:lnTo>
                  <a:pt x="499738" y="2434284"/>
                </a:lnTo>
                <a:lnTo>
                  <a:pt x="492763" y="2428580"/>
                </a:lnTo>
                <a:lnTo>
                  <a:pt x="481473" y="2417816"/>
                </a:lnTo>
                <a:lnTo>
                  <a:pt x="487877" y="2412857"/>
                </a:lnTo>
                <a:lnTo>
                  <a:pt x="499738" y="2412411"/>
                </a:lnTo>
                <a:lnTo>
                  <a:pt x="501067" y="2407102"/>
                </a:lnTo>
                <a:lnTo>
                  <a:pt x="497897" y="2405006"/>
                </a:lnTo>
                <a:lnTo>
                  <a:pt x="488009" y="2405459"/>
                </a:lnTo>
                <a:lnTo>
                  <a:pt x="483313" y="2397133"/>
                </a:lnTo>
                <a:lnTo>
                  <a:pt x="485665" y="2389180"/>
                </a:lnTo>
                <a:lnTo>
                  <a:pt x="489849" y="2385697"/>
                </a:lnTo>
                <a:lnTo>
                  <a:pt x="492508" y="2381585"/>
                </a:lnTo>
                <a:lnTo>
                  <a:pt x="497393" y="2371302"/>
                </a:lnTo>
                <a:lnTo>
                  <a:pt x="488520" y="2368242"/>
                </a:lnTo>
                <a:lnTo>
                  <a:pt x="483634" y="2354001"/>
                </a:lnTo>
                <a:lnTo>
                  <a:pt x="480399" y="2351014"/>
                </a:lnTo>
                <a:lnTo>
                  <a:pt x="484649" y="2325322"/>
                </a:lnTo>
                <a:lnTo>
                  <a:pt x="483569" y="2316069"/>
                </a:lnTo>
                <a:lnTo>
                  <a:pt x="478668" y="2311855"/>
                </a:lnTo>
                <a:lnTo>
                  <a:pt x="474447" y="2308232"/>
                </a:lnTo>
                <a:lnTo>
                  <a:pt x="453903" y="2308335"/>
                </a:lnTo>
                <a:lnTo>
                  <a:pt x="453261" y="2308400"/>
                </a:lnTo>
                <a:lnTo>
                  <a:pt x="452895" y="2308335"/>
                </a:lnTo>
                <a:lnTo>
                  <a:pt x="402110" y="2308568"/>
                </a:lnTo>
                <a:lnTo>
                  <a:pt x="389877" y="2292217"/>
                </a:lnTo>
                <a:lnTo>
                  <a:pt x="384991" y="2280882"/>
                </a:lnTo>
                <a:lnTo>
                  <a:pt x="384356" y="2276734"/>
                </a:lnTo>
                <a:lnTo>
                  <a:pt x="355705" y="2257797"/>
                </a:lnTo>
                <a:lnTo>
                  <a:pt x="321410" y="2258060"/>
                </a:lnTo>
                <a:lnTo>
                  <a:pt x="304547" y="2224093"/>
                </a:lnTo>
                <a:lnTo>
                  <a:pt x="304489" y="2218966"/>
                </a:lnTo>
                <a:lnTo>
                  <a:pt x="304094" y="2184744"/>
                </a:lnTo>
                <a:lnTo>
                  <a:pt x="309046" y="2165902"/>
                </a:lnTo>
                <a:lnTo>
                  <a:pt x="312420" y="2153194"/>
                </a:lnTo>
                <a:lnTo>
                  <a:pt x="314494" y="2145380"/>
                </a:lnTo>
                <a:lnTo>
                  <a:pt x="307337" y="2095828"/>
                </a:lnTo>
                <a:lnTo>
                  <a:pt x="300903" y="2089124"/>
                </a:lnTo>
                <a:lnTo>
                  <a:pt x="282674" y="2070114"/>
                </a:lnTo>
                <a:lnTo>
                  <a:pt x="263022" y="2036856"/>
                </a:lnTo>
                <a:lnTo>
                  <a:pt x="238921" y="1987581"/>
                </a:lnTo>
                <a:lnTo>
                  <a:pt x="237220" y="1984112"/>
                </a:lnTo>
                <a:lnTo>
                  <a:pt x="242799" y="1976327"/>
                </a:lnTo>
                <a:lnTo>
                  <a:pt x="245910" y="1972150"/>
                </a:lnTo>
                <a:lnTo>
                  <a:pt x="247663" y="1970017"/>
                </a:lnTo>
                <a:lnTo>
                  <a:pt x="250467" y="1966599"/>
                </a:lnTo>
                <a:lnTo>
                  <a:pt x="254974" y="1961056"/>
                </a:lnTo>
                <a:lnTo>
                  <a:pt x="258012" y="1955477"/>
                </a:lnTo>
                <a:lnTo>
                  <a:pt x="261123" y="1944318"/>
                </a:lnTo>
                <a:lnTo>
                  <a:pt x="262583" y="1933188"/>
                </a:lnTo>
                <a:lnTo>
                  <a:pt x="262642" y="1921985"/>
                </a:lnTo>
                <a:lnTo>
                  <a:pt x="262131" y="1917449"/>
                </a:lnTo>
                <a:lnTo>
                  <a:pt x="247429" y="1877750"/>
                </a:lnTo>
                <a:lnTo>
                  <a:pt x="257427" y="1838561"/>
                </a:lnTo>
                <a:lnTo>
                  <a:pt x="259889" y="1828914"/>
                </a:lnTo>
                <a:lnTo>
                  <a:pt x="264037" y="1812664"/>
                </a:lnTo>
                <a:lnTo>
                  <a:pt x="269667" y="1777427"/>
                </a:lnTo>
                <a:lnTo>
                  <a:pt x="271574" y="1765493"/>
                </a:lnTo>
                <a:lnTo>
                  <a:pt x="271026" y="1763441"/>
                </a:lnTo>
                <a:lnTo>
                  <a:pt x="270989" y="1763281"/>
                </a:lnTo>
                <a:lnTo>
                  <a:pt x="270938" y="1763120"/>
                </a:lnTo>
                <a:lnTo>
                  <a:pt x="260042" y="1722485"/>
                </a:lnTo>
                <a:lnTo>
                  <a:pt x="236708" y="1667909"/>
                </a:lnTo>
                <a:lnTo>
                  <a:pt x="225732" y="1649622"/>
                </a:lnTo>
                <a:lnTo>
                  <a:pt x="222832" y="1644787"/>
                </a:lnTo>
                <a:lnTo>
                  <a:pt x="191261" y="1608184"/>
                </a:lnTo>
                <a:lnTo>
                  <a:pt x="176742" y="1576605"/>
                </a:lnTo>
                <a:lnTo>
                  <a:pt x="177378" y="1560933"/>
                </a:lnTo>
                <a:lnTo>
                  <a:pt x="223650" y="1576627"/>
                </a:lnTo>
                <a:lnTo>
                  <a:pt x="247298" y="1571165"/>
                </a:lnTo>
                <a:lnTo>
                  <a:pt x="258523" y="1568572"/>
                </a:lnTo>
                <a:lnTo>
                  <a:pt x="267790" y="1552271"/>
                </a:lnTo>
                <a:lnTo>
                  <a:pt x="268221" y="1551519"/>
                </a:lnTo>
                <a:lnTo>
                  <a:pt x="290664" y="1538344"/>
                </a:lnTo>
                <a:lnTo>
                  <a:pt x="288122" y="1511483"/>
                </a:lnTo>
                <a:lnTo>
                  <a:pt x="281608" y="1490283"/>
                </a:lnTo>
                <a:lnTo>
                  <a:pt x="276087" y="1472302"/>
                </a:lnTo>
                <a:lnTo>
                  <a:pt x="279191" y="1467584"/>
                </a:lnTo>
                <a:lnTo>
                  <a:pt x="283748" y="1460661"/>
                </a:lnTo>
                <a:lnTo>
                  <a:pt x="291358" y="1453687"/>
                </a:lnTo>
                <a:lnTo>
                  <a:pt x="297383" y="1450860"/>
                </a:lnTo>
                <a:lnTo>
                  <a:pt x="306446" y="1448136"/>
                </a:lnTo>
                <a:lnTo>
                  <a:pt x="315516" y="1446727"/>
                </a:lnTo>
                <a:lnTo>
                  <a:pt x="324645" y="1445383"/>
                </a:lnTo>
                <a:lnTo>
                  <a:pt x="336688" y="1446778"/>
                </a:lnTo>
                <a:lnTo>
                  <a:pt x="350323" y="1446807"/>
                </a:lnTo>
                <a:lnTo>
                  <a:pt x="363885" y="1448217"/>
                </a:lnTo>
                <a:lnTo>
                  <a:pt x="378973" y="1448202"/>
                </a:lnTo>
                <a:lnTo>
                  <a:pt x="395588" y="1449663"/>
                </a:lnTo>
                <a:lnTo>
                  <a:pt x="406557" y="1449663"/>
                </a:lnTo>
                <a:lnTo>
                  <a:pt x="412254" y="1449655"/>
                </a:lnTo>
                <a:lnTo>
                  <a:pt x="420491" y="1449692"/>
                </a:lnTo>
                <a:lnTo>
                  <a:pt x="428868" y="1449721"/>
                </a:lnTo>
                <a:lnTo>
                  <a:pt x="431212" y="1449531"/>
                </a:lnTo>
                <a:lnTo>
                  <a:pt x="448579" y="1457937"/>
                </a:lnTo>
                <a:lnTo>
                  <a:pt x="463602" y="1459186"/>
                </a:lnTo>
                <a:lnTo>
                  <a:pt x="474067" y="1456126"/>
                </a:lnTo>
                <a:lnTo>
                  <a:pt x="489090" y="1456301"/>
                </a:lnTo>
                <a:lnTo>
                  <a:pt x="493793" y="1456695"/>
                </a:lnTo>
                <a:lnTo>
                  <a:pt x="493910" y="1456717"/>
                </a:lnTo>
                <a:lnTo>
                  <a:pt x="494012" y="1456710"/>
                </a:lnTo>
                <a:lnTo>
                  <a:pt x="504112" y="1457557"/>
                </a:lnTo>
                <a:lnTo>
                  <a:pt x="505814" y="1458675"/>
                </a:lnTo>
                <a:lnTo>
                  <a:pt x="505923" y="1458748"/>
                </a:lnTo>
                <a:lnTo>
                  <a:pt x="506011" y="1458799"/>
                </a:lnTo>
                <a:lnTo>
                  <a:pt x="519018" y="1467358"/>
                </a:lnTo>
                <a:lnTo>
                  <a:pt x="528015" y="1484571"/>
                </a:lnTo>
                <a:lnTo>
                  <a:pt x="541709" y="1495431"/>
                </a:lnTo>
                <a:lnTo>
                  <a:pt x="554613" y="1497980"/>
                </a:lnTo>
                <a:lnTo>
                  <a:pt x="559017" y="1498856"/>
                </a:lnTo>
                <a:lnTo>
                  <a:pt x="553547" y="1485258"/>
                </a:lnTo>
                <a:lnTo>
                  <a:pt x="551531" y="1480248"/>
                </a:lnTo>
                <a:lnTo>
                  <a:pt x="537714" y="1464904"/>
                </a:lnTo>
                <a:lnTo>
                  <a:pt x="518251" y="1449181"/>
                </a:lnTo>
                <a:lnTo>
                  <a:pt x="504580" y="1437999"/>
                </a:lnTo>
                <a:lnTo>
                  <a:pt x="501768" y="1435699"/>
                </a:lnTo>
                <a:lnTo>
                  <a:pt x="481421" y="1413271"/>
                </a:lnTo>
                <a:lnTo>
                  <a:pt x="480406" y="1412110"/>
                </a:lnTo>
                <a:lnTo>
                  <a:pt x="475908" y="1405143"/>
                </a:lnTo>
                <a:lnTo>
                  <a:pt x="462338" y="1388419"/>
                </a:lnTo>
                <a:lnTo>
                  <a:pt x="452559" y="1375331"/>
                </a:lnTo>
                <a:lnTo>
                  <a:pt x="448769" y="1370278"/>
                </a:lnTo>
                <a:lnTo>
                  <a:pt x="435835" y="1346973"/>
                </a:lnTo>
                <a:lnTo>
                  <a:pt x="430110" y="1336764"/>
                </a:lnTo>
                <a:lnTo>
                  <a:pt x="419038" y="1317016"/>
                </a:lnTo>
                <a:lnTo>
                  <a:pt x="412633" y="1299430"/>
                </a:lnTo>
                <a:lnTo>
                  <a:pt x="409975" y="1270181"/>
                </a:lnTo>
                <a:lnTo>
                  <a:pt x="425969" y="1254479"/>
                </a:lnTo>
                <a:lnTo>
                  <a:pt x="432797" y="1247775"/>
                </a:lnTo>
                <a:lnTo>
                  <a:pt x="445600" y="1235257"/>
                </a:lnTo>
                <a:lnTo>
                  <a:pt x="455554" y="1227261"/>
                </a:lnTo>
                <a:lnTo>
                  <a:pt x="466523" y="1218453"/>
                </a:lnTo>
                <a:lnTo>
                  <a:pt x="478157" y="1221571"/>
                </a:lnTo>
                <a:lnTo>
                  <a:pt x="498408" y="1226998"/>
                </a:lnTo>
                <a:lnTo>
                  <a:pt x="503287" y="1251879"/>
                </a:lnTo>
                <a:lnTo>
                  <a:pt x="505062" y="1251894"/>
                </a:lnTo>
                <a:lnTo>
                  <a:pt x="517243" y="1249141"/>
                </a:lnTo>
                <a:lnTo>
                  <a:pt x="527825" y="1247739"/>
                </a:lnTo>
                <a:lnTo>
                  <a:pt x="538408" y="1243590"/>
                </a:lnTo>
                <a:lnTo>
                  <a:pt x="548997" y="1238055"/>
                </a:lnTo>
                <a:lnTo>
                  <a:pt x="558068" y="1231102"/>
                </a:lnTo>
                <a:lnTo>
                  <a:pt x="566948" y="1220666"/>
                </a:lnTo>
                <a:lnTo>
                  <a:pt x="568716" y="1218577"/>
                </a:lnTo>
                <a:lnTo>
                  <a:pt x="579364" y="1203226"/>
                </a:lnTo>
                <a:lnTo>
                  <a:pt x="583044" y="1198391"/>
                </a:lnTo>
                <a:lnTo>
                  <a:pt x="611570" y="1190752"/>
                </a:lnTo>
                <a:lnTo>
                  <a:pt x="636438" y="1168113"/>
                </a:lnTo>
                <a:lnTo>
                  <a:pt x="636576" y="1167974"/>
                </a:lnTo>
                <a:lnTo>
                  <a:pt x="636752" y="1167828"/>
                </a:lnTo>
                <a:lnTo>
                  <a:pt x="645471" y="1159889"/>
                </a:lnTo>
                <a:lnTo>
                  <a:pt x="645581" y="1159809"/>
                </a:lnTo>
                <a:lnTo>
                  <a:pt x="645742" y="1159634"/>
                </a:lnTo>
                <a:lnTo>
                  <a:pt x="646056" y="1159349"/>
                </a:lnTo>
                <a:lnTo>
                  <a:pt x="646180" y="1159152"/>
                </a:lnTo>
                <a:lnTo>
                  <a:pt x="646253" y="1158998"/>
                </a:lnTo>
                <a:lnTo>
                  <a:pt x="646348" y="1158852"/>
                </a:lnTo>
                <a:lnTo>
                  <a:pt x="650116" y="1152447"/>
                </a:lnTo>
                <a:lnTo>
                  <a:pt x="650226" y="1152287"/>
                </a:lnTo>
                <a:lnTo>
                  <a:pt x="650335" y="1152075"/>
                </a:lnTo>
                <a:lnTo>
                  <a:pt x="657339" y="1140149"/>
                </a:lnTo>
                <a:lnTo>
                  <a:pt x="671675" y="1139755"/>
                </a:lnTo>
                <a:lnTo>
                  <a:pt x="693796" y="1132539"/>
                </a:lnTo>
                <a:lnTo>
                  <a:pt x="691635" y="1120730"/>
                </a:lnTo>
                <a:lnTo>
                  <a:pt x="668060" y="1077196"/>
                </a:lnTo>
                <a:lnTo>
                  <a:pt x="670339" y="1055959"/>
                </a:lnTo>
                <a:lnTo>
                  <a:pt x="674399" y="1018976"/>
                </a:lnTo>
                <a:lnTo>
                  <a:pt x="686062" y="976187"/>
                </a:lnTo>
                <a:lnTo>
                  <a:pt x="692022" y="967905"/>
                </a:lnTo>
                <a:lnTo>
                  <a:pt x="701559" y="956497"/>
                </a:lnTo>
                <a:lnTo>
                  <a:pt x="707855" y="948953"/>
                </a:lnTo>
                <a:lnTo>
                  <a:pt x="712500" y="943395"/>
                </a:lnTo>
                <a:lnTo>
                  <a:pt x="728537" y="917835"/>
                </a:lnTo>
                <a:lnTo>
                  <a:pt x="736651" y="903776"/>
                </a:lnTo>
                <a:lnTo>
                  <a:pt x="749081" y="891017"/>
                </a:lnTo>
                <a:lnTo>
                  <a:pt x="761503" y="884299"/>
                </a:lnTo>
                <a:lnTo>
                  <a:pt x="772276" y="877251"/>
                </a:lnTo>
                <a:lnTo>
                  <a:pt x="793075" y="857766"/>
                </a:lnTo>
                <a:lnTo>
                  <a:pt x="813677" y="829525"/>
                </a:lnTo>
                <a:lnTo>
                  <a:pt x="816591" y="816080"/>
                </a:lnTo>
                <a:lnTo>
                  <a:pt x="816905" y="809398"/>
                </a:lnTo>
                <a:lnTo>
                  <a:pt x="819381" y="757823"/>
                </a:lnTo>
                <a:lnTo>
                  <a:pt x="793776" y="725426"/>
                </a:lnTo>
                <a:lnTo>
                  <a:pt x="758086" y="706460"/>
                </a:lnTo>
                <a:lnTo>
                  <a:pt x="778688" y="670434"/>
                </a:lnTo>
                <a:lnTo>
                  <a:pt x="815510" y="662488"/>
                </a:lnTo>
                <a:lnTo>
                  <a:pt x="830292" y="659304"/>
                </a:lnTo>
                <a:lnTo>
                  <a:pt x="882334" y="649189"/>
                </a:lnTo>
                <a:lnTo>
                  <a:pt x="913109" y="646538"/>
                </a:lnTo>
                <a:lnTo>
                  <a:pt x="913277" y="646509"/>
                </a:lnTo>
                <a:lnTo>
                  <a:pt x="913511" y="646502"/>
                </a:lnTo>
                <a:lnTo>
                  <a:pt x="924743" y="645538"/>
                </a:lnTo>
                <a:lnTo>
                  <a:pt x="957906" y="621569"/>
                </a:lnTo>
                <a:lnTo>
                  <a:pt x="949917" y="583468"/>
                </a:lnTo>
                <a:lnTo>
                  <a:pt x="950990" y="560062"/>
                </a:lnTo>
                <a:lnTo>
                  <a:pt x="959907" y="566226"/>
                </a:lnTo>
                <a:lnTo>
                  <a:pt x="975083" y="576735"/>
                </a:lnTo>
                <a:lnTo>
                  <a:pt x="985768" y="586799"/>
                </a:lnTo>
                <a:lnTo>
                  <a:pt x="991910" y="592575"/>
                </a:lnTo>
                <a:lnTo>
                  <a:pt x="997781" y="598111"/>
                </a:lnTo>
                <a:lnTo>
                  <a:pt x="1002463" y="602522"/>
                </a:lnTo>
                <a:lnTo>
                  <a:pt x="1002908" y="608547"/>
                </a:lnTo>
                <a:lnTo>
                  <a:pt x="1005888" y="648722"/>
                </a:lnTo>
                <a:lnTo>
                  <a:pt x="1006333" y="650876"/>
                </a:lnTo>
                <a:lnTo>
                  <a:pt x="1007794" y="663430"/>
                </a:lnTo>
                <a:lnTo>
                  <a:pt x="1009247" y="675962"/>
                </a:lnTo>
                <a:lnTo>
                  <a:pt x="1013753" y="687092"/>
                </a:lnTo>
                <a:lnTo>
                  <a:pt x="1018186" y="696915"/>
                </a:lnTo>
                <a:lnTo>
                  <a:pt x="1024211" y="708060"/>
                </a:lnTo>
                <a:lnTo>
                  <a:pt x="1029915" y="714384"/>
                </a:lnTo>
                <a:lnTo>
                  <a:pt x="1040819" y="714654"/>
                </a:lnTo>
                <a:lnTo>
                  <a:pt x="1047859" y="716349"/>
                </a:lnTo>
                <a:lnTo>
                  <a:pt x="1055593" y="718788"/>
                </a:lnTo>
                <a:lnTo>
                  <a:pt x="1071127" y="722666"/>
                </a:lnTo>
                <a:lnTo>
                  <a:pt x="1096804" y="727756"/>
                </a:lnTo>
                <a:lnTo>
                  <a:pt x="1111951" y="730341"/>
                </a:lnTo>
                <a:lnTo>
                  <a:pt x="1124819" y="731211"/>
                </a:lnTo>
                <a:lnTo>
                  <a:pt x="1164504" y="721293"/>
                </a:lnTo>
                <a:lnTo>
                  <a:pt x="1181754" y="718072"/>
                </a:lnTo>
                <a:lnTo>
                  <a:pt x="1198990" y="716319"/>
                </a:lnTo>
                <a:lnTo>
                  <a:pt x="1217825" y="715502"/>
                </a:lnTo>
                <a:lnTo>
                  <a:pt x="1234556" y="711704"/>
                </a:lnTo>
                <a:lnTo>
                  <a:pt x="1235951" y="711383"/>
                </a:lnTo>
                <a:lnTo>
                  <a:pt x="1242034" y="710024"/>
                </a:lnTo>
                <a:lnTo>
                  <a:pt x="1248125" y="708578"/>
                </a:lnTo>
                <a:lnTo>
                  <a:pt x="1254143" y="708659"/>
                </a:lnTo>
                <a:lnTo>
                  <a:pt x="1261694" y="707234"/>
                </a:lnTo>
                <a:lnTo>
                  <a:pt x="1267719" y="708629"/>
                </a:lnTo>
                <a:lnTo>
                  <a:pt x="1273803" y="710105"/>
                </a:lnTo>
                <a:lnTo>
                  <a:pt x="1278294" y="711470"/>
                </a:lnTo>
                <a:lnTo>
                  <a:pt x="1284392" y="714253"/>
                </a:lnTo>
                <a:lnTo>
                  <a:pt x="1285846" y="719876"/>
                </a:lnTo>
                <a:lnTo>
                  <a:pt x="1288825" y="725441"/>
                </a:lnTo>
                <a:lnTo>
                  <a:pt x="1290345" y="729633"/>
                </a:lnTo>
                <a:lnTo>
                  <a:pt x="1294851" y="733825"/>
                </a:lnTo>
                <a:lnTo>
                  <a:pt x="1303906" y="740807"/>
                </a:lnTo>
                <a:lnTo>
                  <a:pt x="1315957" y="746423"/>
                </a:lnTo>
                <a:lnTo>
                  <a:pt x="1325589" y="749724"/>
                </a:lnTo>
                <a:lnTo>
                  <a:pt x="1352728" y="775796"/>
                </a:lnTo>
                <a:lnTo>
                  <a:pt x="1370029" y="773853"/>
                </a:lnTo>
                <a:lnTo>
                  <a:pt x="1432164" y="766857"/>
                </a:lnTo>
                <a:lnTo>
                  <a:pt x="1431580" y="764944"/>
                </a:lnTo>
                <a:lnTo>
                  <a:pt x="1431536" y="764746"/>
                </a:lnTo>
                <a:lnTo>
                  <a:pt x="1431470" y="764586"/>
                </a:lnTo>
                <a:lnTo>
                  <a:pt x="1421896" y="732898"/>
                </a:lnTo>
                <a:lnTo>
                  <a:pt x="1421888" y="695031"/>
                </a:lnTo>
                <a:lnTo>
                  <a:pt x="1421041" y="689963"/>
                </a:lnTo>
                <a:lnTo>
                  <a:pt x="1420997" y="689773"/>
                </a:lnTo>
                <a:lnTo>
                  <a:pt x="1420975" y="689561"/>
                </a:lnTo>
                <a:lnTo>
                  <a:pt x="1418785" y="676569"/>
                </a:lnTo>
                <a:lnTo>
                  <a:pt x="1414344" y="649766"/>
                </a:lnTo>
                <a:lnTo>
                  <a:pt x="1453394" y="658471"/>
                </a:lnTo>
                <a:lnTo>
                  <a:pt x="1491180" y="668353"/>
                </a:lnTo>
                <a:lnTo>
                  <a:pt x="1511848" y="668353"/>
                </a:lnTo>
                <a:lnTo>
                  <a:pt x="1536102" y="661897"/>
                </a:lnTo>
                <a:lnTo>
                  <a:pt x="1541901" y="660356"/>
                </a:lnTo>
                <a:lnTo>
                  <a:pt x="1555214" y="653418"/>
                </a:lnTo>
                <a:lnTo>
                  <a:pt x="1566242" y="643873"/>
                </a:lnTo>
                <a:lnTo>
                  <a:pt x="1577657" y="637752"/>
                </a:lnTo>
                <a:lnTo>
                  <a:pt x="1594578" y="629610"/>
                </a:lnTo>
                <a:lnTo>
                  <a:pt x="1595659" y="619130"/>
                </a:lnTo>
                <a:lnTo>
                  <a:pt x="1596353" y="614865"/>
                </a:lnTo>
                <a:lnTo>
                  <a:pt x="1597937" y="610673"/>
                </a:lnTo>
                <a:lnTo>
                  <a:pt x="1597945" y="605122"/>
                </a:lnTo>
                <a:lnTo>
                  <a:pt x="1594899" y="600930"/>
                </a:lnTo>
                <a:lnTo>
                  <a:pt x="1590393" y="595336"/>
                </a:lnTo>
                <a:lnTo>
                  <a:pt x="1584368" y="591107"/>
                </a:lnTo>
                <a:lnTo>
                  <a:pt x="1579877" y="585513"/>
                </a:lnTo>
                <a:lnTo>
                  <a:pt x="1569346" y="574369"/>
                </a:lnTo>
                <a:lnTo>
                  <a:pt x="1560283" y="563166"/>
                </a:lnTo>
                <a:lnTo>
                  <a:pt x="1551285" y="552043"/>
                </a:lnTo>
                <a:lnTo>
                  <a:pt x="1542280" y="539474"/>
                </a:lnTo>
                <a:lnTo>
                  <a:pt x="1528711" y="522692"/>
                </a:lnTo>
                <a:lnTo>
                  <a:pt x="1522818" y="496233"/>
                </a:lnTo>
                <a:lnTo>
                  <a:pt x="1522942" y="469759"/>
                </a:lnTo>
                <a:lnTo>
                  <a:pt x="1527513" y="465581"/>
                </a:lnTo>
                <a:lnTo>
                  <a:pt x="1533531" y="461382"/>
                </a:lnTo>
                <a:lnTo>
                  <a:pt x="1538096" y="458680"/>
                </a:lnTo>
                <a:lnTo>
                  <a:pt x="1545640" y="455868"/>
                </a:lnTo>
                <a:lnTo>
                  <a:pt x="1554703" y="455919"/>
                </a:lnTo>
                <a:lnTo>
                  <a:pt x="1565292" y="457314"/>
                </a:lnTo>
                <a:lnTo>
                  <a:pt x="1575882" y="458768"/>
                </a:lnTo>
                <a:lnTo>
                  <a:pt x="1586464" y="460162"/>
                </a:lnTo>
                <a:lnTo>
                  <a:pt x="1588940" y="460951"/>
                </a:lnTo>
                <a:lnTo>
                  <a:pt x="1591029" y="461608"/>
                </a:lnTo>
                <a:lnTo>
                  <a:pt x="1595593" y="462989"/>
                </a:lnTo>
                <a:lnTo>
                  <a:pt x="1600099" y="462974"/>
                </a:lnTo>
                <a:lnTo>
                  <a:pt x="1606117" y="463054"/>
                </a:lnTo>
                <a:lnTo>
                  <a:pt x="1613727" y="461645"/>
                </a:lnTo>
                <a:lnTo>
                  <a:pt x="1622790" y="458914"/>
                </a:lnTo>
                <a:lnTo>
                  <a:pt x="1631926" y="457519"/>
                </a:lnTo>
                <a:lnTo>
                  <a:pt x="1640924" y="456190"/>
                </a:lnTo>
                <a:lnTo>
                  <a:pt x="1648533" y="458994"/>
                </a:lnTo>
                <a:lnTo>
                  <a:pt x="1657597" y="463193"/>
                </a:lnTo>
                <a:lnTo>
                  <a:pt x="1666594" y="467407"/>
                </a:lnTo>
                <a:lnTo>
                  <a:pt x="1675723" y="471606"/>
                </a:lnTo>
                <a:lnTo>
                  <a:pt x="1680229" y="474367"/>
                </a:lnTo>
                <a:lnTo>
                  <a:pt x="1686247" y="477223"/>
                </a:lnTo>
                <a:lnTo>
                  <a:pt x="1692338" y="480005"/>
                </a:lnTo>
                <a:lnTo>
                  <a:pt x="1698290" y="480005"/>
                </a:lnTo>
                <a:lnTo>
                  <a:pt x="1707426" y="480071"/>
                </a:lnTo>
                <a:lnTo>
                  <a:pt x="1716489" y="478676"/>
                </a:lnTo>
                <a:lnTo>
                  <a:pt x="1725560" y="477347"/>
                </a:lnTo>
                <a:lnTo>
                  <a:pt x="1736142" y="474586"/>
                </a:lnTo>
                <a:lnTo>
                  <a:pt x="1745205" y="474572"/>
                </a:lnTo>
                <a:lnTo>
                  <a:pt x="1754400" y="471869"/>
                </a:lnTo>
                <a:lnTo>
                  <a:pt x="1761878" y="470504"/>
                </a:lnTo>
                <a:lnTo>
                  <a:pt x="1769554" y="464939"/>
                </a:lnTo>
                <a:lnTo>
                  <a:pt x="1772533" y="458001"/>
                </a:lnTo>
                <a:lnTo>
                  <a:pt x="1775571" y="449602"/>
                </a:lnTo>
                <a:lnTo>
                  <a:pt x="1775637" y="439831"/>
                </a:lnTo>
                <a:lnTo>
                  <a:pt x="1777222" y="428723"/>
                </a:lnTo>
                <a:lnTo>
                  <a:pt x="1777288" y="418958"/>
                </a:lnTo>
                <a:lnTo>
                  <a:pt x="1778807" y="407850"/>
                </a:lnTo>
                <a:lnTo>
                  <a:pt x="1778865" y="396706"/>
                </a:lnTo>
                <a:lnTo>
                  <a:pt x="1777412" y="385546"/>
                </a:lnTo>
                <a:lnTo>
                  <a:pt x="1772971" y="375804"/>
                </a:lnTo>
                <a:lnTo>
                  <a:pt x="1769495" y="367135"/>
                </a:lnTo>
                <a:lnTo>
                  <a:pt x="1769386" y="366858"/>
                </a:lnTo>
                <a:lnTo>
                  <a:pt x="1768473" y="364594"/>
                </a:lnTo>
                <a:lnTo>
                  <a:pt x="1762455" y="354837"/>
                </a:lnTo>
                <a:lnTo>
                  <a:pt x="1756430" y="343678"/>
                </a:lnTo>
                <a:lnTo>
                  <a:pt x="1750405" y="338135"/>
                </a:lnTo>
                <a:lnTo>
                  <a:pt x="1745906" y="331153"/>
                </a:lnTo>
                <a:lnTo>
                  <a:pt x="1741466" y="324171"/>
                </a:lnTo>
                <a:lnTo>
                  <a:pt x="1738420" y="315758"/>
                </a:lnTo>
                <a:lnTo>
                  <a:pt x="1735448" y="307410"/>
                </a:lnTo>
                <a:lnTo>
                  <a:pt x="1733987" y="297639"/>
                </a:lnTo>
                <a:lnTo>
                  <a:pt x="1730942" y="289299"/>
                </a:lnTo>
                <a:lnTo>
                  <a:pt x="1730051" y="283033"/>
                </a:lnTo>
                <a:lnTo>
                  <a:pt x="1729547" y="279520"/>
                </a:lnTo>
                <a:lnTo>
                  <a:pt x="1722010" y="269726"/>
                </a:lnTo>
                <a:lnTo>
                  <a:pt x="1715985" y="259962"/>
                </a:lnTo>
                <a:lnTo>
                  <a:pt x="1709960" y="251578"/>
                </a:lnTo>
                <a:lnTo>
                  <a:pt x="1704001" y="240419"/>
                </a:lnTo>
                <a:lnTo>
                  <a:pt x="1701021" y="237614"/>
                </a:lnTo>
                <a:lnTo>
                  <a:pt x="1701021" y="233466"/>
                </a:lnTo>
                <a:lnTo>
                  <a:pt x="1701021" y="229311"/>
                </a:lnTo>
                <a:lnTo>
                  <a:pt x="1702547" y="225111"/>
                </a:lnTo>
                <a:lnTo>
                  <a:pt x="1704059" y="223746"/>
                </a:lnTo>
                <a:lnTo>
                  <a:pt x="1707112" y="220963"/>
                </a:lnTo>
                <a:lnTo>
                  <a:pt x="1710150" y="219546"/>
                </a:lnTo>
                <a:lnTo>
                  <a:pt x="1714714" y="218217"/>
                </a:lnTo>
                <a:lnTo>
                  <a:pt x="1731387" y="216852"/>
                </a:lnTo>
                <a:lnTo>
                  <a:pt x="1745300" y="216888"/>
                </a:lnTo>
                <a:lnTo>
                  <a:pt x="1747995" y="216888"/>
                </a:lnTo>
                <a:lnTo>
                  <a:pt x="1766128" y="215603"/>
                </a:lnTo>
                <a:lnTo>
                  <a:pt x="1779690" y="214624"/>
                </a:lnTo>
                <a:lnTo>
                  <a:pt x="1785080" y="214157"/>
                </a:lnTo>
                <a:lnTo>
                  <a:pt x="1795100" y="212893"/>
                </a:lnTo>
                <a:lnTo>
                  <a:pt x="1798963" y="211192"/>
                </a:lnTo>
                <a:lnTo>
                  <a:pt x="1803403" y="209563"/>
                </a:lnTo>
                <a:lnTo>
                  <a:pt x="1808275" y="207723"/>
                </a:lnTo>
                <a:lnTo>
                  <a:pt x="1810247" y="206985"/>
                </a:lnTo>
                <a:lnTo>
                  <a:pt x="1815578" y="204875"/>
                </a:lnTo>
                <a:lnTo>
                  <a:pt x="1826795" y="199090"/>
                </a:lnTo>
                <a:lnTo>
                  <a:pt x="1829841" y="194840"/>
                </a:lnTo>
                <a:lnTo>
                  <a:pt x="1831908" y="191174"/>
                </a:lnTo>
                <a:lnTo>
                  <a:pt x="1831937" y="191101"/>
                </a:lnTo>
                <a:lnTo>
                  <a:pt x="1832017" y="190977"/>
                </a:lnTo>
                <a:lnTo>
                  <a:pt x="1833010" y="189217"/>
                </a:lnTo>
                <a:lnTo>
                  <a:pt x="1835866" y="185098"/>
                </a:lnTo>
                <a:lnTo>
                  <a:pt x="1840489" y="179635"/>
                </a:lnTo>
                <a:lnTo>
                  <a:pt x="1849939" y="175282"/>
                </a:lnTo>
                <a:lnTo>
                  <a:pt x="1858688" y="171287"/>
                </a:lnTo>
                <a:lnTo>
                  <a:pt x="1869278" y="168534"/>
                </a:lnTo>
                <a:lnTo>
                  <a:pt x="1879027" y="166321"/>
                </a:lnTo>
                <a:lnTo>
                  <a:pt x="1881386" y="165795"/>
                </a:lnTo>
                <a:lnTo>
                  <a:pt x="1892034" y="165869"/>
                </a:lnTo>
                <a:lnTo>
                  <a:pt x="1902551" y="167263"/>
                </a:lnTo>
                <a:lnTo>
                  <a:pt x="1950927" y="177371"/>
                </a:lnTo>
                <a:lnTo>
                  <a:pt x="1977678" y="143857"/>
                </a:lnTo>
                <a:lnTo>
                  <a:pt x="1984207" y="135648"/>
                </a:lnTo>
                <a:lnTo>
                  <a:pt x="1984273" y="131493"/>
                </a:lnTo>
                <a:lnTo>
                  <a:pt x="1982754" y="125862"/>
                </a:lnTo>
                <a:lnTo>
                  <a:pt x="1981293" y="118924"/>
                </a:lnTo>
                <a:lnTo>
                  <a:pt x="1976787" y="110540"/>
                </a:lnTo>
                <a:lnTo>
                  <a:pt x="1973873" y="102127"/>
                </a:lnTo>
                <a:lnTo>
                  <a:pt x="1970893" y="95152"/>
                </a:lnTo>
                <a:lnTo>
                  <a:pt x="1952263" y="93706"/>
                </a:lnTo>
                <a:lnTo>
                  <a:pt x="1951430" y="86374"/>
                </a:lnTo>
                <a:lnTo>
                  <a:pt x="1957616" y="80466"/>
                </a:lnTo>
                <a:lnTo>
                  <a:pt x="2005948" y="34295"/>
                </a:lnTo>
                <a:lnTo>
                  <a:pt x="2010264" y="52393"/>
                </a:lnTo>
                <a:lnTo>
                  <a:pt x="2011725" y="52217"/>
                </a:lnTo>
                <a:lnTo>
                  <a:pt x="2011937" y="53028"/>
                </a:lnTo>
                <a:lnTo>
                  <a:pt x="2014325" y="62040"/>
                </a:lnTo>
                <a:lnTo>
                  <a:pt x="2087422" y="58147"/>
                </a:lnTo>
                <a:lnTo>
                  <a:pt x="2092045" y="47938"/>
                </a:lnTo>
                <a:lnTo>
                  <a:pt x="2113852" y="0"/>
                </a:lnTo>
                <a:lnTo>
                  <a:pt x="2163236" y="47799"/>
                </a:lnTo>
                <a:lnTo>
                  <a:pt x="2204827" y="76230"/>
                </a:lnTo>
                <a:lnTo>
                  <a:pt x="2208814" y="78494"/>
                </a:lnTo>
                <a:lnTo>
                  <a:pt x="2230461" y="81539"/>
                </a:lnTo>
                <a:lnTo>
                  <a:pt x="2247112" y="83876"/>
                </a:lnTo>
                <a:lnTo>
                  <a:pt x="2266254" y="103412"/>
                </a:lnTo>
                <a:lnTo>
                  <a:pt x="2274944" y="112322"/>
                </a:lnTo>
                <a:lnTo>
                  <a:pt x="2277982" y="116536"/>
                </a:lnTo>
                <a:lnTo>
                  <a:pt x="2280896" y="120750"/>
                </a:lnTo>
                <a:lnTo>
                  <a:pt x="2279377" y="129097"/>
                </a:lnTo>
                <a:lnTo>
                  <a:pt x="2277851" y="136057"/>
                </a:lnTo>
                <a:lnTo>
                  <a:pt x="2274813" y="142995"/>
                </a:lnTo>
                <a:lnTo>
                  <a:pt x="2274747" y="149926"/>
                </a:lnTo>
                <a:lnTo>
                  <a:pt x="2274689" y="159675"/>
                </a:lnTo>
                <a:lnTo>
                  <a:pt x="2276200" y="169469"/>
                </a:lnTo>
                <a:lnTo>
                  <a:pt x="2279122" y="179211"/>
                </a:lnTo>
                <a:lnTo>
                  <a:pt x="2283620" y="186208"/>
                </a:lnTo>
                <a:lnTo>
                  <a:pt x="2288126" y="191817"/>
                </a:lnTo>
                <a:lnTo>
                  <a:pt x="2294151" y="197455"/>
                </a:lnTo>
                <a:lnTo>
                  <a:pt x="2300169" y="200230"/>
                </a:lnTo>
                <a:lnTo>
                  <a:pt x="2309240" y="201683"/>
                </a:lnTo>
                <a:lnTo>
                  <a:pt x="2319756" y="203085"/>
                </a:lnTo>
                <a:lnTo>
                  <a:pt x="2331865" y="203195"/>
                </a:lnTo>
                <a:lnTo>
                  <a:pt x="2342454" y="203202"/>
                </a:lnTo>
                <a:lnTo>
                  <a:pt x="2354497" y="203246"/>
                </a:lnTo>
                <a:lnTo>
                  <a:pt x="2357543" y="204670"/>
                </a:lnTo>
                <a:lnTo>
                  <a:pt x="2362041" y="207431"/>
                </a:lnTo>
                <a:lnTo>
                  <a:pt x="2365087" y="210235"/>
                </a:lnTo>
                <a:lnTo>
                  <a:pt x="2368066" y="213054"/>
                </a:lnTo>
                <a:lnTo>
                  <a:pt x="2369520" y="224228"/>
                </a:lnTo>
                <a:lnTo>
                  <a:pt x="2370988" y="233919"/>
                </a:lnTo>
                <a:lnTo>
                  <a:pt x="2372441" y="245078"/>
                </a:lnTo>
                <a:lnTo>
                  <a:pt x="2376940" y="253462"/>
                </a:lnTo>
                <a:lnTo>
                  <a:pt x="2381438" y="259078"/>
                </a:lnTo>
                <a:lnTo>
                  <a:pt x="2388982" y="261883"/>
                </a:lnTo>
                <a:lnTo>
                  <a:pt x="2396468" y="264687"/>
                </a:lnTo>
                <a:lnTo>
                  <a:pt x="2405590" y="266126"/>
                </a:lnTo>
                <a:lnTo>
                  <a:pt x="2416179" y="267594"/>
                </a:lnTo>
                <a:lnTo>
                  <a:pt x="2426769" y="268981"/>
                </a:lnTo>
                <a:lnTo>
                  <a:pt x="2437300" y="270442"/>
                </a:lnTo>
                <a:lnTo>
                  <a:pt x="2446363" y="273261"/>
                </a:lnTo>
                <a:lnTo>
                  <a:pt x="2458406" y="285830"/>
                </a:lnTo>
                <a:lnTo>
                  <a:pt x="2468930" y="298435"/>
                </a:lnTo>
                <a:lnTo>
                  <a:pt x="2477861" y="315181"/>
                </a:lnTo>
                <a:lnTo>
                  <a:pt x="2478219" y="316262"/>
                </a:lnTo>
                <a:lnTo>
                  <a:pt x="2483828" y="333249"/>
                </a:lnTo>
                <a:lnTo>
                  <a:pt x="2486852" y="344583"/>
                </a:lnTo>
                <a:lnTo>
                  <a:pt x="2489787" y="355611"/>
                </a:lnTo>
                <a:lnTo>
                  <a:pt x="2494220" y="376520"/>
                </a:lnTo>
                <a:lnTo>
                  <a:pt x="2494644" y="378689"/>
                </a:lnTo>
                <a:lnTo>
                  <a:pt x="2498595" y="398787"/>
                </a:lnTo>
                <a:lnTo>
                  <a:pt x="2504554" y="419703"/>
                </a:lnTo>
                <a:lnTo>
                  <a:pt x="2506015" y="430862"/>
                </a:lnTo>
                <a:lnTo>
                  <a:pt x="2507468" y="440641"/>
                </a:lnTo>
                <a:lnTo>
                  <a:pt x="2508995" y="450354"/>
                </a:lnTo>
                <a:lnTo>
                  <a:pt x="2508929" y="460126"/>
                </a:lnTo>
                <a:lnTo>
                  <a:pt x="2505759" y="481027"/>
                </a:lnTo>
                <a:lnTo>
                  <a:pt x="2503839" y="493947"/>
                </a:lnTo>
                <a:lnTo>
                  <a:pt x="2503160" y="498445"/>
                </a:lnTo>
                <a:lnTo>
                  <a:pt x="2502648" y="501893"/>
                </a:lnTo>
                <a:lnTo>
                  <a:pt x="2498018" y="521348"/>
                </a:lnTo>
                <a:lnTo>
                  <a:pt x="2491810" y="539438"/>
                </a:lnTo>
                <a:lnTo>
                  <a:pt x="2488385" y="561676"/>
                </a:lnTo>
                <a:lnTo>
                  <a:pt x="2484135" y="563202"/>
                </a:lnTo>
                <a:lnTo>
                  <a:pt x="2481250" y="564239"/>
                </a:lnTo>
                <a:lnTo>
                  <a:pt x="2469047" y="568621"/>
                </a:lnTo>
                <a:lnTo>
                  <a:pt x="2467469" y="572806"/>
                </a:lnTo>
                <a:lnTo>
                  <a:pt x="2469054" y="579926"/>
                </a:lnTo>
                <a:lnTo>
                  <a:pt x="2474064" y="602690"/>
                </a:lnTo>
                <a:lnTo>
                  <a:pt x="2473984" y="602844"/>
                </a:lnTo>
                <a:lnTo>
                  <a:pt x="2474130" y="602968"/>
                </a:lnTo>
                <a:lnTo>
                  <a:pt x="2474268" y="603618"/>
                </a:lnTo>
                <a:lnTo>
                  <a:pt x="2474349" y="603764"/>
                </a:lnTo>
                <a:lnTo>
                  <a:pt x="2474334" y="603917"/>
                </a:lnTo>
                <a:lnTo>
                  <a:pt x="2480147" y="630303"/>
                </a:lnTo>
                <a:lnTo>
                  <a:pt x="2478110" y="655725"/>
                </a:lnTo>
                <a:lnTo>
                  <a:pt x="2475897" y="683258"/>
                </a:lnTo>
                <a:lnTo>
                  <a:pt x="2494754" y="698609"/>
                </a:lnTo>
                <a:lnTo>
                  <a:pt x="2495601" y="699311"/>
                </a:lnTo>
                <a:lnTo>
                  <a:pt x="2514457" y="714669"/>
                </a:lnTo>
                <a:lnTo>
                  <a:pt x="2526230" y="724258"/>
                </a:lnTo>
                <a:lnTo>
                  <a:pt x="2543349" y="724974"/>
                </a:lnTo>
                <a:lnTo>
                  <a:pt x="2543524" y="724718"/>
                </a:lnTo>
                <a:lnTo>
                  <a:pt x="2543801" y="724996"/>
                </a:lnTo>
                <a:lnTo>
                  <a:pt x="2575555" y="726317"/>
                </a:lnTo>
                <a:lnTo>
                  <a:pt x="2577074" y="729107"/>
                </a:lnTo>
                <a:lnTo>
                  <a:pt x="2584619" y="743049"/>
                </a:lnTo>
                <a:lnTo>
                  <a:pt x="2591213" y="752338"/>
                </a:lnTo>
                <a:lnTo>
                  <a:pt x="2593623" y="755625"/>
                </a:lnTo>
                <a:lnTo>
                  <a:pt x="2604147" y="766784"/>
                </a:lnTo>
                <a:lnTo>
                  <a:pt x="2613145" y="776578"/>
                </a:lnTo>
                <a:lnTo>
                  <a:pt x="2618067" y="779981"/>
                </a:lnTo>
                <a:lnTo>
                  <a:pt x="2625253" y="784962"/>
                </a:lnTo>
                <a:lnTo>
                  <a:pt x="2637296" y="793367"/>
                </a:lnTo>
                <a:lnTo>
                  <a:pt x="2649412" y="801759"/>
                </a:lnTo>
                <a:lnTo>
                  <a:pt x="2657080" y="807623"/>
                </a:lnTo>
                <a:lnTo>
                  <a:pt x="2670518" y="821265"/>
                </a:lnTo>
                <a:lnTo>
                  <a:pt x="2672329" y="822967"/>
                </a:lnTo>
                <a:lnTo>
                  <a:pt x="2676543" y="826896"/>
                </a:lnTo>
                <a:lnTo>
                  <a:pt x="2680786" y="840392"/>
                </a:lnTo>
                <a:lnTo>
                  <a:pt x="2686117" y="849287"/>
                </a:lnTo>
                <a:lnTo>
                  <a:pt x="2688710" y="854728"/>
                </a:lnTo>
                <a:lnTo>
                  <a:pt x="2694932" y="867392"/>
                </a:lnTo>
                <a:lnTo>
                  <a:pt x="2702856" y="882130"/>
                </a:lnTo>
                <a:lnTo>
                  <a:pt x="2706522" y="892383"/>
                </a:lnTo>
                <a:lnTo>
                  <a:pt x="2706464" y="906281"/>
                </a:lnTo>
                <a:lnTo>
                  <a:pt x="2706376" y="916162"/>
                </a:lnTo>
                <a:lnTo>
                  <a:pt x="2706340" y="920201"/>
                </a:lnTo>
                <a:lnTo>
                  <a:pt x="2706274" y="932777"/>
                </a:lnTo>
                <a:lnTo>
                  <a:pt x="2701461" y="945367"/>
                </a:lnTo>
                <a:lnTo>
                  <a:pt x="2699489" y="954562"/>
                </a:lnTo>
                <a:lnTo>
                  <a:pt x="2699497" y="956147"/>
                </a:lnTo>
                <a:lnTo>
                  <a:pt x="2703930" y="975975"/>
                </a:lnTo>
                <a:lnTo>
                  <a:pt x="2707348" y="991326"/>
                </a:lnTo>
                <a:lnTo>
                  <a:pt x="2708092" y="994671"/>
                </a:lnTo>
                <a:lnTo>
                  <a:pt x="2709823" y="1002485"/>
                </a:lnTo>
                <a:lnTo>
                  <a:pt x="2705368" y="1009175"/>
                </a:lnTo>
                <a:lnTo>
                  <a:pt x="2695889" y="1023394"/>
                </a:lnTo>
                <a:lnTo>
                  <a:pt x="2693910" y="1026366"/>
                </a:lnTo>
                <a:lnTo>
                  <a:pt x="2692391" y="1028616"/>
                </a:lnTo>
                <a:lnTo>
                  <a:pt x="2653538" y="1045179"/>
                </a:lnTo>
                <a:lnTo>
                  <a:pt x="2625319" y="1057207"/>
                </a:lnTo>
                <a:lnTo>
                  <a:pt x="2624625" y="1057149"/>
                </a:lnTo>
                <a:lnTo>
                  <a:pt x="2619359" y="1061976"/>
                </a:lnTo>
                <a:lnTo>
                  <a:pt x="2613210" y="1067490"/>
                </a:lnTo>
                <a:lnTo>
                  <a:pt x="2603242" y="1075604"/>
                </a:lnTo>
                <a:lnTo>
                  <a:pt x="2599583" y="1078591"/>
                </a:lnTo>
                <a:lnTo>
                  <a:pt x="2587408" y="1089699"/>
                </a:lnTo>
                <a:lnTo>
                  <a:pt x="2577783" y="1099624"/>
                </a:lnTo>
                <a:lnTo>
                  <a:pt x="2564652" y="1113317"/>
                </a:lnTo>
                <a:lnTo>
                  <a:pt x="2550958" y="1134138"/>
                </a:lnTo>
                <a:lnTo>
                  <a:pt x="2547884" y="1142581"/>
                </a:lnTo>
                <a:lnTo>
                  <a:pt x="2546394" y="1146663"/>
                </a:lnTo>
                <a:lnTo>
                  <a:pt x="2544795" y="1160320"/>
                </a:lnTo>
                <a:lnTo>
                  <a:pt x="2544787" y="1161744"/>
                </a:lnTo>
                <a:lnTo>
                  <a:pt x="2544670" y="1186129"/>
                </a:lnTo>
                <a:lnTo>
                  <a:pt x="2544663" y="1187546"/>
                </a:lnTo>
                <a:lnTo>
                  <a:pt x="2544663" y="1188554"/>
                </a:lnTo>
                <a:lnTo>
                  <a:pt x="2544656" y="1189971"/>
                </a:lnTo>
                <a:lnTo>
                  <a:pt x="2544583" y="1206994"/>
                </a:lnTo>
                <a:lnTo>
                  <a:pt x="2544576" y="1208411"/>
                </a:lnTo>
                <a:lnTo>
                  <a:pt x="2544554" y="1213421"/>
                </a:lnTo>
                <a:lnTo>
                  <a:pt x="2545744" y="1215619"/>
                </a:lnTo>
                <a:lnTo>
                  <a:pt x="2546416" y="1216868"/>
                </a:lnTo>
                <a:lnTo>
                  <a:pt x="2547475" y="1218833"/>
                </a:lnTo>
                <a:lnTo>
                  <a:pt x="2547760" y="1219344"/>
                </a:lnTo>
                <a:lnTo>
                  <a:pt x="2547825" y="1219454"/>
                </a:lnTo>
                <a:lnTo>
                  <a:pt x="2548154" y="1220074"/>
                </a:lnTo>
                <a:lnTo>
                  <a:pt x="2548724" y="1221141"/>
                </a:lnTo>
                <a:lnTo>
                  <a:pt x="2556596" y="1235710"/>
                </a:lnTo>
                <a:lnTo>
                  <a:pt x="2557816" y="1236316"/>
                </a:lnTo>
                <a:lnTo>
                  <a:pt x="2559094" y="1236945"/>
                </a:lnTo>
                <a:lnTo>
                  <a:pt x="2582267" y="1248359"/>
                </a:lnTo>
                <a:lnTo>
                  <a:pt x="2589855" y="1248381"/>
                </a:lnTo>
                <a:lnTo>
                  <a:pt x="2591279" y="1248381"/>
                </a:lnTo>
                <a:lnTo>
                  <a:pt x="2604761" y="1248410"/>
                </a:lnTo>
                <a:lnTo>
                  <a:pt x="2606177" y="1248410"/>
                </a:lnTo>
                <a:lnTo>
                  <a:pt x="2609683" y="1248425"/>
                </a:lnTo>
                <a:lnTo>
                  <a:pt x="2611100" y="1248425"/>
                </a:lnTo>
                <a:lnTo>
                  <a:pt x="2612787" y="1248425"/>
                </a:lnTo>
                <a:lnTo>
                  <a:pt x="2614203" y="1248432"/>
                </a:lnTo>
                <a:lnTo>
                  <a:pt x="2619995" y="1248440"/>
                </a:lnTo>
                <a:lnTo>
                  <a:pt x="2620550" y="1248447"/>
                </a:lnTo>
                <a:lnTo>
                  <a:pt x="2621419" y="1248447"/>
                </a:lnTo>
                <a:lnTo>
                  <a:pt x="2621974" y="1248447"/>
                </a:lnTo>
                <a:lnTo>
                  <a:pt x="2624282" y="1248454"/>
                </a:lnTo>
                <a:lnTo>
                  <a:pt x="2625589" y="1248454"/>
                </a:lnTo>
                <a:lnTo>
                  <a:pt x="2625706" y="1248454"/>
                </a:lnTo>
                <a:lnTo>
                  <a:pt x="2627006" y="1248454"/>
                </a:lnTo>
                <a:lnTo>
                  <a:pt x="2629343" y="1248462"/>
                </a:lnTo>
                <a:lnTo>
                  <a:pt x="2629781" y="1248462"/>
                </a:lnTo>
                <a:lnTo>
                  <a:pt x="2630760" y="1248469"/>
                </a:lnTo>
                <a:lnTo>
                  <a:pt x="2631198" y="1248462"/>
                </a:lnTo>
                <a:lnTo>
                  <a:pt x="2659797" y="1248527"/>
                </a:lnTo>
                <a:lnTo>
                  <a:pt x="2660702" y="1248527"/>
                </a:lnTo>
                <a:lnTo>
                  <a:pt x="2661214" y="1248535"/>
                </a:lnTo>
                <a:lnTo>
                  <a:pt x="2662119" y="1248527"/>
                </a:lnTo>
                <a:lnTo>
                  <a:pt x="2664800" y="1248535"/>
                </a:lnTo>
                <a:lnTo>
                  <a:pt x="2665449" y="1248542"/>
                </a:lnTo>
                <a:lnTo>
                  <a:pt x="2666209" y="1248608"/>
                </a:lnTo>
                <a:lnTo>
                  <a:pt x="2682159" y="1250112"/>
                </a:lnTo>
                <a:lnTo>
                  <a:pt x="2683561" y="1250251"/>
                </a:lnTo>
                <a:lnTo>
                  <a:pt x="2697306" y="1251543"/>
                </a:lnTo>
                <a:lnTo>
                  <a:pt x="2698708" y="1251668"/>
                </a:lnTo>
                <a:lnTo>
                  <a:pt x="2700921" y="1251879"/>
                </a:lnTo>
                <a:lnTo>
                  <a:pt x="2701344" y="1251923"/>
                </a:lnTo>
                <a:lnTo>
                  <a:pt x="2702323" y="1252011"/>
                </a:lnTo>
                <a:lnTo>
                  <a:pt x="2702754" y="1252047"/>
                </a:lnTo>
                <a:lnTo>
                  <a:pt x="2724904" y="1254143"/>
                </a:lnTo>
                <a:lnTo>
                  <a:pt x="2725992" y="1254238"/>
                </a:lnTo>
                <a:lnTo>
                  <a:pt x="2726219" y="1254574"/>
                </a:lnTo>
                <a:lnTo>
                  <a:pt x="2729578" y="1259570"/>
                </a:lnTo>
                <a:lnTo>
                  <a:pt x="2729797" y="1259891"/>
                </a:lnTo>
                <a:lnTo>
                  <a:pt x="2733405" y="1265237"/>
                </a:lnTo>
                <a:lnTo>
                  <a:pt x="2731886" y="1300204"/>
                </a:lnTo>
                <a:lnTo>
                  <a:pt x="2730550" y="1311736"/>
                </a:lnTo>
                <a:lnTo>
                  <a:pt x="2729447" y="1321317"/>
                </a:lnTo>
                <a:lnTo>
                  <a:pt x="2726913" y="1343256"/>
                </a:lnTo>
                <a:lnTo>
                  <a:pt x="2725605" y="1354474"/>
                </a:lnTo>
                <a:lnTo>
                  <a:pt x="2717871" y="1394721"/>
                </a:lnTo>
                <a:lnTo>
                  <a:pt x="2711788" y="1405851"/>
                </a:lnTo>
                <a:lnTo>
                  <a:pt x="2694027" y="1405807"/>
                </a:lnTo>
                <a:lnTo>
                  <a:pt x="2667918" y="1405742"/>
                </a:lnTo>
                <a:lnTo>
                  <a:pt x="2668867" y="1409276"/>
                </a:lnTo>
                <a:lnTo>
                  <a:pt x="2672577" y="1423028"/>
                </a:lnTo>
                <a:lnTo>
                  <a:pt x="2673483" y="1435458"/>
                </a:lnTo>
                <a:lnTo>
                  <a:pt x="2674739" y="1436247"/>
                </a:lnTo>
                <a:lnTo>
                  <a:pt x="2671811" y="1441169"/>
                </a:lnTo>
                <a:lnTo>
                  <a:pt x="2671080" y="1442396"/>
                </a:lnTo>
                <a:lnTo>
                  <a:pt x="2670554" y="1443280"/>
                </a:lnTo>
                <a:lnTo>
                  <a:pt x="2665610" y="1445018"/>
                </a:lnTo>
                <a:lnTo>
                  <a:pt x="2667253" y="1448647"/>
                </a:lnTo>
                <a:lnTo>
                  <a:pt x="2668787" y="1452146"/>
                </a:lnTo>
                <a:lnTo>
                  <a:pt x="2670160" y="1454548"/>
                </a:lnTo>
                <a:lnTo>
                  <a:pt x="2674498" y="1461800"/>
                </a:lnTo>
                <a:lnTo>
                  <a:pt x="2681619" y="1471572"/>
                </a:lnTo>
                <a:lnTo>
                  <a:pt x="2681582" y="1475968"/>
                </a:lnTo>
                <a:lnTo>
                  <a:pt x="2677923" y="1484659"/>
                </a:lnTo>
                <a:lnTo>
                  <a:pt x="2671321" y="1484688"/>
                </a:lnTo>
                <a:lnTo>
                  <a:pt x="2669510" y="1480730"/>
                </a:lnTo>
                <a:lnTo>
                  <a:pt x="2656598" y="1484645"/>
                </a:lnTo>
                <a:lnTo>
                  <a:pt x="2658059" y="1494548"/>
                </a:lnTo>
                <a:lnTo>
                  <a:pt x="2677025" y="1499309"/>
                </a:lnTo>
                <a:lnTo>
                  <a:pt x="2678559" y="1500281"/>
                </a:lnTo>
                <a:lnTo>
                  <a:pt x="2680005" y="1501171"/>
                </a:lnTo>
                <a:lnTo>
                  <a:pt x="2682948" y="1502764"/>
                </a:lnTo>
                <a:lnTo>
                  <a:pt x="2685234" y="1503764"/>
                </a:lnTo>
                <a:lnTo>
                  <a:pt x="2686979" y="1505400"/>
                </a:lnTo>
                <a:lnTo>
                  <a:pt x="2687892" y="1506481"/>
                </a:lnTo>
                <a:lnTo>
                  <a:pt x="2688849" y="1507759"/>
                </a:lnTo>
                <a:lnTo>
                  <a:pt x="2690426" y="1509490"/>
                </a:lnTo>
                <a:lnTo>
                  <a:pt x="2692332" y="1520715"/>
                </a:lnTo>
                <a:lnTo>
                  <a:pt x="2695955" y="1542047"/>
                </a:lnTo>
                <a:lnTo>
                  <a:pt x="2699467" y="1562744"/>
                </a:lnTo>
                <a:lnTo>
                  <a:pt x="2699708" y="1564146"/>
                </a:lnTo>
                <a:lnTo>
                  <a:pt x="2700307" y="1567681"/>
                </a:lnTo>
                <a:lnTo>
                  <a:pt x="2727380" y="1568433"/>
                </a:lnTo>
                <a:lnTo>
                  <a:pt x="2733909" y="1568214"/>
                </a:lnTo>
                <a:lnTo>
                  <a:pt x="2742030" y="1566754"/>
                </a:lnTo>
                <a:lnTo>
                  <a:pt x="2751290" y="1562635"/>
                </a:lnTo>
                <a:lnTo>
                  <a:pt x="2754394" y="1561254"/>
                </a:lnTo>
                <a:lnTo>
                  <a:pt x="2756351" y="1560385"/>
                </a:lnTo>
                <a:lnTo>
                  <a:pt x="2758572" y="1562328"/>
                </a:lnTo>
                <a:lnTo>
                  <a:pt x="2761675" y="1566461"/>
                </a:lnTo>
                <a:lnTo>
                  <a:pt x="2762946" y="1570193"/>
                </a:lnTo>
                <a:lnTo>
                  <a:pt x="2763136" y="1575043"/>
                </a:lnTo>
                <a:lnTo>
                  <a:pt x="2760346" y="1588875"/>
                </a:lnTo>
                <a:lnTo>
                  <a:pt x="2759273" y="1590584"/>
                </a:lnTo>
                <a:lnTo>
                  <a:pt x="2757367" y="1591891"/>
                </a:lnTo>
                <a:lnTo>
                  <a:pt x="2752422" y="1594140"/>
                </a:lnTo>
                <a:lnTo>
                  <a:pt x="2742154" y="1595024"/>
                </a:lnTo>
                <a:lnTo>
                  <a:pt x="2736575" y="1596908"/>
                </a:lnTo>
                <a:lnTo>
                  <a:pt x="2735056" y="1598376"/>
                </a:lnTo>
                <a:lnTo>
                  <a:pt x="2734479" y="1600560"/>
                </a:lnTo>
                <a:lnTo>
                  <a:pt x="2734931" y="1605278"/>
                </a:lnTo>
                <a:lnTo>
                  <a:pt x="2737648" y="1607454"/>
                </a:lnTo>
                <a:lnTo>
                  <a:pt x="2737904" y="1611916"/>
                </a:lnTo>
                <a:lnTo>
                  <a:pt x="2737970" y="1613326"/>
                </a:lnTo>
                <a:lnTo>
                  <a:pt x="2737758" y="1618701"/>
                </a:lnTo>
                <a:lnTo>
                  <a:pt x="2737714" y="1618766"/>
                </a:lnTo>
                <a:lnTo>
                  <a:pt x="2737458" y="1619183"/>
                </a:lnTo>
                <a:lnTo>
                  <a:pt x="2737393" y="1619314"/>
                </a:lnTo>
                <a:lnTo>
                  <a:pt x="2736940" y="1620059"/>
                </a:lnTo>
                <a:lnTo>
                  <a:pt x="2736896" y="1620117"/>
                </a:lnTo>
                <a:lnTo>
                  <a:pt x="2736567" y="1620665"/>
                </a:lnTo>
                <a:lnTo>
                  <a:pt x="2729096" y="1631131"/>
                </a:lnTo>
                <a:lnTo>
                  <a:pt x="2728461" y="1634161"/>
                </a:lnTo>
                <a:lnTo>
                  <a:pt x="2729286" y="1635790"/>
                </a:lnTo>
                <a:lnTo>
                  <a:pt x="2736764" y="1642319"/>
                </a:lnTo>
                <a:lnTo>
                  <a:pt x="2737079" y="1644999"/>
                </a:lnTo>
                <a:lnTo>
                  <a:pt x="2734354" y="1649213"/>
                </a:lnTo>
                <a:lnTo>
                  <a:pt x="2732193" y="1650542"/>
                </a:lnTo>
                <a:lnTo>
                  <a:pt x="2716287" y="1656728"/>
                </a:lnTo>
                <a:lnTo>
                  <a:pt x="2710897" y="1660927"/>
                </a:lnTo>
                <a:lnTo>
                  <a:pt x="2708677" y="1666010"/>
                </a:lnTo>
                <a:lnTo>
                  <a:pt x="2708173" y="1669406"/>
                </a:lnTo>
                <a:lnTo>
                  <a:pt x="2708553" y="1670611"/>
                </a:lnTo>
                <a:lnTo>
                  <a:pt x="2711342" y="1673576"/>
                </a:lnTo>
                <a:lnTo>
                  <a:pt x="2713687" y="1674577"/>
                </a:lnTo>
                <a:lnTo>
                  <a:pt x="2716542" y="1674365"/>
                </a:lnTo>
                <a:lnTo>
                  <a:pt x="2712613" y="1681968"/>
                </a:lnTo>
                <a:lnTo>
                  <a:pt x="2710371" y="1683516"/>
                </a:lnTo>
                <a:lnTo>
                  <a:pt x="2710006" y="1683764"/>
                </a:lnTo>
                <a:lnTo>
                  <a:pt x="2709370" y="1684509"/>
                </a:lnTo>
                <a:lnTo>
                  <a:pt x="2707092" y="1686079"/>
                </a:lnTo>
                <a:lnTo>
                  <a:pt x="2701140" y="1685999"/>
                </a:lnTo>
                <a:lnTo>
                  <a:pt x="2691945" y="1683691"/>
                </a:lnTo>
                <a:lnTo>
                  <a:pt x="2681991" y="1683202"/>
                </a:lnTo>
                <a:lnTo>
                  <a:pt x="2680866" y="1683143"/>
                </a:lnTo>
                <a:lnTo>
                  <a:pt x="2680574" y="1683129"/>
                </a:lnTo>
                <a:lnTo>
                  <a:pt x="2679457" y="1683070"/>
                </a:lnTo>
                <a:lnTo>
                  <a:pt x="2664281" y="1682771"/>
                </a:lnTo>
                <a:lnTo>
                  <a:pt x="2605849" y="1681588"/>
                </a:lnTo>
                <a:lnTo>
                  <a:pt x="2594310" y="1683180"/>
                </a:lnTo>
                <a:lnTo>
                  <a:pt x="2584195" y="1688811"/>
                </a:lnTo>
                <a:lnTo>
                  <a:pt x="2580492" y="1690877"/>
                </a:lnTo>
                <a:lnTo>
                  <a:pt x="2562468" y="1702614"/>
                </a:lnTo>
                <a:lnTo>
                  <a:pt x="2558671" y="1705082"/>
                </a:lnTo>
                <a:lnTo>
                  <a:pt x="2537703" y="1718724"/>
                </a:lnTo>
                <a:lnTo>
                  <a:pt x="2534840" y="1720075"/>
                </a:lnTo>
                <a:lnTo>
                  <a:pt x="2525346" y="1724530"/>
                </a:lnTo>
                <a:lnTo>
                  <a:pt x="2519380" y="1727327"/>
                </a:lnTo>
                <a:lnTo>
                  <a:pt x="2510499" y="1728839"/>
                </a:lnTo>
                <a:lnTo>
                  <a:pt x="2504606" y="1729832"/>
                </a:lnTo>
                <a:lnTo>
                  <a:pt x="2481345" y="1728693"/>
                </a:lnTo>
                <a:lnTo>
                  <a:pt x="2475451" y="1729599"/>
                </a:lnTo>
                <a:lnTo>
                  <a:pt x="2473355" y="1732549"/>
                </a:lnTo>
                <a:lnTo>
                  <a:pt x="2473859" y="1735938"/>
                </a:lnTo>
                <a:lnTo>
                  <a:pt x="2486099" y="1749982"/>
                </a:lnTo>
                <a:lnTo>
                  <a:pt x="2486647" y="1751844"/>
                </a:lnTo>
                <a:lnTo>
                  <a:pt x="2487173" y="1753611"/>
                </a:lnTo>
                <a:lnTo>
                  <a:pt x="2485406" y="1759490"/>
                </a:lnTo>
                <a:lnTo>
                  <a:pt x="2481279" y="1765150"/>
                </a:lnTo>
                <a:lnTo>
                  <a:pt x="2479505" y="1773074"/>
                </a:lnTo>
                <a:lnTo>
                  <a:pt x="2477606" y="1781933"/>
                </a:lnTo>
                <a:lnTo>
                  <a:pt x="2476656" y="1787877"/>
                </a:lnTo>
                <a:lnTo>
                  <a:pt x="2479183" y="1799161"/>
                </a:lnTo>
                <a:lnTo>
                  <a:pt x="2487034" y="1813256"/>
                </a:lnTo>
                <a:lnTo>
                  <a:pt x="2498902" y="1834588"/>
                </a:lnTo>
                <a:lnTo>
                  <a:pt x="2512215" y="1846909"/>
                </a:lnTo>
                <a:lnTo>
                  <a:pt x="2525960" y="1857308"/>
                </a:lnTo>
                <a:lnTo>
                  <a:pt x="2529838" y="1860244"/>
                </a:lnTo>
                <a:lnTo>
                  <a:pt x="2544152" y="1866233"/>
                </a:lnTo>
                <a:lnTo>
                  <a:pt x="2554311" y="1870476"/>
                </a:lnTo>
                <a:lnTo>
                  <a:pt x="2575548" y="1874777"/>
                </a:lnTo>
                <a:lnTo>
                  <a:pt x="2602723" y="1883256"/>
                </a:lnTo>
                <a:lnTo>
                  <a:pt x="2604030" y="1883665"/>
                </a:lnTo>
                <a:lnTo>
                  <a:pt x="2609785" y="1885462"/>
                </a:lnTo>
                <a:lnTo>
                  <a:pt x="2638245" y="1905377"/>
                </a:lnTo>
                <a:lnTo>
                  <a:pt x="2665187" y="1926045"/>
                </a:lnTo>
                <a:lnTo>
                  <a:pt x="2679559" y="1940936"/>
                </a:lnTo>
                <a:lnTo>
                  <a:pt x="2681451" y="1942894"/>
                </a:lnTo>
                <a:lnTo>
                  <a:pt x="2708238" y="1970638"/>
                </a:lnTo>
                <a:lnTo>
                  <a:pt x="2726299" y="1979088"/>
                </a:lnTo>
                <a:lnTo>
                  <a:pt x="2746777" y="1981498"/>
                </a:lnTo>
                <a:lnTo>
                  <a:pt x="2748581" y="1981637"/>
                </a:lnTo>
                <a:lnTo>
                  <a:pt x="2749216" y="1981688"/>
                </a:lnTo>
                <a:lnTo>
                  <a:pt x="2776143" y="1983747"/>
                </a:lnTo>
                <a:lnTo>
                  <a:pt x="2794642" y="1985157"/>
                </a:lnTo>
                <a:lnTo>
                  <a:pt x="2829003" y="1989597"/>
                </a:lnTo>
                <a:lnTo>
                  <a:pt x="2887012" y="1982294"/>
                </a:lnTo>
                <a:lnTo>
                  <a:pt x="2927135" y="1980490"/>
                </a:lnTo>
                <a:lnTo>
                  <a:pt x="2972341" y="1978474"/>
                </a:lnTo>
                <a:lnTo>
                  <a:pt x="2985859" y="1976963"/>
                </a:lnTo>
                <a:lnTo>
                  <a:pt x="3008667" y="1974414"/>
                </a:lnTo>
                <a:lnTo>
                  <a:pt x="3060227" y="1954790"/>
                </a:lnTo>
                <a:lnTo>
                  <a:pt x="3063273" y="1953629"/>
                </a:lnTo>
                <a:lnTo>
                  <a:pt x="3060110" y="1959026"/>
                </a:lnTo>
                <a:lnTo>
                  <a:pt x="3051011" y="1974516"/>
                </a:lnTo>
                <a:lnTo>
                  <a:pt x="3041758" y="2002341"/>
                </a:lnTo>
                <a:lnTo>
                  <a:pt x="3041692" y="2014026"/>
                </a:lnTo>
                <a:lnTo>
                  <a:pt x="3047337" y="2034592"/>
                </a:lnTo>
                <a:lnTo>
                  <a:pt x="3057094" y="2070143"/>
                </a:lnTo>
                <a:lnTo>
                  <a:pt x="3068407" y="2124588"/>
                </a:lnTo>
                <a:lnTo>
                  <a:pt x="3069991" y="2134053"/>
                </a:lnTo>
                <a:lnTo>
                  <a:pt x="3075001" y="2138844"/>
                </a:lnTo>
                <a:lnTo>
                  <a:pt x="3086475" y="2137062"/>
                </a:lnTo>
                <a:lnTo>
                  <a:pt x="3093697" y="2135952"/>
                </a:lnTo>
                <a:lnTo>
                  <a:pt x="3102132" y="2140786"/>
                </a:lnTo>
                <a:lnTo>
                  <a:pt x="3096049" y="2149346"/>
                </a:lnTo>
                <a:lnTo>
                  <a:pt x="3089834" y="2164989"/>
                </a:lnTo>
                <a:lnTo>
                  <a:pt x="3086416" y="2167304"/>
                </a:lnTo>
                <a:lnTo>
                  <a:pt x="3077024" y="2166384"/>
                </a:lnTo>
                <a:lnTo>
                  <a:pt x="3067713" y="2165464"/>
                </a:lnTo>
                <a:lnTo>
                  <a:pt x="3061023" y="2159088"/>
                </a:lnTo>
                <a:lnTo>
                  <a:pt x="3027173" y="2150755"/>
                </a:lnTo>
                <a:lnTo>
                  <a:pt x="3026092" y="2165683"/>
                </a:lnTo>
                <a:lnTo>
                  <a:pt x="3029963" y="2188519"/>
                </a:lnTo>
                <a:lnTo>
                  <a:pt x="3036046" y="2201658"/>
                </a:lnTo>
                <a:lnTo>
                  <a:pt x="3035039" y="2206266"/>
                </a:lnTo>
                <a:lnTo>
                  <a:pt x="3029510" y="2209647"/>
                </a:lnTo>
                <a:lnTo>
                  <a:pt x="3025092" y="2212350"/>
                </a:lnTo>
                <a:lnTo>
                  <a:pt x="3019505" y="2215767"/>
                </a:lnTo>
                <a:lnTo>
                  <a:pt x="3017854" y="2217462"/>
                </a:lnTo>
                <a:lnTo>
                  <a:pt x="3006381" y="2229074"/>
                </a:lnTo>
                <a:lnTo>
                  <a:pt x="3004146" y="2243841"/>
                </a:lnTo>
                <a:lnTo>
                  <a:pt x="3004015" y="2244681"/>
                </a:lnTo>
                <a:lnTo>
                  <a:pt x="3003526" y="2247916"/>
                </a:lnTo>
                <a:lnTo>
                  <a:pt x="3002386" y="2264384"/>
                </a:lnTo>
                <a:lnTo>
                  <a:pt x="3003840" y="2280152"/>
                </a:lnTo>
                <a:lnTo>
                  <a:pt x="3008667" y="2296730"/>
                </a:lnTo>
                <a:lnTo>
                  <a:pt x="3019505" y="2306304"/>
                </a:lnTo>
                <a:lnTo>
                  <a:pt x="3055188" y="2311219"/>
                </a:lnTo>
                <a:lnTo>
                  <a:pt x="3059563" y="2316120"/>
                </a:lnTo>
                <a:lnTo>
                  <a:pt x="3063966" y="2323919"/>
                </a:lnTo>
                <a:lnTo>
                  <a:pt x="3063966" y="2332574"/>
                </a:lnTo>
                <a:lnTo>
                  <a:pt x="3063433" y="2333070"/>
                </a:lnTo>
                <a:lnTo>
                  <a:pt x="3061454" y="2334918"/>
                </a:lnTo>
                <a:lnTo>
                  <a:pt x="3054560" y="2341367"/>
                </a:lnTo>
                <a:lnTo>
                  <a:pt x="3044985" y="2347246"/>
                </a:lnTo>
                <a:lnTo>
                  <a:pt x="3040421" y="2349042"/>
                </a:lnTo>
                <a:lnTo>
                  <a:pt x="3029832" y="2356469"/>
                </a:lnTo>
                <a:lnTo>
                  <a:pt x="3019373" y="2366533"/>
                </a:lnTo>
                <a:lnTo>
                  <a:pt x="3013728" y="2381227"/>
                </a:lnTo>
                <a:lnTo>
                  <a:pt x="3016394" y="2397644"/>
                </a:lnTo>
                <a:lnTo>
                  <a:pt x="3018300" y="2413353"/>
                </a:lnTo>
                <a:lnTo>
                  <a:pt x="3018044" y="2421913"/>
                </a:lnTo>
                <a:lnTo>
                  <a:pt x="3017445" y="2423410"/>
                </a:lnTo>
                <a:lnTo>
                  <a:pt x="3009229" y="2443866"/>
                </a:lnTo>
                <a:lnTo>
                  <a:pt x="3006250" y="2448949"/>
                </a:lnTo>
                <a:lnTo>
                  <a:pt x="3004417" y="2456113"/>
                </a:lnTo>
                <a:lnTo>
                  <a:pt x="2988306" y="2458173"/>
                </a:lnTo>
                <a:lnTo>
                  <a:pt x="2975693" y="2458253"/>
                </a:lnTo>
                <a:lnTo>
                  <a:pt x="2970180" y="2447510"/>
                </a:lnTo>
                <a:lnTo>
                  <a:pt x="2955537" y="2450395"/>
                </a:lnTo>
                <a:lnTo>
                  <a:pt x="2947737" y="2443924"/>
                </a:lnTo>
                <a:lnTo>
                  <a:pt x="2937469" y="2425842"/>
                </a:lnTo>
                <a:lnTo>
                  <a:pt x="2923016" y="2431166"/>
                </a:lnTo>
                <a:lnTo>
                  <a:pt x="2909513" y="2437855"/>
                </a:lnTo>
                <a:lnTo>
                  <a:pt x="2894673" y="2425447"/>
                </a:lnTo>
                <a:lnTo>
                  <a:pt x="2890240" y="2427288"/>
                </a:lnTo>
                <a:lnTo>
                  <a:pt x="2876736" y="2432897"/>
                </a:lnTo>
                <a:lnTo>
                  <a:pt x="2875378" y="2433072"/>
                </a:lnTo>
                <a:lnTo>
                  <a:pt x="2872230" y="2433481"/>
                </a:lnTo>
                <a:lnTo>
                  <a:pt x="2871471" y="2429946"/>
                </a:lnTo>
                <a:lnTo>
                  <a:pt x="2867790" y="2412579"/>
                </a:lnTo>
                <a:lnTo>
                  <a:pt x="2864058" y="2414478"/>
                </a:lnTo>
                <a:lnTo>
                  <a:pt x="2857208" y="2402464"/>
                </a:lnTo>
                <a:lnTo>
                  <a:pt x="2851694" y="2389531"/>
                </a:lnTo>
                <a:lnTo>
                  <a:pt x="2855375" y="2387866"/>
                </a:lnTo>
                <a:lnTo>
                  <a:pt x="2859866" y="2399404"/>
                </a:lnTo>
                <a:lnTo>
                  <a:pt x="2864942" y="2398579"/>
                </a:lnTo>
                <a:lnTo>
                  <a:pt x="2856638" y="2378518"/>
                </a:lnTo>
                <a:lnTo>
                  <a:pt x="2854739" y="2378277"/>
                </a:lnTo>
                <a:lnTo>
                  <a:pt x="2848020" y="2379511"/>
                </a:lnTo>
                <a:lnTo>
                  <a:pt x="2845289" y="2369717"/>
                </a:lnTo>
                <a:lnTo>
                  <a:pt x="2847896" y="2367629"/>
                </a:lnTo>
                <a:lnTo>
                  <a:pt x="2852073" y="2364284"/>
                </a:lnTo>
                <a:lnTo>
                  <a:pt x="2845859" y="2359675"/>
                </a:lnTo>
                <a:lnTo>
                  <a:pt x="2843836" y="2358638"/>
                </a:lnTo>
                <a:lnTo>
                  <a:pt x="2830456" y="2355330"/>
                </a:lnTo>
                <a:lnTo>
                  <a:pt x="2831975" y="2350904"/>
                </a:lnTo>
                <a:lnTo>
                  <a:pt x="2823292" y="2348012"/>
                </a:lnTo>
                <a:lnTo>
                  <a:pt x="2808773" y="2343280"/>
                </a:lnTo>
                <a:lnTo>
                  <a:pt x="2808394" y="2338270"/>
                </a:lnTo>
                <a:lnTo>
                  <a:pt x="2808649" y="2334443"/>
                </a:lnTo>
                <a:lnTo>
                  <a:pt x="2811059" y="2320334"/>
                </a:lnTo>
                <a:lnTo>
                  <a:pt x="2806933" y="2316054"/>
                </a:lnTo>
                <a:lnTo>
                  <a:pt x="2803070" y="2305830"/>
                </a:lnTo>
                <a:lnTo>
                  <a:pt x="2802756" y="2298227"/>
                </a:lnTo>
                <a:lnTo>
                  <a:pt x="2804340" y="2289828"/>
                </a:lnTo>
                <a:lnTo>
                  <a:pt x="2802887" y="2284198"/>
                </a:lnTo>
                <a:lnTo>
                  <a:pt x="2802938" y="2277260"/>
                </a:lnTo>
                <a:lnTo>
                  <a:pt x="2801485" y="2270241"/>
                </a:lnTo>
                <a:lnTo>
                  <a:pt x="2798505" y="2264640"/>
                </a:lnTo>
                <a:lnTo>
                  <a:pt x="2792487" y="2261857"/>
                </a:lnTo>
                <a:lnTo>
                  <a:pt x="2787981" y="2257695"/>
                </a:lnTo>
                <a:lnTo>
                  <a:pt x="2780437" y="2256256"/>
                </a:lnTo>
                <a:lnTo>
                  <a:pt x="2774419" y="2253400"/>
                </a:lnTo>
                <a:lnTo>
                  <a:pt x="2770468" y="2252802"/>
                </a:lnTo>
                <a:lnTo>
                  <a:pt x="2765349" y="2252013"/>
                </a:lnTo>
                <a:lnTo>
                  <a:pt x="2756278" y="2250574"/>
                </a:lnTo>
                <a:lnTo>
                  <a:pt x="2747223" y="2249121"/>
                </a:lnTo>
                <a:lnTo>
                  <a:pt x="2743016" y="2250932"/>
                </a:lnTo>
                <a:lnTo>
                  <a:pt x="2742534" y="2251136"/>
                </a:lnTo>
                <a:lnTo>
                  <a:pt x="2713424" y="2263661"/>
                </a:lnTo>
                <a:lnTo>
                  <a:pt x="2661192" y="2257322"/>
                </a:lnTo>
                <a:lnTo>
                  <a:pt x="2658899" y="2254766"/>
                </a:lnTo>
                <a:lnTo>
                  <a:pt x="2653691" y="2248989"/>
                </a:lnTo>
                <a:lnTo>
                  <a:pt x="2642050" y="2236034"/>
                </a:lnTo>
                <a:lnTo>
                  <a:pt x="2637106" y="2237502"/>
                </a:lnTo>
                <a:lnTo>
                  <a:pt x="2617446" y="2244454"/>
                </a:lnTo>
                <a:lnTo>
                  <a:pt x="2599320" y="2251429"/>
                </a:lnTo>
                <a:lnTo>
                  <a:pt x="2591710" y="2255555"/>
                </a:lnTo>
                <a:lnTo>
                  <a:pt x="2584166" y="2258381"/>
                </a:lnTo>
                <a:lnTo>
                  <a:pt x="2581244" y="2261120"/>
                </a:lnTo>
                <a:lnTo>
                  <a:pt x="2560715" y="2267108"/>
                </a:lnTo>
                <a:lnTo>
                  <a:pt x="2543276" y="2278983"/>
                </a:lnTo>
                <a:lnTo>
                  <a:pt x="2533577" y="2293998"/>
                </a:lnTo>
                <a:lnTo>
                  <a:pt x="2530327" y="2307341"/>
                </a:lnTo>
                <a:lnTo>
                  <a:pt x="2528187" y="2316105"/>
                </a:lnTo>
                <a:lnTo>
                  <a:pt x="2527238" y="2323605"/>
                </a:lnTo>
                <a:lnTo>
                  <a:pt x="2521593" y="2325504"/>
                </a:lnTo>
                <a:lnTo>
                  <a:pt x="2522162" y="2333633"/>
                </a:lnTo>
                <a:lnTo>
                  <a:pt x="2505299" y="2339767"/>
                </a:lnTo>
                <a:lnTo>
                  <a:pt x="2500421" y="2347560"/>
                </a:lnTo>
                <a:lnTo>
                  <a:pt x="2492753" y="2347706"/>
                </a:lnTo>
                <a:lnTo>
                  <a:pt x="2486786" y="2353519"/>
                </a:lnTo>
                <a:lnTo>
                  <a:pt x="2484573" y="2362078"/>
                </a:lnTo>
                <a:lnTo>
                  <a:pt x="2478482" y="2360033"/>
                </a:lnTo>
                <a:lnTo>
                  <a:pt x="2478234" y="2356769"/>
                </a:lnTo>
                <a:lnTo>
                  <a:pt x="2470434" y="2356659"/>
                </a:lnTo>
                <a:lnTo>
                  <a:pt x="2469361" y="2363648"/>
                </a:lnTo>
                <a:lnTo>
                  <a:pt x="2467462" y="2373668"/>
                </a:lnTo>
                <a:lnTo>
                  <a:pt x="2451738" y="2373456"/>
                </a:lnTo>
                <a:lnTo>
                  <a:pt x="2439630" y="2373493"/>
                </a:lnTo>
                <a:lnTo>
                  <a:pt x="2435058" y="2366504"/>
                </a:lnTo>
                <a:lnTo>
                  <a:pt x="2433480" y="2356805"/>
                </a:lnTo>
                <a:lnTo>
                  <a:pt x="2421876" y="2347786"/>
                </a:lnTo>
                <a:lnTo>
                  <a:pt x="2413105" y="2341001"/>
                </a:lnTo>
                <a:lnTo>
                  <a:pt x="2408883" y="2337737"/>
                </a:lnTo>
                <a:lnTo>
                  <a:pt x="2403742" y="2324372"/>
                </a:lnTo>
                <a:lnTo>
                  <a:pt x="2379021" y="2327228"/>
                </a:lnTo>
                <a:lnTo>
                  <a:pt x="2375026" y="2326592"/>
                </a:lnTo>
                <a:lnTo>
                  <a:pt x="2374135" y="2326461"/>
                </a:lnTo>
                <a:lnTo>
                  <a:pt x="2358667" y="2324014"/>
                </a:lnTo>
                <a:lnTo>
                  <a:pt x="2348530" y="2325577"/>
                </a:lnTo>
                <a:lnTo>
                  <a:pt x="2340095" y="2323759"/>
                </a:lnTo>
                <a:lnTo>
                  <a:pt x="2336926" y="2322240"/>
                </a:lnTo>
                <a:lnTo>
                  <a:pt x="2335976" y="2316134"/>
                </a:lnTo>
                <a:lnTo>
                  <a:pt x="2335151" y="2314805"/>
                </a:lnTo>
                <a:lnTo>
                  <a:pt x="2334896" y="2314214"/>
                </a:lnTo>
                <a:lnTo>
                  <a:pt x="2334582" y="2313615"/>
                </a:lnTo>
                <a:lnTo>
                  <a:pt x="2333062" y="2312161"/>
                </a:lnTo>
                <a:lnTo>
                  <a:pt x="2331982" y="2311300"/>
                </a:lnTo>
                <a:lnTo>
                  <a:pt x="2330966" y="2310124"/>
                </a:lnTo>
                <a:lnTo>
                  <a:pt x="2330075" y="2309145"/>
                </a:lnTo>
                <a:lnTo>
                  <a:pt x="2329696" y="2308890"/>
                </a:lnTo>
                <a:lnTo>
                  <a:pt x="2329258" y="2308911"/>
                </a:lnTo>
                <a:lnTo>
                  <a:pt x="2327863" y="2309591"/>
                </a:lnTo>
                <a:lnTo>
                  <a:pt x="2325577" y="2310270"/>
                </a:lnTo>
                <a:lnTo>
                  <a:pt x="2323802" y="2310606"/>
                </a:lnTo>
                <a:lnTo>
                  <a:pt x="2322794" y="2310620"/>
                </a:lnTo>
                <a:lnTo>
                  <a:pt x="2321962" y="2310759"/>
                </a:lnTo>
                <a:lnTo>
                  <a:pt x="2321706" y="2310854"/>
                </a:lnTo>
                <a:lnTo>
                  <a:pt x="2321202" y="2311314"/>
                </a:lnTo>
                <a:lnTo>
                  <a:pt x="2320947" y="2311738"/>
                </a:lnTo>
                <a:lnTo>
                  <a:pt x="2320947" y="2312249"/>
                </a:lnTo>
                <a:lnTo>
                  <a:pt x="2321078" y="2313330"/>
                </a:lnTo>
                <a:lnTo>
                  <a:pt x="2321078" y="2314374"/>
                </a:lnTo>
                <a:lnTo>
                  <a:pt x="2321012" y="2314798"/>
                </a:lnTo>
                <a:lnTo>
                  <a:pt x="2320822" y="2316098"/>
                </a:lnTo>
                <a:lnTo>
                  <a:pt x="2319048" y="2322313"/>
                </a:lnTo>
                <a:lnTo>
                  <a:pt x="2315374" y="2322269"/>
                </a:lnTo>
                <a:lnTo>
                  <a:pt x="2302565" y="2325533"/>
                </a:lnTo>
                <a:lnTo>
                  <a:pt x="2300162" y="2326483"/>
                </a:lnTo>
                <a:lnTo>
                  <a:pt x="2293940" y="2333026"/>
                </a:lnTo>
                <a:lnTo>
                  <a:pt x="2292121" y="2333925"/>
                </a:lnTo>
                <a:lnTo>
                  <a:pt x="2288112" y="2335897"/>
                </a:lnTo>
                <a:lnTo>
                  <a:pt x="2283613" y="2334604"/>
                </a:lnTo>
                <a:lnTo>
                  <a:pt x="2276880" y="2327878"/>
                </a:lnTo>
                <a:lnTo>
                  <a:pt x="2272395" y="2323408"/>
                </a:lnTo>
                <a:lnTo>
                  <a:pt x="2269730" y="2321173"/>
                </a:lnTo>
                <a:lnTo>
                  <a:pt x="2271687" y="2316134"/>
                </a:lnTo>
                <a:lnTo>
                  <a:pt x="2272425" y="2311168"/>
                </a:lnTo>
                <a:lnTo>
                  <a:pt x="2272899" y="2307962"/>
                </a:lnTo>
                <a:lnTo>
                  <a:pt x="2265728" y="2301243"/>
                </a:lnTo>
                <a:lnTo>
                  <a:pt x="2265574" y="2301053"/>
                </a:lnTo>
                <a:lnTo>
                  <a:pt x="2265348" y="2300893"/>
                </a:lnTo>
                <a:lnTo>
                  <a:pt x="2254072" y="2290332"/>
                </a:lnTo>
                <a:lnTo>
                  <a:pt x="2251771" y="2286666"/>
                </a:lnTo>
                <a:lnTo>
                  <a:pt x="2251034" y="2285498"/>
                </a:lnTo>
                <a:lnTo>
                  <a:pt x="2249880" y="2283650"/>
                </a:lnTo>
                <a:lnTo>
                  <a:pt x="2246586" y="2278399"/>
                </a:lnTo>
                <a:lnTo>
                  <a:pt x="2241204" y="2258235"/>
                </a:lnTo>
                <a:lnTo>
                  <a:pt x="2233798" y="2257388"/>
                </a:lnTo>
                <a:lnTo>
                  <a:pt x="2232133" y="2257191"/>
                </a:lnTo>
                <a:lnTo>
                  <a:pt x="2219207" y="2255701"/>
                </a:lnTo>
                <a:lnTo>
                  <a:pt x="2201446" y="2249077"/>
                </a:lnTo>
                <a:lnTo>
                  <a:pt x="2200613" y="2246733"/>
                </a:lnTo>
                <a:lnTo>
                  <a:pt x="2197144" y="2236939"/>
                </a:lnTo>
                <a:lnTo>
                  <a:pt x="2200818" y="2230410"/>
                </a:lnTo>
                <a:lnTo>
                  <a:pt x="2206967" y="2219499"/>
                </a:lnTo>
                <a:lnTo>
                  <a:pt x="2217680" y="2210772"/>
                </a:lnTo>
                <a:lnTo>
                  <a:pt x="2233660" y="2209363"/>
                </a:lnTo>
                <a:lnTo>
                  <a:pt x="2266495" y="2207237"/>
                </a:lnTo>
                <a:lnTo>
                  <a:pt x="2276573" y="2206843"/>
                </a:lnTo>
                <a:lnTo>
                  <a:pt x="2290770" y="2204418"/>
                </a:lnTo>
                <a:lnTo>
                  <a:pt x="2296247" y="2187796"/>
                </a:lnTo>
                <a:lnTo>
                  <a:pt x="2297562" y="2183838"/>
                </a:lnTo>
                <a:lnTo>
                  <a:pt x="2297372" y="2170181"/>
                </a:lnTo>
                <a:lnTo>
                  <a:pt x="2298248" y="2168845"/>
                </a:lnTo>
                <a:lnTo>
                  <a:pt x="2303266" y="2161191"/>
                </a:lnTo>
                <a:lnTo>
                  <a:pt x="2310489" y="2154728"/>
                </a:lnTo>
                <a:lnTo>
                  <a:pt x="2312073" y="2152661"/>
                </a:lnTo>
                <a:lnTo>
                  <a:pt x="2321399" y="2140428"/>
                </a:lnTo>
                <a:lnTo>
                  <a:pt x="2328491" y="2138055"/>
                </a:lnTo>
                <a:lnTo>
                  <a:pt x="2322035" y="2129342"/>
                </a:lnTo>
                <a:lnTo>
                  <a:pt x="2316514" y="2122448"/>
                </a:lnTo>
                <a:lnTo>
                  <a:pt x="2314805" y="2122477"/>
                </a:lnTo>
                <a:lnTo>
                  <a:pt x="2312665" y="2122521"/>
                </a:lnTo>
                <a:lnTo>
                  <a:pt x="2311124" y="2122558"/>
                </a:lnTo>
                <a:lnTo>
                  <a:pt x="2301995" y="2130891"/>
                </a:lnTo>
                <a:lnTo>
                  <a:pt x="2293268" y="2138011"/>
                </a:lnTo>
                <a:lnTo>
                  <a:pt x="2285008" y="2144759"/>
                </a:lnTo>
                <a:lnTo>
                  <a:pt x="2275623" y="2151383"/>
                </a:lnTo>
                <a:lnTo>
                  <a:pt x="2268839" y="2152654"/>
                </a:lnTo>
                <a:lnTo>
                  <a:pt x="2263581" y="2151975"/>
                </a:lnTo>
                <a:lnTo>
                  <a:pt x="2251472" y="2144460"/>
                </a:lnTo>
                <a:lnTo>
                  <a:pt x="2242533" y="2136594"/>
                </a:lnTo>
                <a:lnTo>
                  <a:pt x="2236486" y="2132424"/>
                </a:lnTo>
                <a:lnTo>
                  <a:pt x="2231695" y="2129116"/>
                </a:lnTo>
                <a:lnTo>
                  <a:pt x="2228080" y="2127064"/>
                </a:lnTo>
                <a:lnTo>
                  <a:pt x="2225926" y="2125837"/>
                </a:lnTo>
                <a:lnTo>
                  <a:pt x="2217556" y="2123463"/>
                </a:lnTo>
                <a:lnTo>
                  <a:pt x="2211276" y="2122667"/>
                </a:lnTo>
                <a:lnTo>
                  <a:pt x="2208362" y="2121608"/>
                </a:lnTo>
                <a:lnTo>
                  <a:pt x="2205258" y="2119286"/>
                </a:lnTo>
                <a:lnTo>
                  <a:pt x="2203162" y="2116343"/>
                </a:lnTo>
                <a:lnTo>
                  <a:pt x="2201132" y="2112604"/>
                </a:lnTo>
                <a:lnTo>
                  <a:pt x="2199423" y="2107623"/>
                </a:lnTo>
                <a:lnTo>
                  <a:pt x="2196253" y="2095865"/>
                </a:lnTo>
                <a:lnTo>
                  <a:pt x="2195903" y="2093944"/>
                </a:lnTo>
                <a:lnTo>
                  <a:pt x="2193529" y="2081018"/>
                </a:lnTo>
                <a:lnTo>
                  <a:pt x="2192324" y="2077308"/>
                </a:lnTo>
                <a:lnTo>
                  <a:pt x="2190863" y="2074189"/>
                </a:lnTo>
                <a:lnTo>
                  <a:pt x="2190301" y="2073320"/>
                </a:lnTo>
                <a:lnTo>
                  <a:pt x="2190089" y="2072984"/>
                </a:lnTo>
                <a:lnTo>
                  <a:pt x="2187431" y="2068865"/>
                </a:lnTo>
                <a:lnTo>
                  <a:pt x="2187153" y="2068434"/>
                </a:lnTo>
                <a:lnTo>
                  <a:pt x="2186423" y="2067288"/>
                </a:lnTo>
                <a:lnTo>
                  <a:pt x="2184729" y="2064936"/>
                </a:lnTo>
                <a:lnTo>
                  <a:pt x="2184152" y="2064133"/>
                </a:lnTo>
                <a:lnTo>
                  <a:pt x="2182436" y="2061745"/>
                </a:lnTo>
                <a:lnTo>
                  <a:pt x="2179704" y="2059115"/>
                </a:lnTo>
                <a:lnTo>
                  <a:pt x="2176286" y="2056954"/>
                </a:lnTo>
                <a:lnTo>
                  <a:pt x="2167471" y="2052711"/>
                </a:lnTo>
                <a:lnTo>
                  <a:pt x="2164243" y="2050016"/>
                </a:lnTo>
                <a:lnTo>
                  <a:pt x="2163637" y="2049227"/>
                </a:lnTo>
                <a:lnTo>
                  <a:pt x="2161980" y="2047073"/>
                </a:lnTo>
                <a:lnTo>
                  <a:pt x="2161651" y="2046649"/>
                </a:lnTo>
                <a:lnTo>
                  <a:pt x="2159679" y="2044086"/>
                </a:lnTo>
                <a:lnTo>
                  <a:pt x="2157649" y="2040485"/>
                </a:lnTo>
                <a:lnTo>
                  <a:pt x="2156699" y="2038462"/>
                </a:lnTo>
                <a:lnTo>
                  <a:pt x="2156057" y="2037067"/>
                </a:lnTo>
                <a:lnTo>
                  <a:pt x="2155297" y="2033496"/>
                </a:lnTo>
                <a:lnTo>
                  <a:pt x="2155297" y="2030013"/>
                </a:lnTo>
                <a:lnTo>
                  <a:pt x="2156122" y="2027062"/>
                </a:lnTo>
                <a:lnTo>
                  <a:pt x="2158408" y="2023688"/>
                </a:lnTo>
                <a:lnTo>
                  <a:pt x="2161768" y="2020095"/>
                </a:lnTo>
                <a:lnTo>
                  <a:pt x="2164360" y="2018225"/>
                </a:lnTo>
                <a:lnTo>
                  <a:pt x="2167727" y="2016670"/>
                </a:lnTo>
                <a:lnTo>
                  <a:pt x="2170641" y="2016020"/>
                </a:lnTo>
                <a:lnTo>
                  <a:pt x="2177046" y="2015925"/>
                </a:lnTo>
                <a:lnTo>
                  <a:pt x="2185357" y="2009571"/>
                </a:lnTo>
                <a:lnTo>
                  <a:pt x="2188731" y="2003342"/>
                </a:lnTo>
                <a:lnTo>
                  <a:pt x="2188767" y="2002808"/>
                </a:lnTo>
                <a:lnTo>
                  <a:pt x="2189198" y="2002487"/>
                </a:lnTo>
                <a:lnTo>
                  <a:pt x="2192324" y="1996747"/>
                </a:lnTo>
                <a:lnTo>
                  <a:pt x="2191835" y="1992394"/>
                </a:lnTo>
                <a:lnTo>
                  <a:pt x="2191659" y="1990839"/>
                </a:lnTo>
                <a:lnTo>
                  <a:pt x="2190966" y="1984609"/>
                </a:lnTo>
                <a:lnTo>
                  <a:pt x="2190863" y="1983652"/>
                </a:lnTo>
                <a:lnTo>
                  <a:pt x="2186934" y="1980125"/>
                </a:lnTo>
                <a:lnTo>
                  <a:pt x="2186387" y="1979643"/>
                </a:lnTo>
                <a:lnTo>
                  <a:pt x="2184904" y="1978314"/>
                </a:lnTo>
                <a:lnTo>
                  <a:pt x="2175841" y="1973749"/>
                </a:lnTo>
                <a:lnTo>
                  <a:pt x="2171707" y="1972164"/>
                </a:lnTo>
                <a:lnTo>
                  <a:pt x="2169042" y="1971149"/>
                </a:lnTo>
                <a:lnTo>
                  <a:pt x="2167333" y="1970492"/>
                </a:lnTo>
                <a:lnTo>
                  <a:pt x="2167267" y="1970463"/>
                </a:lnTo>
                <a:lnTo>
                  <a:pt x="2161001" y="1968060"/>
                </a:lnTo>
                <a:lnTo>
                  <a:pt x="2155589" y="1964525"/>
                </a:lnTo>
                <a:lnTo>
                  <a:pt x="2150974" y="1961509"/>
                </a:lnTo>
                <a:lnTo>
                  <a:pt x="2146490" y="1958581"/>
                </a:lnTo>
                <a:lnTo>
                  <a:pt x="2137675" y="1956120"/>
                </a:lnTo>
                <a:lnTo>
                  <a:pt x="2134264" y="1957098"/>
                </a:lnTo>
                <a:lnTo>
                  <a:pt x="2130715" y="1958106"/>
                </a:lnTo>
                <a:lnTo>
                  <a:pt x="2128487" y="1958756"/>
                </a:lnTo>
                <a:lnTo>
                  <a:pt x="2124295" y="1959946"/>
                </a:lnTo>
                <a:lnTo>
                  <a:pt x="2119125" y="1961436"/>
                </a:lnTo>
                <a:lnTo>
                  <a:pt x="2117138" y="1962006"/>
                </a:lnTo>
                <a:lnTo>
                  <a:pt x="2111383" y="1962422"/>
                </a:lnTo>
                <a:lnTo>
                  <a:pt x="2111201" y="1962327"/>
                </a:lnTo>
                <a:lnTo>
                  <a:pt x="2110704" y="1962320"/>
                </a:lnTo>
                <a:lnTo>
                  <a:pt x="2109025" y="1962386"/>
                </a:lnTo>
                <a:lnTo>
                  <a:pt x="2108572" y="1962627"/>
                </a:lnTo>
                <a:lnTo>
                  <a:pt x="2104270" y="1962941"/>
                </a:lnTo>
                <a:lnTo>
                  <a:pt x="2100020" y="1963240"/>
                </a:lnTo>
                <a:lnTo>
                  <a:pt x="2090767" y="1952928"/>
                </a:lnTo>
                <a:lnTo>
                  <a:pt x="2088824" y="1944756"/>
                </a:lnTo>
                <a:lnTo>
                  <a:pt x="2087597" y="1939563"/>
                </a:lnTo>
                <a:lnTo>
                  <a:pt x="2087648" y="1938972"/>
                </a:lnTo>
                <a:lnTo>
                  <a:pt x="2087933" y="1935561"/>
                </a:lnTo>
                <a:lnTo>
                  <a:pt x="2087992" y="1935298"/>
                </a:lnTo>
                <a:lnTo>
                  <a:pt x="2087984" y="1935225"/>
                </a:lnTo>
                <a:lnTo>
                  <a:pt x="2087977" y="1935065"/>
                </a:lnTo>
                <a:lnTo>
                  <a:pt x="2088466" y="1929346"/>
                </a:lnTo>
                <a:lnTo>
                  <a:pt x="2088547" y="1928411"/>
                </a:lnTo>
                <a:lnTo>
                  <a:pt x="2085100" y="1920356"/>
                </a:lnTo>
                <a:lnTo>
                  <a:pt x="2079608" y="1907554"/>
                </a:lnTo>
                <a:lnTo>
                  <a:pt x="2074284" y="1895679"/>
                </a:lnTo>
                <a:lnTo>
                  <a:pt x="2071618" y="1888215"/>
                </a:lnTo>
                <a:lnTo>
                  <a:pt x="2068324" y="1878962"/>
                </a:lnTo>
                <a:lnTo>
                  <a:pt x="2062299" y="1862216"/>
                </a:lnTo>
                <a:lnTo>
                  <a:pt x="2059320" y="1853898"/>
                </a:lnTo>
                <a:lnTo>
                  <a:pt x="2055902" y="1851101"/>
                </a:lnTo>
                <a:lnTo>
                  <a:pt x="2054887" y="1847434"/>
                </a:lnTo>
                <a:lnTo>
                  <a:pt x="2054879" y="1847274"/>
                </a:lnTo>
                <a:lnTo>
                  <a:pt x="2054806" y="1847142"/>
                </a:lnTo>
                <a:lnTo>
                  <a:pt x="2053484" y="1842395"/>
                </a:lnTo>
                <a:lnTo>
                  <a:pt x="2053126" y="1842388"/>
                </a:lnTo>
                <a:lnTo>
                  <a:pt x="2052703" y="1842381"/>
                </a:lnTo>
                <a:lnTo>
                  <a:pt x="2047094" y="1842308"/>
                </a:lnTo>
                <a:lnTo>
                  <a:pt x="2045626" y="1842286"/>
                </a:lnTo>
                <a:lnTo>
                  <a:pt x="2044677" y="1842790"/>
                </a:lnTo>
                <a:lnTo>
                  <a:pt x="2027536" y="1851911"/>
                </a:lnTo>
                <a:lnTo>
                  <a:pt x="2026959" y="1852218"/>
                </a:lnTo>
                <a:lnTo>
                  <a:pt x="2025805" y="1852831"/>
                </a:lnTo>
                <a:lnTo>
                  <a:pt x="2018429" y="1856761"/>
                </a:lnTo>
                <a:lnTo>
                  <a:pt x="2013193" y="1859543"/>
                </a:lnTo>
                <a:lnTo>
                  <a:pt x="2011776" y="1860303"/>
                </a:lnTo>
                <a:lnTo>
                  <a:pt x="2007584" y="1858564"/>
                </a:lnTo>
                <a:lnTo>
                  <a:pt x="2004546" y="1857294"/>
                </a:lnTo>
                <a:lnTo>
                  <a:pt x="2003553" y="1856877"/>
                </a:lnTo>
                <a:lnTo>
                  <a:pt x="1990729" y="1851531"/>
                </a:lnTo>
                <a:lnTo>
                  <a:pt x="1984265" y="1848837"/>
                </a:lnTo>
                <a:lnTo>
                  <a:pt x="1983725" y="1848895"/>
                </a:lnTo>
                <a:lnTo>
                  <a:pt x="1983279" y="1848428"/>
                </a:lnTo>
                <a:lnTo>
                  <a:pt x="1972347" y="1843871"/>
                </a:lnTo>
                <a:lnTo>
                  <a:pt x="1971646" y="1844199"/>
                </a:lnTo>
                <a:lnTo>
                  <a:pt x="1963305" y="1845514"/>
                </a:lnTo>
                <a:lnTo>
                  <a:pt x="1962517" y="1845638"/>
                </a:lnTo>
                <a:lnTo>
                  <a:pt x="1955038" y="1845638"/>
                </a:lnTo>
                <a:lnTo>
                  <a:pt x="1953198" y="1845967"/>
                </a:lnTo>
                <a:lnTo>
                  <a:pt x="1952336" y="1849187"/>
                </a:lnTo>
                <a:lnTo>
                  <a:pt x="1952007" y="1849567"/>
                </a:lnTo>
                <a:lnTo>
                  <a:pt x="1951993" y="1850465"/>
                </a:lnTo>
                <a:lnTo>
                  <a:pt x="1950620" y="1855599"/>
                </a:lnTo>
                <a:lnTo>
                  <a:pt x="1948947" y="1861880"/>
                </a:lnTo>
                <a:lnTo>
                  <a:pt x="1948626" y="1862369"/>
                </a:lnTo>
                <a:lnTo>
                  <a:pt x="1948604" y="1863509"/>
                </a:lnTo>
                <a:lnTo>
                  <a:pt x="1948378" y="1863983"/>
                </a:lnTo>
                <a:lnTo>
                  <a:pt x="1946479" y="1871111"/>
                </a:lnTo>
                <a:lnTo>
                  <a:pt x="1932019" y="1889354"/>
                </a:lnTo>
                <a:lnTo>
                  <a:pt x="1928477" y="1893824"/>
                </a:lnTo>
                <a:lnTo>
                  <a:pt x="1923116" y="1893524"/>
                </a:lnTo>
                <a:lnTo>
                  <a:pt x="1922233" y="1893473"/>
                </a:lnTo>
                <a:lnTo>
                  <a:pt x="1916850" y="1893167"/>
                </a:lnTo>
                <a:lnTo>
                  <a:pt x="1916609" y="1893145"/>
                </a:lnTo>
                <a:lnTo>
                  <a:pt x="1916390" y="1893137"/>
                </a:lnTo>
                <a:lnTo>
                  <a:pt x="1889865" y="1891618"/>
                </a:lnTo>
                <a:lnTo>
                  <a:pt x="1885177" y="1891626"/>
                </a:lnTo>
                <a:lnTo>
                  <a:pt x="1874587" y="1892984"/>
                </a:lnTo>
                <a:lnTo>
                  <a:pt x="1865524" y="1892999"/>
                </a:lnTo>
                <a:lnTo>
                  <a:pt x="1858557" y="1896205"/>
                </a:lnTo>
                <a:lnTo>
                  <a:pt x="1856453" y="1897169"/>
                </a:lnTo>
                <a:lnTo>
                  <a:pt x="1850070" y="1899455"/>
                </a:lnTo>
                <a:lnTo>
                  <a:pt x="1848851" y="1899893"/>
                </a:lnTo>
                <a:lnTo>
                  <a:pt x="1841372" y="1902704"/>
                </a:lnTo>
                <a:lnTo>
                  <a:pt x="1841110" y="1902756"/>
                </a:lnTo>
                <a:lnTo>
                  <a:pt x="1840832" y="1902814"/>
                </a:lnTo>
                <a:lnTo>
                  <a:pt x="1835282" y="1904063"/>
                </a:lnTo>
                <a:lnTo>
                  <a:pt x="1833763" y="1904063"/>
                </a:lnTo>
                <a:lnTo>
                  <a:pt x="1830023" y="1902909"/>
                </a:lnTo>
                <a:lnTo>
                  <a:pt x="1820515" y="1899959"/>
                </a:lnTo>
                <a:lnTo>
                  <a:pt x="1801870" y="1894204"/>
                </a:lnTo>
                <a:lnTo>
                  <a:pt x="1781779" y="1890450"/>
                </a:lnTo>
                <a:lnTo>
                  <a:pt x="1781501" y="1891078"/>
                </a:lnTo>
                <a:lnTo>
                  <a:pt x="1781845" y="1891407"/>
                </a:lnTo>
                <a:lnTo>
                  <a:pt x="1783787" y="1920371"/>
                </a:lnTo>
                <a:lnTo>
                  <a:pt x="1783817" y="1920765"/>
                </a:lnTo>
                <a:lnTo>
                  <a:pt x="1784189" y="1926345"/>
                </a:lnTo>
                <a:lnTo>
                  <a:pt x="1772088" y="1931296"/>
                </a:lnTo>
                <a:lnTo>
                  <a:pt x="1771328" y="1931406"/>
                </a:lnTo>
                <a:lnTo>
                  <a:pt x="1771241" y="1931647"/>
                </a:lnTo>
                <a:lnTo>
                  <a:pt x="1766179" y="1933714"/>
                </a:lnTo>
                <a:lnTo>
                  <a:pt x="1739026" y="1931647"/>
                </a:lnTo>
                <a:lnTo>
                  <a:pt x="1727619" y="1930778"/>
                </a:lnTo>
                <a:lnTo>
                  <a:pt x="1713502" y="1929704"/>
                </a:lnTo>
                <a:lnTo>
                  <a:pt x="1691060" y="1924446"/>
                </a:lnTo>
                <a:lnTo>
                  <a:pt x="1685823" y="1923957"/>
                </a:lnTo>
                <a:lnTo>
                  <a:pt x="1660313" y="1921554"/>
                </a:lnTo>
                <a:lnTo>
                  <a:pt x="1656275" y="1921276"/>
                </a:lnTo>
                <a:lnTo>
                  <a:pt x="1653354" y="1921079"/>
                </a:lnTo>
                <a:lnTo>
                  <a:pt x="1627092" y="1919283"/>
                </a:lnTo>
                <a:lnTo>
                  <a:pt x="1624426" y="1919100"/>
                </a:lnTo>
                <a:lnTo>
                  <a:pt x="1599515" y="1918574"/>
                </a:lnTo>
                <a:lnTo>
                  <a:pt x="1583222" y="1921656"/>
                </a:lnTo>
                <a:lnTo>
                  <a:pt x="1572194" y="1925665"/>
                </a:lnTo>
                <a:lnTo>
                  <a:pt x="1566936" y="1930924"/>
                </a:lnTo>
                <a:lnTo>
                  <a:pt x="1563890" y="1939483"/>
                </a:lnTo>
                <a:lnTo>
                  <a:pt x="1563255" y="1946246"/>
                </a:lnTo>
                <a:lnTo>
                  <a:pt x="1563518" y="1947750"/>
                </a:lnTo>
                <a:lnTo>
                  <a:pt x="1564759" y="1954900"/>
                </a:lnTo>
                <a:lnTo>
                  <a:pt x="1567564" y="1971040"/>
                </a:lnTo>
                <a:lnTo>
                  <a:pt x="1567308" y="1989853"/>
                </a:lnTo>
                <a:lnTo>
                  <a:pt x="1561984" y="2007125"/>
                </a:lnTo>
                <a:lnTo>
                  <a:pt x="1553045" y="2021249"/>
                </a:lnTo>
                <a:lnTo>
                  <a:pt x="1547969" y="2027858"/>
                </a:lnTo>
                <a:lnTo>
                  <a:pt x="1542960" y="2034372"/>
                </a:lnTo>
                <a:lnTo>
                  <a:pt x="1539228" y="2039236"/>
                </a:lnTo>
                <a:lnTo>
                  <a:pt x="1530478" y="2046350"/>
                </a:lnTo>
                <a:lnTo>
                  <a:pt x="1529661" y="2046817"/>
                </a:lnTo>
                <a:lnTo>
                  <a:pt x="1516595" y="2054310"/>
                </a:lnTo>
                <a:lnTo>
                  <a:pt x="1504107" y="2057494"/>
                </a:lnTo>
                <a:lnTo>
                  <a:pt x="1467080" y="2050206"/>
                </a:lnTo>
                <a:lnTo>
                  <a:pt x="1450568" y="2045386"/>
                </a:lnTo>
                <a:lnTo>
                  <a:pt x="1444703" y="2043669"/>
                </a:lnTo>
                <a:lnTo>
                  <a:pt x="1436086" y="2040880"/>
                </a:lnTo>
                <a:lnTo>
                  <a:pt x="1429425" y="2041902"/>
                </a:lnTo>
                <a:lnTo>
                  <a:pt x="1424357" y="2044801"/>
                </a:lnTo>
                <a:lnTo>
                  <a:pt x="1416236" y="2055844"/>
                </a:lnTo>
                <a:lnTo>
                  <a:pt x="1405909" y="2070903"/>
                </a:lnTo>
                <a:lnTo>
                  <a:pt x="1396138" y="2095105"/>
                </a:lnTo>
                <a:lnTo>
                  <a:pt x="1392464" y="2104183"/>
                </a:lnTo>
                <a:lnTo>
                  <a:pt x="1388250" y="2100772"/>
                </a:lnTo>
                <a:lnTo>
                  <a:pt x="1373067" y="2088467"/>
                </a:lnTo>
                <a:lnTo>
                  <a:pt x="1345089" y="2078461"/>
                </a:lnTo>
                <a:lnTo>
                  <a:pt x="1320711" y="2069749"/>
                </a:lnTo>
                <a:lnTo>
                  <a:pt x="1285451" y="2062168"/>
                </a:lnTo>
                <a:lnTo>
                  <a:pt x="1247906" y="2062446"/>
                </a:lnTo>
                <a:lnTo>
                  <a:pt x="1229984" y="2062577"/>
                </a:lnTo>
                <a:lnTo>
                  <a:pt x="1190555" y="2080718"/>
                </a:lnTo>
                <a:lnTo>
                  <a:pt x="1183135" y="2084961"/>
                </a:lnTo>
                <a:lnTo>
                  <a:pt x="1163738" y="2105928"/>
                </a:lnTo>
                <a:lnTo>
                  <a:pt x="1127981" y="2109427"/>
                </a:lnTo>
                <a:lnTo>
                  <a:pt x="1085317" y="2080302"/>
                </a:lnTo>
                <a:lnTo>
                  <a:pt x="1084995" y="2118001"/>
                </a:lnTo>
                <a:lnTo>
                  <a:pt x="1084951" y="2122813"/>
                </a:lnTo>
                <a:lnTo>
                  <a:pt x="1084557" y="2167560"/>
                </a:lnTo>
                <a:lnTo>
                  <a:pt x="1082782" y="2215015"/>
                </a:lnTo>
                <a:lnTo>
                  <a:pt x="1099324" y="2266174"/>
                </a:lnTo>
                <a:lnTo>
                  <a:pt x="1096169" y="2275376"/>
                </a:lnTo>
                <a:lnTo>
                  <a:pt x="1088128" y="2298767"/>
                </a:lnTo>
                <a:lnTo>
                  <a:pt x="1082147" y="2316163"/>
                </a:lnTo>
                <a:lnTo>
                  <a:pt x="1079584" y="2326768"/>
                </a:lnTo>
                <a:lnTo>
                  <a:pt x="1078349" y="2331887"/>
                </a:lnTo>
                <a:lnTo>
                  <a:pt x="1035429" y="2388150"/>
                </a:lnTo>
                <a:lnTo>
                  <a:pt x="1027819" y="2434620"/>
                </a:lnTo>
                <a:lnTo>
                  <a:pt x="1039329" y="2451534"/>
                </a:lnTo>
                <a:lnTo>
                  <a:pt x="1042586" y="2456332"/>
                </a:lnTo>
                <a:lnTo>
                  <a:pt x="1098185" y="2479724"/>
                </a:lnTo>
                <a:lnTo>
                  <a:pt x="1104356" y="2487122"/>
                </a:lnTo>
                <a:lnTo>
                  <a:pt x="1126652" y="2513830"/>
                </a:lnTo>
                <a:lnTo>
                  <a:pt x="1145012" y="2538792"/>
                </a:lnTo>
                <a:lnTo>
                  <a:pt x="1159933" y="2559080"/>
                </a:lnTo>
                <a:lnTo>
                  <a:pt x="1177635" y="2600313"/>
                </a:lnTo>
                <a:lnTo>
                  <a:pt x="1184216" y="2615854"/>
                </a:lnTo>
                <a:lnTo>
                  <a:pt x="1190365" y="2626970"/>
                </a:lnTo>
                <a:lnTo>
                  <a:pt x="1200231" y="2663347"/>
                </a:lnTo>
                <a:lnTo>
                  <a:pt x="1201064" y="2666421"/>
                </a:lnTo>
                <a:lnTo>
                  <a:pt x="1202152" y="2670453"/>
                </a:lnTo>
                <a:lnTo>
                  <a:pt x="1205417" y="2676514"/>
                </a:lnTo>
                <a:lnTo>
                  <a:pt x="1211851" y="2688477"/>
                </a:lnTo>
                <a:lnTo>
                  <a:pt x="1223477" y="2710109"/>
                </a:lnTo>
                <a:lnTo>
                  <a:pt x="1234739" y="2730842"/>
                </a:lnTo>
                <a:lnTo>
                  <a:pt x="1249447" y="2757915"/>
                </a:lnTo>
                <a:lnTo>
                  <a:pt x="1275307" y="2790092"/>
                </a:lnTo>
                <a:lnTo>
                  <a:pt x="1291856" y="2820868"/>
                </a:lnTo>
                <a:lnTo>
                  <a:pt x="1324509" y="2843537"/>
                </a:lnTo>
                <a:lnTo>
                  <a:pt x="1345987" y="2853410"/>
                </a:lnTo>
                <a:lnTo>
                  <a:pt x="1357723" y="2858815"/>
                </a:lnTo>
                <a:lnTo>
                  <a:pt x="1391580" y="2865344"/>
                </a:lnTo>
                <a:lnTo>
                  <a:pt x="1412548" y="2864964"/>
                </a:lnTo>
                <a:lnTo>
                  <a:pt x="1451561" y="2864263"/>
                </a:lnTo>
                <a:lnTo>
                  <a:pt x="1451992" y="2864248"/>
                </a:lnTo>
                <a:lnTo>
                  <a:pt x="1452985" y="2864234"/>
                </a:lnTo>
                <a:lnTo>
                  <a:pt x="1453416" y="2864226"/>
                </a:lnTo>
                <a:lnTo>
                  <a:pt x="1501500" y="2863379"/>
                </a:lnTo>
                <a:lnTo>
                  <a:pt x="1531552" y="2862780"/>
                </a:lnTo>
                <a:lnTo>
                  <a:pt x="1533641" y="2864350"/>
                </a:lnTo>
                <a:lnTo>
                  <a:pt x="1552468" y="2871215"/>
                </a:lnTo>
                <a:lnTo>
                  <a:pt x="1560020" y="2873969"/>
                </a:lnTo>
                <a:lnTo>
                  <a:pt x="1581381" y="2891270"/>
                </a:lnTo>
                <a:lnTo>
                  <a:pt x="1579862" y="2893256"/>
                </a:lnTo>
                <a:lnTo>
                  <a:pt x="1564577" y="2906190"/>
                </a:lnTo>
                <a:lnTo>
                  <a:pt x="1567118" y="2908593"/>
                </a:lnTo>
                <a:lnTo>
                  <a:pt x="1566739" y="2909104"/>
                </a:lnTo>
                <a:lnTo>
                  <a:pt x="1560392" y="2914983"/>
                </a:lnTo>
                <a:lnTo>
                  <a:pt x="1553169" y="2920022"/>
                </a:lnTo>
                <a:lnTo>
                  <a:pt x="1556339" y="2923652"/>
                </a:lnTo>
                <a:lnTo>
                  <a:pt x="1559319" y="2927026"/>
                </a:lnTo>
                <a:lnTo>
                  <a:pt x="1568382" y="2929100"/>
                </a:lnTo>
                <a:lnTo>
                  <a:pt x="1576225" y="2923652"/>
                </a:lnTo>
                <a:lnTo>
                  <a:pt x="1578913" y="2922498"/>
                </a:lnTo>
                <a:lnTo>
                  <a:pt x="1583156" y="2922556"/>
                </a:lnTo>
                <a:lnTo>
                  <a:pt x="1583806" y="2923652"/>
                </a:lnTo>
                <a:lnTo>
                  <a:pt x="1587151" y="2927793"/>
                </a:lnTo>
                <a:lnTo>
                  <a:pt x="1585186" y="2931050"/>
                </a:lnTo>
                <a:lnTo>
                  <a:pt x="1590320" y="2936505"/>
                </a:lnTo>
                <a:lnTo>
                  <a:pt x="1591211" y="2936505"/>
                </a:lnTo>
                <a:lnTo>
                  <a:pt x="1594001" y="2941026"/>
                </a:lnTo>
                <a:lnTo>
                  <a:pt x="1582082" y="2949563"/>
                </a:lnTo>
                <a:lnTo>
                  <a:pt x="1587530" y="2954887"/>
                </a:lnTo>
                <a:lnTo>
                  <a:pt x="1590766" y="2957151"/>
                </a:lnTo>
                <a:lnTo>
                  <a:pt x="1590591" y="2959612"/>
                </a:lnTo>
                <a:lnTo>
                  <a:pt x="1588626" y="2965813"/>
                </a:lnTo>
                <a:lnTo>
                  <a:pt x="1597565" y="2970961"/>
                </a:lnTo>
                <a:lnTo>
                  <a:pt x="1595089" y="2983369"/>
                </a:lnTo>
                <a:lnTo>
                  <a:pt x="1590014" y="2990015"/>
                </a:lnTo>
                <a:lnTo>
                  <a:pt x="1584558" y="2990746"/>
                </a:lnTo>
                <a:lnTo>
                  <a:pt x="1581776" y="2990585"/>
                </a:lnTo>
                <a:lnTo>
                  <a:pt x="1579241" y="2989409"/>
                </a:lnTo>
                <a:lnTo>
                  <a:pt x="1576700" y="2996654"/>
                </a:lnTo>
                <a:lnTo>
                  <a:pt x="1578475" y="3000963"/>
                </a:lnTo>
                <a:lnTo>
                  <a:pt x="1581586" y="3005038"/>
                </a:lnTo>
                <a:lnTo>
                  <a:pt x="1581586" y="3005797"/>
                </a:lnTo>
                <a:lnTo>
                  <a:pt x="1574232" y="3011530"/>
                </a:lnTo>
                <a:lnTo>
                  <a:pt x="1565037" y="3014313"/>
                </a:lnTo>
                <a:lnTo>
                  <a:pt x="1559837" y="3022836"/>
                </a:lnTo>
                <a:lnTo>
                  <a:pt x="1552936" y="3029321"/>
                </a:lnTo>
                <a:lnTo>
                  <a:pt x="1550781" y="3033403"/>
                </a:lnTo>
                <a:lnTo>
                  <a:pt x="1549379" y="3039509"/>
                </a:lnTo>
                <a:lnTo>
                  <a:pt x="1549569" y="3041407"/>
                </a:lnTo>
                <a:lnTo>
                  <a:pt x="1544113" y="3042298"/>
                </a:lnTo>
                <a:lnTo>
                  <a:pt x="1528711" y="3041700"/>
                </a:lnTo>
                <a:lnTo>
                  <a:pt x="1524278" y="3042627"/>
                </a:lnTo>
                <a:lnTo>
                  <a:pt x="1515843" y="3059921"/>
                </a:lnTo>
                <a:lnTo>
                  <a:pt x="1516289" y="3061031"/>
                </a:lnTo>
                <a:lnTo>
                  <a:pt x="1520473" y="3063550"/>
                </a:lnTo>
                <a:lnTo>
                  <a:pt x="1529726" y="3074739"/>
                </a:lnTo>
                <a:lnTo>
                  <a:pt x="1531691" y="3078135"/>
                </a:lnTo>
                <a:lnTo>
                  <a:pt x="1530427" y="3080413"/>
                </a:lnTo>
                <a:lnTo>
                  <a:pt x="1525542" y="3082509"/>
                </a:lnTo>
                <a:lnTo>
                  <a:pt x="1521233" y="3091872"/>
                </a:lnTo>
                <a:lnTo>
                  <a:pt x="1528521" y="3095618"/>
                </a:lnTo>
                <a:lnTo>
                  <a:pt x="1531311" y="3096363"/>
                </a:lnTo>
                <a:lnTo>
                  <a:pt x="1528463" y="3102206"/>
                </a:lnTo>
                <a:lnTo>
                  <a:pt x="1528645" y="3103601"/>
                </a:lnTo>
                <a:lnTo>
                  <a:pt x="1532962" y="3106412"/>
                </a:lnTo>
                <a:lnTo>
                  <a:pt x="1534546" y="3105120"/>
                </a:lnTo>
                <a:lnTo>
                  <a:pt x="1538417" y="3106391"/>
                </a:lnTo>
                <a:lnTo>
                  <a:pt x="1541265" y="3110188"/>
                </a:lnTo>
                <a:lnTo>
                  <a:pt x="1541901" y="3111035"/>
                </a:lnTo>
                <a:lnTo>
                  <a:pt x="1541813" y="3111196"/>
                </a:lnTo>
                <a:lnTo>
                  <a:pt x="1541689" y="3111466"/>
                </a:lnTo>
                <a:lnTo>
                  <a:pt x="1538665" y="3117615"/>
                </a:lnTo>
                <a:lnTo>
                  <a:pt x="1545194" y="3119390"/>
                </a:lnTo>
                <a:lnTo>
                  <a:pt x="1543799" y="3125094"/>
                </a:lnTo>
                <a:lnTo>
                  <a:pt x="1541199" y="3123619"/>
                </a:lnTo>
                <a:lnTo>
                  <a:pt x="1539052" y="3123509"/>
                </a:lnTo>
                <a:lnTo>
                  <a:pt x="1531121" y="3133288"/>
                </a:lnTo>
                <a:lnTo>
                  <a:pt x="1533560" y="3138261"/>
                </a:lnTo>
                <a:lnTo>
                  <a:pt x="1535306" y="3141825"/>
                </a:lnTo>
                <a:lnTo>
                  <a:pt x="1532553" y="3143848"/>
                </a:lnTo>
                <a:lnTo>
                  <a:pt x="1532326" y="3144111"/>
                </a:lnTo>
                <a:lnTo>
                  <a:pt x="1531976" y="3144184"/>
                </a:lnTo>
                <a:lnTo>
                  <a:pt x="1531245" y="3144352"/>
                </a:lnTo>
                <a:lnTo>
                  <a:pt x="1530595" y="3144491"/>
                </a:lnTo>
                <a:lnTo>
                  <a:pt x="1518925" y="3148566"/>
                </a:lnTo>
                <a:lnTo>
                  <a:pt x="1517618" y="3149114"/>
                </a:lnTo>
                <a:lnTo>
                  <a:pt x="1511593" y="3151400"/>
                </a:lnTo>
                <a:lnTo>
                  <a:pt x="1501456" y="3149340"/>
                </a:lnTo>
                <a:lnTo>
                  <a:pt x="1494540" y="3145871"/>
                </a:lnTo>
                <a:lnTo>
                  <a:pt x="1487697" y="3140262"/>
                </a:lnTo>
                <a:lnTo>
                  <a:pt x="1485163" y="3143972"/>
                </a:lnTo>
                <a:lnTo>
                  <a:pt x="1482241" y="3145732"/>
                </a:lnTo>
                <a:lnTo>
                  <a:pt x="1471024" y="3145806"/>
                </a:lnTo>
                <a:lnTo>
                  <a:pt x="1465481" y="3147821"/>
                </a:lnTo>
                <a:lnTo>
                  <a:pt x="1454920" y="3151670"/>
                </a:lnTo>
                <a:lnTo>
                  <a:pt x="1451692" y="3151020"/>
                </a:lnTo>
                <a:lnTo>
                  <a:pt x="1450670" y="3150085"/>
                </a:lnTo>
                <a:lnTo>
                  <a:pt x="1449217" y="3146631"/>
                </a:lnTo>
                <a:lnTo>
                  <a:pt x="1447376" y="3144747"/>
                </a:lnTo>
                <a:lnTo>
                  <a:pt x="1446493" y="3144725"/>
                </a:lnTo>
                <a:lnTo>
                  <a:pt x="1434194" y="3150589"/>
                </a:lnTo>
                <a:lnTo>
                  <a:pt x="1423415" y="3152663"/>
                </a:lnTo>
                <a:lnTo>
                  <a:pt x="1422977" y="3152692"/>
                </a:lnTo>
                <a:lnTo>
                  <a:pt x="1422005" y="3152758"/>
                </a:lnTo>
                <a:lnTo>
                  <a:pt x="1421896" y="3152765"/>
                </a:lnTo>
                <a:lnTo>
                  <a:pt x="1421567" y="3152787"/>
                </a:lnTo>
                <a:lnTo>
                  <a:pt x="1420187" y="3152882"/>
                </a:lnTo>
                <a:lnTo>
                  <a:pt x="1413964" y="3153320"/>
                </a:lnTo>
                <a:lnTo>
                  <a:pt x="1410035" y="3150750"/>
                </a:lnTo>
                <a:lnTo>
                  <a:pt x="1410225" y="3144936"/>
                </a:lnTo>
                <a:lnTo>
                  <a:pt x="1409780" y="3144812"/>
                </a:lnTo>
                <a:lnTo>
                  <a:pt x="1402177" y="3145952"/>
                </a:lnTo>
                <a:lnTo>
                  <a:pt x="1396853" y="3145696"/>
                </a:lnTo>
                <a:lnTo>
                  <a:pt x="1388360" y="3143286"/>
                </a:lnTo>
                <a:lnTo>
                  <a:pt x="1383299" y="3143257"/>
                </a:lnTo>
                <a:lnTo>
                  <a:pt x="1377836" y="3143220"/>
                </a:lnTo>
                <a:lnTo>
                  <a:pt x="1374221" y="3142526"/>
                </a:lnTo>
                <a:lnTo>
                  <a:pt x="1373710" y="3142687"/>
                </a:lnTo>
                <a:lnTo>
                  <a:pt x="1371869" y="3153824"/>
                </a:lnTo>
                <a:lnTo>
                  <a:pt x="1361477" y="3157753"/>
                </a:lnTo>
                <a:lnTo>
                  <a:pt x="1361981" y="3163494"/>
                </a:lnTo>
                <a:lnTo>
                  <a:pt x="1351589" y="3165860"/>
                </a:lnTo>
                <a:lnTo>
                  <a:pt x="1345695" y="3168737"/>
                </a:lnTo>
                <a:lnTo>
                  <a:pt x="1337640" y="3162654"/>
                </a:lnTo>
                <a:lnTo>
                  <a:pt x="1329840" y="3158520"/>
                </a:lnTo>
                <a:lnTo>
                  <a:pt x="1323252" y="3152904"/>
                </a:lnTo>
                <a:lnTo>
                  <a:pt x="1317739" y="3149421"/>
                </a:lnTo>
                <a:lnTo>
                  <a:pt x="1309931" y="3147631"/>
                </a:lnTo>
                <a:lnTo>
                  <a:pt x="1300876" y="3143907"/>
                </a:lnTo>
                <a:lnTo>
                  <a:pt x="1299159" y="3144192"/>
                </a:lnTo>
                <a:lnTo>
                  <a:pt x="1289074" y="3141811"/>
                </a:lnTo>
                <a:lnTo>
                  <a:pt x="1290286" y="3137728"/>
                </a:lnTo>
                <a:lnTo>
                  <a:pt x="1289534" y="3137422"/>
                </a:lnTo>
                <a:lnTo>
                  <a:pt x="1288636" y="3137056"/>
                </a:lnTo>
                <a:lnTo>
                  <a:pt x="1285780" y="3136647"/>
                </a:lnTo>
                <a:lnTo>
                  <a:pt x="1281405" y="3139152"/>
                </a:lnTo>
                <a:lnTo>
                  <a:pt x="1276907" y="3146266"/>
                </a:lnTo>
                <a:lnTo>
                  <a:pt x="1278243" y="3147566"/>
                </a:lnTo>
                <a:lnTo>
                  <a:pt x="1288256" y="3151721"/>
                </a:lnTo>
                <a:lnTo>
                  <a:pt x="1305309" y="3154759"/>
                </a:lnTo>
                <a:lnTo>
                  <a:pt x="1306828" y="3155979"/>
                </a:lnTo>
                <a:lnTo>
                  <a:pt x="1306828" y="3160865"/>
                </a:lnTo>
                <a:lnTo>
                  <a:pt x="1303154" y="3172674"/>
                </a:lnTo>
                <a:lnTo>
                  <a:pt x="1301891" y="3182818"/>
                </a:lnTo>
                <a:lnTo>
                  <a:pt x="1296304" y="3186046"/>
                </a:lnTo>
                <a:lnTo>
                  <a:pt x="1293521" y="3193480"/>
                </a:lnTo>
                <a:lnTo>
                  <a:pt x="1289906" y="3197760"/>
                </a:lnTo>
                <a:lnTo>
                  <a:pt x="1288322" y="3197300"/>
                </a:lnTo>
                <a:lnTo>
                  <a:pt x="1283122" y="3199374"/>
                </a:lnTo>
                <a:lnTo>
                  <a:pt x="1281091" y="3203924"/>
                </a:lnTo>
                <a:lnTo>
                  <a:pt x="1278236" y="3206538"/>
                </a:lnTo>
                <a:lnTo>
                  <a:pt x="1268033" y="3206429"/>
                </a:lnTo>
                <a:lnTo>
                  <a:pt x="1265813" y="3211044"/>
                </a:lnTo>
                <a:lnTo>
                  <a:pt x="1263820" y="3213703"/>
                </a:lnTo>
                <a:lnTo>
                  <a:pt x="1262344" y="3215674"/>
                </a:lnTo>
                <a:lnTo>
                  <a:pt x="1258649" y="3220597"/>
                </a:lnTo>
                <a:lnTo>
                  <a:pt x="1255859" y="3222926"/>
                </a:lnTo>
                <a:lnTo>
                  <a:pt x="1254420" y="3225636"/>
                </a:lnTo>
                <a:lnTo>
                  <a:pt x="1251930" y="3230332"/>
                </a:lnTo>
                <a:lnTo>
                  <a:pt x="1254851" y="3235196"/>
                </a:lnTo>
                <a:lnTo>
                  <a:pt x="1254786" y="3237168"/>
                </a:lnTo>
                <a:lnTo>
                  <a:pt x="1253763" y="3238329"/>
                </a:lnTo>
                <a:lnTo>
                  <a:pt x="1248315" y="3241235"/>
                </a:lnTo>
                <a:lnTo>
                  <a:pt x="1247052" y="3242930"/>
                </a:lnTo>
                <a:lnTo>
                  <a:pt x="1254464" y="3252438"/>
                </a:lnTo>
                <a:lnTo>
                  <a:pt x="1264418" y="3256002"/>
                </a:lnTo>
                <a:lnTo>
                  <a:pt x="1265689" y="3257967"/>
                </a:lnTo>
                <a:lnTo>
                  <a:pt x="1265565" y="3260713"/>
                </a:lnTo>
                <a:lnTo>
                  <a:pt x="1259474" y="3268907"/>
                </a:lnTo>
                <a:lnTo>
                  <a:pt x="1256874" y="3274085"/>
                </a:lnTo>
                <a:lnTo>
                  <a:pt x="1257064" y="3277335"/>
                </a:lnTo>
                <a:lnTo>
                  <a:pt x="1258518" y="3278920"/>
                </a:lnTo>
                <a:lnTo>
                  <a:pt x="1262206" y="3276670"/>
                </a:lnTo>
                <a:lnTo>
                  <a:pt x="1263659" y="3274231"/>
                </a:lnTo>
                <a:lnTo>
                  <a:pt x="1266069" y="3276845"/>
                </a:lnTo>
                <a:lnTo>
                  <a:pt x="1266069" y="3284076"/>
                </a:lnTo>
                <a:lnTo>
                  <a:pt x="1264711" y="3289341"/>
                </a:lnTo>
                <a:lnTo>
                  <a:pt x="1264579" y="3289984"/>
                </a:lnTo>
                <a:lnTo>
                  <a:pt x="1264550" y="3290144"/>
                </a:lnTo>
                <a:lnTo>
                  <a:pt x="1264411" y="3290729"/>
                </a:lnTo>
                <a:lnTo>
                  <a:pt x="1264360" y="3290970"/>
                </a:lnTo>
                <a:lnTo>
                  <a:pt x="1264302" y="3291364"/>
                </a:lnTo>
                <a:lnTo>
                  <a:pt x="1265288" y="3291831"/>
                </a:lnTo>
                <a:lnTo>
                  <a:pt x="1265434" y="3291824"/>
                </a:lnTo>
                <a:lnTo>
                  <a:pt x="1266244" y="3291634"/>
                </a:lnTo>
                <a:lnTo>
                  <a:pt x="1266390" y="3291598"/>
                </a:lnTo>
                <a:lnTo>
                  <a:pt x="1266690" y="3291590"/>
                </a:lnTo>
                <a:lnTo>
                  <a:pt x="1267654" y="3291583"/>
                </a:lnTo>
                <a:lnTo>
                  <a:pt x="1267866" y="3291583"/>
                </a:lnTo>
                <a:lnTo>
                  <a:pt x="1268121" y="3291561"/>
                </a:lnTo>
                <a:lnTo>
                  <a:pt x="1271583" y="3291401"/>
                </a:lnTo>
                <a:lnTo>
                  <a:pt x="1275512" y="3292963"/>
                </a:lnTo>
                <a:lnTo>
                  <a:pt x="1277228" y="3294789"/>
                </a:lnTo>
                <a:lnTo>
                  <a:pt x="1278236" y="3298207"/>
                </a:lnTo>
                <a:lnTo>
                  <a:pt x="1279339" y="3299383"/>
                </a:lnTo>
                <a:lnTo>
                  <a:pt x="1280310" y="3300405"/>
                </a:lnTo>
                <a:lnTo>
                  <a:pt x="1281150" y="3301282"/>
                </a:lnTo>
                <a:lnTo>
                  <a:pt x="1281413" y="3301552"/>
                </a:lnTo>
                <a:lnTo>
                  <a:pt x="1282114" y="3302311"/>
                </a:lnTo>
                <a:lnTo>
                  <a:pt x="1282815" y="3303115"/>
                </a:lnTo>
                <a:lnTo>
                  <a:pt x="1282990" y="3303283"/>
                </a:lnTo>
                <a:lnTo>
                  <a:pt x="1283056" y="3303385"/>
                </a:lnTo>
                <a:lnTo>
                  <a:pt x="1283443" y="3303823"/>
                </a:lnTo>
                <a:lnTo>
                  <a:pt x="1289841" y="3316312"/>
                </a:lnTo>
                <a:lnTo>
                  <a:pt x="1300101" y="3314383"/>
                </a:lnTo>
                <a:lnTo>
                  <a:pt x="1300934" y="3314216"/>
                </a:lnTo>
                <a:lnTo>
                  <a:pt x="1301482" y="3314099"/>
                </a:lnTo>
                <a:lnTo>
                  <a:pt x="1302322" y="3313916"/>
                </a:lnTo>
                <a:lnTo>
                  <a:pt x="1303205" y="3314632"/>
                </a:lnTo>
                <a:lnTo>
                  <a:pt x="1303665" y="3315654"/>
                </a:lnTo>
                <a:lnTo>
                  <a:pt x="1303790" y="3315917"/>
                </a:lnTo>
                <a:lnTo>
                  <a:pt x="1304250" y="3316947"/>
                </a:lnTo>
                <a:lnTo>
                  <a:pt x="1304330" y="3317137"/>
                </a:lnTo>
                <a:lnTo>
                  <a:pt x="1304454" y="3317370"/>
                </a:lnTo>
                <a:lnTo>
                  <a:pt x="1307273" y="3323133"/>
                </a:lnTo>
                <a:lnTo>
                  <a:pt x="1305309" y="3329764"/>
                </a:lnTo>
                <a:lnTo>
                  <a:pt x="1305119" y="3332583"/>
                </a:lnTo>
                <a:lnTo>
                  <a:pt x="1307529" y="3337038"/>
                </a:lnTo>
                <a:lnTo>
                  <a:pt x="1308098" y="3348241"/>
                </a:lnTo>
                <a:lnTo>
                  <a:pt x="1307083" y="3349351"/>
                </a:lnTo>
                <a:lnTo>
                  <a:pt x="1302650" y="3351622"/>
                </a:lnTo>
                <a:lnTo>
                  <a:pt x="1303592" y="3357706"/>
                </a:lnTo>
                <a:lnTo>
                  <a:pt x="1303782" y="3358239"/>
                </a:lnTo>
                <a:lnTo>
                  <a:pt x="1305309" y="3362577"/>
                </a:lnTo>
                <a:lnTo>
                  <a:pt x="1306835" y="3364140"/>
                </a:lnTo>
                <a:lnTo>
                  <a:pt x="1311779" y="3364454"/>
                </a:lnTo>
                <a:lnTo>
                  <a:pt x="1313744" y="3365206"/>
                </a:lnTo>
                <a:lnTo>
                  <a:pt x="1322237" y="3372648"/>
                </a:lnTo>
                <a:lnTo>
                  <a:pt x="1329650" y="3374868"/>
                </a:lnTo>
                <a:lnTo>
                  <a:pt x="1340751" y="3373327"/>
                </a:lnTo>
                <a:lnTo>
                  <a:pt x="1346447" y="3376511"/>
                </a:lnTo>
                <a:lnTo>
                  <a:pt x="1348616" y="3379075"/>
                </a:lnTo>
                <a:lnTo>
                  <a:pt x="1348989" y="3379549"/>
                </a:lnTo>
                <a:lnTo>
                  <a:pt x="1349317" y="3380294"/>
                </a:lnTo>
                <a:lnTo>
                  <a:pt x="1349558" y="3380842"/>
                </a:lnTo>
                <a:lnTo>
                  <a:pt x="1352479" y="3391672"/>
                </a:lnTo>
                <a:lnTo>
                  <a:pt x="1351778" y="3396310"/>
                </a:lnTo>
                <a:lnTo>
                  <a:pt x="1350252" y="3399406"/>
                </a:lnTo>
                <a:lnTo>
                  <a:pt x="1357606" y="3400611"/>
                </a:lnTo>
                <a:lnTo>
                  <a:pt x="1363631" y="3399450"/>
                </a:lnTo>
                <a:lnTo>
                  <a:pt x="1364457" y="3400604"/>
                </a:lnTo>
                <a:lnTo>
                  <a:pt x="1364391" y="3402664"/>
                </a:lnTo>
                <a:lnTo>
                  <a:pt x="1365413" y="3404614"/>
                </a:lnTo>
                <a:lnTo>
                  <a:pt x="1365026" y="3411004"/>
                </a:lnTo>
                <a:lnTo>
                  <a:pt x="1362171" y="3412209"/>
                </a:lnTo>
                <a:lnTo>
                  <a:pt x="1360717" y="3417095"/>
                </a:lnTo>
                <a:lnTo>
                  <a:pt x="1360717" y="3420724"/>
                </a:lnTo>
                <a:lnTo>
                  <a:pt x="1362171" y="3424675"/>
                </a:lnTo>
                <a:lnTo>
                  <a:pt x="1362434" y="3425471"/>
                </a:lnTo>
                <a:lnTo>
                  <a:pt x="1362616" y="3426019"/>
                </a:lnTo>
                <a:lnTo>
                  <a:pt x="1362879" y="3426815"/>
                </a:lnTo>
                <a:lnTo>
                  <a:pt x="1363697" y="3429671"/>
                </a:lnTo>
                <a:lnTo>
                  <a:pt x="1365976" y="3430525"/>
                </a:lnTo>
                <a:lnTo>
                  <a:pt x="1366385" y="3430657"/>
                </a:lnTo>
                <a:lnTo>
                  <a:pt x="1367319" y="3430971"/>
                </a:lnTo>
                <a:lnTo>
                  <a:pt x="1367626" y="3431073"/>
                </a:lnTo>
                <a:lnTo>
                  <a:pt x="1367736" y="3431087"/>
                </a:lnTo>
                <a:lnTo>
                  <a:pt x="1371110" y="3431825"/>
                </a:lnTo>
                <a:lnTo>
                  <a:pt x="1371621" y="3433161"/>
                </a:lnTo>
                <a:lnTo>
                  <a:pt x="1369591" y="3440304"/>
                </a:lnTo>
                <a:lnTo>
                  <a:pt x="1371811" y="3441881"/>
                </a:lnTo>
                <a:lnTo>
                  <a:pt x="1374309" y="3442363"/>
                </a:lnTo>
                <a:lnTo>
                  <a:pt x="1374506" y="3442400"/>
                </a:lnTo>
                <a:lnTo>
                  <a:pt x="1374601" y="3442415"/>
                </a:lnTo>
                <a:lnTo>
                  <a:pt x="1374937" y="3442290"/>
                </a:lnTo>
                <a:lnTo>
                  <a:pt x="1375667" y="3441998"/>
                </a:lnTo>
                <a:lnTo>
                  <a:pt x="1375740" y="3441976"/>
                </a:lnTo>
                <a:lnTo>
                  <a:pt x="1375842" y="3441940"/>
                </a:lnTo>
                <a:lnTo>
                  <a:pt x="1376258" y="3441794"/>
                </a:lnTo>
                <a:lnTo>
                  <a:pt x="1380940" y="3440311"/>
                </a:lnTo>
                <a:lnTo>
                  <a:pt x="1381568" y="3441626"/>
                </a:lnTo>
                <a:lnTo>
                  <a:pt x="1378909" y="3446263"/>
                </a:lnTo>
                <a:lnTo>
                  <a:pt x="1375689" y="3448732"/>
                </a:lnTo>
                <a:lnTo>
                  <a:pt x="1375207" y="3449199"/>
                </a:lnTo>
                <a:lnTo>
                  <a:pt x="1374856" y="3449535"/>
                </a:lnTo>
                <a:lnTo>
                  <a:pt x="1374696" y="3449740"/>
                </a:lnTo>
                <a:lnTo>
                  <a:pt x="1374287" y="3450265"/>
                </a:lnTo>
                <a:lnTo>
                  <a:pt x="1373520" y="3451478"/>
                </a:lnTo>
                <a:lnTo>
                  <a:pt x="1373907" y="3452011"/>
                </a:lnTo>
                <a:lnTo>
                  <a:pt x="1374294" y="3452274"/>
                </a:lnTo>
                <a:lnTo>
                  <a:pt x="1375280" y="3452274"/>
                </a:lnTo>
                <a:lnTo>
                  <a:pt x="1375419" y="3452274"/>
                </a:lnTo>
                <a:lnTo>
                  <a:pt x="1375711" y="3452347"/>
                </a:lnTo>
                <a:lnTo>
                  <a:pt x="1378340" y="3453004"/>
                </a:lnTo>
                <a:lnTo>
                  <a:pt x="1378544" y="3453055"/>
                </a:lnTo>
                <a:lnTo>
                  <a:pt x="1379297" y="3453238"/>
                </a:lnTo>
                <a:lnTo>
                  <a:pt x="1379706" y="3453369"/>
                </a:lnTo>
                <a:lnTo>
                  <a:pt x="1379903" y="3453435"/>
                </a:lnTo>
                <a:lnTo>
                  <a:pt x="1383116" y="3454406"/>
                </a:lnTo>
                <a:lnTo>
                  <a:pt x="1384423" y="3454647"/>
                </a:lnTo>
                <a:lnTo>
                  <a:pt x="1384504" y="3454691"/>
                </a:lnTo>
                <a:lnTo>
                  <a:pt x="1388732" y="3456458"/>
                </a:lnTo>
                <a:lnTo>
                  <a:pt x="1395707" y="3460672"/>
                </a:lnTo>
                <a:lnTo>
                  <a:pt x="1410868" y="3465193"/>
                </a:lnTo>
                <a:lnTo>
                  <a:pt x="1412000" y="3464872"/>
                </a:lnTo>
                <a:lnTo>
                  <a:pt x="1415681" y="3460453"/>
                </a:lnTo>
                <a:lnTo>
                  <a:pt x="1422589" y="3457919"/>
                </a:lnTo>
                <a:lnTo>
                  <a:pt x="1423400" y="3458591"/>
                </a:lnTo>
                <a:lnTo>
                  <a:pt x="1423553" y="3458686"/>
                </a:lnTo>
                <a:lnTo>
                  <a:pt x="1423670" y="3458810"/>
                </a:lnTo>
                <a:lnTo>
                  <a:pt x="1431843" y="3465573"/>
                </a:lnTo>
                <a:lnTo>
                  <a:pt x="1434698" y="3461498"/>
                </a:lnTo>
                <a:lnTo>
                  <a:pt x="1439577" y="3462754"/>
                </a:lnTo>
                <a:lnTo>
                  <a:pt x="1442228" y="3465974"/>
                </a:lnTo>
                <a:lnTo>
                  <a:pt x="1443637" y="3467698"/>
                </a:lnTo>
                <a:lnTo>
                  <a:pt x="1443761" y="3470962"/>
                </a:lnTo>
                <a:lnTo>
                  <a:pt x="1442564" y="3474402"/>
                </a:lnTo>
                <a:lnTo>
                  <a:pt x="1442052" y="3483239"/>
                </a:lnTo>
                <a:lnTo>
                  <a:pt x="1444718" y="3485510"/>
                </a:lnTo>
                <a:lnTo>
                  <a:pt x="1454986" y="3486555"/>
                </a:lnTo>
                <a:lnTo>
                  <a:pt x="1458214" y="3502074"/>
                </a:lnTo>
                <a:lnTo>
                  <a:pt x="1462275" y="3501789"/>
                </a:lnTo>
                <a:lnTo>
                  <a:pt x="1473573" y="3497217"/>
                </a:lnTo>
                <a:lnTo>
                  <a:pt x="1476793" y="3495903"/>
                </a:lnTo>
                <a:lnTo>
                  <a:pt x="1479897" y="3499379"/>
                </a:lnTo>
                <a:lnTo>
                  <a:pt x="1488018" y="3497874"/>
                </a:lnTo>
                <a:lnTo>
                  <a:pt x="1494985" y="3491236"/>
                </a:lnTo>
                <a:lnTo>
                  <a:pt x="1500229" y="3493814"/>
                </a:lnTo>
                <a:lnTo>
                  <a:pt x="1503099" y="3495223"/>
                </a:lnTo>
                <a:lnTo>
                  <a:pt x="1504684" y="3496830"/>
                </a:lnTo>
                <a:lnTo>
                  <a:pt x="1504122" y="3498744"/>
                </a:lnTo>
                <a:lnTo>
                  <a:pt x="1511220" y="3503688"/>
                </a:lnTo>
                <a:lnTo>
                  <a:pt x="1516668" y="3502548"/>
                </a:lnTo>
                <a:lnTo>
                  <a:pt x="1518699" y="3502768"/>
                </a:lnTo>
                <a:lnTo>
                  <a:pt x="1526111" y="3500832"/>
                </a:lnTo>
                <a:lnTo>
                  <a:pt x="1529763" y="3503783"/>
                </a:lnTo>
                <a:lnTo>
                  <a:pt x="1530420" y="3504593"/>
                </a:lnTo>
                <a:lnTo>
                  <a:pt x="1530690" y="3504849"/>
                </a:lnTo>
                <a:lnTo>
                  <a:pt x="1531691" y="3505974"/>
                </a:lnTo>
                <a:lnTo>
                  <a:pt x="1529347" y="3510648"/>
                </a:lnTo>
                <a:lnTo>
                  <a:pt x="1523694" y="3512415"/>
                </a:lnTo>
                <a:lnTo>
                  <a:pt x="1522336" y="3512787"/>
                </a:lnTo>
                <a:lnTo>
                  <a:pt x="1518633" y="3513576"/>
                </a:lnTo>
                <a:lnTo>
                  <a:pt x="1518976" y="3516300"/>
                </a:lnTo>
                <a:lnTo>
                  <a:pt x="1519078" y="3516775"/>
                </a:lnTo>
                <a:lnTo>
                  <a:pt x="1519202" y="3517016"/>
                </a:lnTo>
                <a:lnTo>
                  <a:pt x="1519392" y="3517082"/>
                </a:lnTo>
                <a:lnTo>
                  <a:pt x="1519801" y="3517315"/>
                </a:lnTo>
                <a:lnTo>
                  <a:pt x="1524789" y="3520251"/>
                </a:lnTo>
                <a:lnTo>
                  <a:pt x="1531311" y="3525480"/>
                </a:lnTo>
                <a:lnTo>
                  <a:pt x="1531501" y="3526780"/>
                </a:lnTo>
                <a:lnTo>
                  <a:pt x="1527039" y="3532236"/>
                </a:lnTo>
                <a:lnTo>
                  <a:pt x="1519648" y="3540517"/>
                </a:lnTo>
                <a:lnTo>
                  <a:pt x="1518699" y="3541576"/>
                </a:lnTo>
                <a:lnTo>
                  <a:pt x="1514894" y="3545841"/>
                </a:lnTo>
                <a:lnTo>
                  <a:pt x="1522693" y="3549274"/>
                </a:lnTo>
                <a:lnTo>
                  <a:pt x="1549167" y="3572958"/>
                </a:lnTo>
                <a:lnTo>
                  <a:pt x="1569484" y="3591128"/>
                </a:lnTo>
                <a:lnTo>
                  <a:pt x="1570828" y="3591581"/>
                </a:lnTo>
                <a:lnTo>
                  <a:pt x="1581710" y="3595247"/>
                </a:lnTo>
                <a:lnTo>
                  <a:pt x="1588495" y="3595232"/>
                </a:lnTo>
                <a:lnTo>
                  <a:pt x="1589919" y="3595232"/>
                </a:lnTo>
                <a:lnTo>
                  <a:pt x="1600917" y="3595203"/>
                </a:lnTo>
                <a:lnTo>
                  <a:pt x="1602341" y="3595196"/>
                </a:lnTo>
                <a:lnTo>
                  <a:pt x="1607767" y="3595181"/>
                </a:lnTo>
                <a:lnTo>
                  <a:pt x="1609681" y="3595970"/>
                </a:lnTo>
                <a:lnTo>
                  <a:pt x="1610995" y="3596503"/>
                </a:lnTo>
                <a:lnTo>
                  <a:pt x="1635936" y="3606706"/>
                </a:lnTo>
                <a:lnTo>
                  <a:pt x="1638389" y="3607706"/>
                </a:lnTo>
                <a:lnTo>
                  <a:pt x="1643531" y="3606749"/>
                </a:lnTo>
                <a:lnTo>
                  <a:pt x="1644027" y="3606654"/>
                </a:lnTo>
                <a:lnTo>
                  <a:pt x="1644699" y="3606004"/>
                </a:lnTo>
                <a:lnTo>
                  <a:pt x="1645225" y="3606530"/>
                </a:lnTo>
                <a:lnTo>
                  <a:pt x="1646029" y="3607692"/>
                </a:lnTo>
                <a:lnTo>
                  <a:pt x="1649797" y="3613125"/>
                </a:lnTo>
                <a:lnTo>
                  <a:pt x="1650330" y="3617821"/>
                </a:lnTo>
                <a:lnTo>
                  <a:pt x="1650812" y="3622035"/>
                </a:lnTo>
                <a:lnTo>
                  <a:pt x="1673846" y="3653029"/>
                </a:lnTo>
                <a:lnTo>
                  <a:pt x="1674781" y="3654285"/>
                </a:lnTo>
                <a:lnTo>
                  <a:pt x="1666090" y="3658616"/>
                </a:lnTo>
                <a:lnTo>
                  <a:pt x="1662161" y="3663692"/>
                </a:lnTo>
                <a:lnTo>
                  <a:pt x="1663622" y="3672762"/>
                </a:lnTo>
                <a:lnTo>
                  <a:pt x="1661657" y="3676589"/>
                </a:lnTo>
                <a:lnTo>
                  <a:pt x="1657633" y="3676706"/>
                </a:lnTo>
                <a:lnTo>
                  <a:pt x="1656216" y="3676743"/>
                </a:lnTo>
                <a:lnTo>
                  <a:pt x="1654683" y="3676786"/>
                </a:lnTo>
                <a:lnTo>
                  <a:pt x="1642713" y="3706240"/>
                </a:lnTo>
                <a:lnTo>
                  <a:pt x="1637119" y="3720014"/>
                </a:lnTo>
                <a:lnTo>
                  <a:pt x="1633883" y="3754031"/>
                </a:lnTo>
                <a:lnTo>
                  <a:pt x="1629319" y="3768090"/>
                </a:lnTo>
                <a:lnTo>
                  <a:pt x="1614742" y="3747240"/>
                </a:lnTo>
                <a:lnTo>
                  <a:pt x="1584120" y="3725126"/>
                </a:lnTo>
                <a:lnTo>
                  <a:pt x="1541645" y="3699404"/>
                </a:lnTo>
                <a:lnTo>
                  <a:pt x="1496388" y="3699988"/>
                </a:lnTo>
                <a:lnTo>
                  <a:pt x="1458557" y="3709796"/>
                </a:lnTo>
                <a:lnTo>
                  <a:pt x="1453036" y="3711228"/>
                </a:lnTo>
                <a:lnTo>
                  <a:pt x="1439452" y="3714748"/>
                </a:lnTo>
                <a:lnTo>
                  <a:pt x="1407443" y="3730625"/>
                </a:lnTo>
                <a:lnTo>
                  <a:pt x="1374243" y="3736825"/>
                </a:lnTo>
                <a:lnTo>
                  <a:pt x="1373856" y="3736898"/>
                </a:lnTo>
                <a:lnTo>
                  <a:pt x="1372841" y="3737081"/>
                </a:lnTo>
                <a:lnTo>
                  <a:pt x="1372454" y="3737161"/>
                </a:lnTo>
                <a:lnTo>
                  <a:pt x="1371066" y="3737424"/>
                </a:lnTo>
                <a:lnTo>
                  <a:pt x="1369671" y="3737680"/>
                </a:lnTo>
                <a:lnTo>
                  <a:pt x="1364581" y="3738629"/>
                </a:lnTo>
                <a:lnTo>
                  <a:pt x="1311231" y="3739082"/>
                </a:lnTo>
                <a:lnTo>
                  <a:pt x="1290921" y="3739243"/>
                </a:lnTo>
                <a:lnTo>
                  <a:pt x="1284531" y="3739097"/>
                </a:lnTo>
                <a:lnTo>
                  <a:pt x="1219351" y="3737578"/>
                </a:lnTo>
                <a:lnTo>
                  <a:pt x="1155193" y="3747634"/>
                </a:lnTo>
                <a:lnTo>
                  <a:pt x="1098258" y="3751563"/>
                </a:lnTo>
                <a:lnTo>
                  <a:pt x="1041396" y="3735438"/>
                </a:lnTo>
                <a:lnTo>
                  <a:pt x="1038226" y="3734539"/>
                </a:lnTo>
                <a:lnTo>
                  <a:pt x="1014871" y="3710826"/>
                </a:lnTo>
                <a:lnTo>
                  <a:pt x="1001075" y="3696819"/>
                </a:lnTo>
                <a:lnTo>
                  <a:pt x="982313" y="3670776"/>
                </a:lnTo>
                <a:lnTo>
                  <a:pt x="944103" y="3602214"/>
                </a:lnTo>
                <a:lnTo>
                  <a:pt x="919105" y="3557373"/>
                </a:lnTo>
                <a:lnTo>
                  <a:pt x="882144" y="3532228"/>
                </a:lnTo>
                <a:lnTo>
                  <a:pt x="866544" y="3521653"/>
                </a:lnTo>
                <a:lnTo>
                  <a:pt x="864733" y="3520434"/>
                </a:lnTo>
                <a:lnTo>
                  <a:pt x="768303" y="3455144"/>
                </a:lnTo>
                <a:lnTo>
                  <a:pt x="761000" y="3450200"/>
                </a:lnTo>
                <a:lnTo>
                  <a:pt x="714764" y="3411661"/>
                </a:lnTo>
                <a:lnTo>
                  <a:pt x="680680" y="3383252"/>
                </a:lnTo>
                <a:lnTo>
                  <a:pt x="666074" y="3372955"/>
                </a:lnTo>
                <a:lnTo>
                  <a:pt x="623365" y="3342836"/>
                </a:lnTo>
                <a:lnTo>
                  <a:pt x="584571" y="3356515"/>
                </a:lnTo>
                <a:lnTo>
                  <a:pt x="562092" y="3360481"/>
                </a:lnTo>
                <a:lnTo>
                  <a:pt x="560711" y="3360809"/>
                </a:lnTo>
                <a:lnTo>
                  <a:pt x="549786" y="3363395"/>
                </a:lnTo>
                <a:lnTo>
                  <a:pt x="548413" y="3363723"/>
                </a:lnTo>
                <a:lnTo>
                  <a:pt x="544316" y="3364695"/>
                </a:lnTo>
                <a:lnTo>
                  <a:pt x="524597" y="3365659"/>
                </a:lnTo>
                <a:lnTo>
                  <a:pt x="522633" y="3366294"/>
                </a:lnTo>
                <a:lnTo>
                  <a:pt x="515717" y="3370194"/>
                </a:lnTo>
                <a:lnTo>
                  <a:pt x="513825" y="3372721"/>
                </a:lnTo>
                <a:lnTo>
                  <a:pt x="513694" y="3375481"/>
                </a:lnTo>
                <a:lnTo>
                  <a:pt x="510524" y="3376708"/>
                </a:lnTo>
                <a:lnTo>
                  <a:pt x="507669" y="3379768"/>
                </a:lnTo>
                <a:lnTo>
                  <a:pt x="506405" y="3379023"/>
                </a:lnTo>
                <a:lnTo>
                  <a:pt x="506464" y="3376139"/>
                </a:lnTo>
                <a:lnTo>
                  <a:pt x="505770" y="3374678"/>
                </a:lnTo>
                <a:lnTo>
                  <a:pt x="499489" y="3372392"/>
                </a:lnTo>
                <a:lnTo>
                  <a:pt x="498730" y="3370800"/>
                </a:lnTo>
                <a:lnTo>
                  <a:pt x="498920" y="3366564"/>
                </a:lnTo>
                <a:lnTo>
                  <a:pt x="498284" y="3365995"/>
                </a:lnTo>
                <a:lnTo>
                  <a:pt x="497211" y="3366426"/>
                </a:lnTo>
                <a:lnTo>
                  <a:pt x="495239" y="3374722"/>
                </a:lnTo>
                <a:lnTo>
                  <a:pt x="495495" y="3378308"/>
                </a:lnTo>
                <a:lnTo>
                  <a:pt x="498416" y="3383968"/>
                </a:lnTo>
                <a:lnTo>
                  <a:pt x="498094" y="3389832"/>
                </a:lnTo>
                <a:lnTo>
                  <a:pt x="498796" y="3392666"/>
                </a:lnTo>
                <a:lnTo>
                  <a:pt x="499869" y="3393805"/>
                </a:lnTo>
                <a:lnTo>
                  <a:pt x="503995" y="3395485"/>
                </a:lnTo>
                <a:lnTo>
                  <a:pt x="505325" y="3396880"/>
                </a:lnTo>
                <a:lnTo>
                  <a:pt x="505135" y="3403051"/>
                </a:lnTo>
                <a:lnTo>
                  <a:pt x="499562" y="3409959"/>
                </a:lnTo>
                <a:lnTo>
                  <a:pt x="495181" y="3409726"/>
                </a:lnTo>
                <a:lnTo>
                  <a:pt x="493092" y="3410646"/>
                </a:lnTo>
                <a:lnTo>
                  <a:pt x="492201" y="3412917"/>
                </a:lnTo>
                <a:lnTo>
                  <a:pt x="492011" y="3418387"/>
                </a:lnTo>
                <a:lnTo>
                  <a:pt x="490806" y="3420878"/>
                </a:lnTo>
                <a:lnTo>
                  <a:pt x="487381" y="3422287"/>
                </a:lnTo>
                <a:lnTo>
                  <a:pt x="478953" y="3422477"/>
                </a:lnTo>
                <a:lnTo>
                  <a:pt x="473563" y="3423602"/>
                </a:lnTo>
                <a:lnTo>
                  <a:pt x="472358" y="3425201"/>
                </a:lnTo>
                <a:lnTo>
                  <a:pt x="472417" y="3428217"/>
                </a:lnTo>
                <a:lnTo>
                  <a:pt x="468816" y="3429802"/>
                </a:lnTo>
                <a:lnTo>
                  <a:pt x="467356" y="3432088"/>
                </a:lnTo>
                <a:lnTo>
                  <a:pt x="462470" y="3437186"/>
                </a:lnTo>
                <a:lnTo>
                  <a:pt x="463039" y="3442794"/>
                </a:lnTo>
                <a:lnTo>
                  <a:pt x="462090" y="3443795"/>
                </a:lnTo>
                <a:lnTo>
                  <a:pt x="459870" y="3443904"/>
                </a:lnTo>
                <a:lnTo>
                  <a:pt x="458285" y="3445153"/>
                </a:lnTo>
                <a:lnTo>
                  <a:pt x="456890" y="3447958"/>
                </a:lnTo>
                <a:lnTo>
                  <a:pt x="456131" y="3451704"/>
                </a:lnTo>
                <a:lnTo>
                  <a:pt x="454042" y="3450974"/>
                </a:lnTo>
                <a:lnTo>
                  <a:pt x="452202" y="3447731"/>
                </a:lnTo>
                <a:lnTo>
                  <a:pt x="450997" y="3447731"/>
                </a:lnTo>
                <a:lnTo>
                  <a:pt x="449602" y="3448681"/>
                </a:lnTo>
                <a:lnTo>
                  <a:pt x="448587" y="3451171"/>
                </a:lnTo>
                <a:lnTo>
                  <a:pt x="444913" y="3454165"/>
                </a:lnTo>
                <a:lnTo>
                  <a:pt x="444343" y="3457028"/>
                </a:lnTo>
                <a:lnTo>
                  <a:pt x="441868" y="3456458"/>
                </a:lnTo>
                <a:lnTo>
                  <a:pt x="438004" y="3456648"/>
                </a:lnTo>
                <a:lnTo>
                  <a:pt x="435718" y="3455399"/>
                </a:lnTo>
                <a:lnTo>
                  <a:pt x="440414" y="3452055"/>
                </a:lnTo>
                <a:lnTo>
                  <a:pt x="442503" y="3446979"/>
                </a:lnTo>
                <a:lnTo>
                  <a:pt x="442503" y="3443415"/>
                </a:lnTo>
                <a:lnTo>
                  <a:pt x="446374" y="3439135"/>
                </a:lnTo>
                <a:lnTo>
                  <a:pt x="446878" y="3436375"/>
                </a:lnTo>
                <a:lnTo>
                  <a:pt x="445994" y="3432701"/>
                </a:lnTo>
                <a:lnTo>
                  <a:pt x="446564" y="3430503"/>
                </a:lnTo>
                <a:lnTo>
                  <a:pt x="448462" y="3429298"/>
                </a:lnTo>
                <a:lnTo>
                  <a:pt x="450617" y="3426567"/>
                </a:lnTo>
                <a:lnTo>
                  <a:pt x="454802" y="3424303"/>
                </a:lnTo>
                <a:lnTo>
                  <a:pt x="455561" y="3423193"/>
                </a:lnTo>
                <a:lnTo>
                  <a:pt x="454736" y="3422258"/>
                </a:lnTo>
                <a:lnTo>
                  <a:pt x="448901" y="3420052"/>
                </a:lnTo>
                <a:lnTo>
                  <a:pt x="442437" y="3419892"/>
                </a:lnTo>
                <a:lnTo>
                  <a:pt x="437493" y="3421323"/>
                </a:lnTo>
                <a:lnTo>
                  <a:pt x="439392" y="3416649"/>
                </a:lnTo>
                <a:lnTo>
                  <a:pt x="444212" y="3413414"/>
                </a:lnTo>
                <a:lnTo>
                  <a:pt x="445855" y="3411449"/>
                </a:lnTo>
                <a:lnTo>
                  <a:pt x="446235" y="3409390"/>
                </a:lnTo>
                <a:lnTo>
                  <a:pt x="442496" y="3407024"/>
                </a:lnTo>
                <a:lnTo>
                  <a:pt x="435529" y="3408068"/>
                </a:lnTo>
                <a:lnTo>
                  <a:pt x="432483" y="3411537"/>
                </a:lnTo>
                <a:lnTo>
                  <a:pt x="425005" y="3417255"/>
                </a:lnTo>
                <a:lnTo>
                  <a:pt x="416190" y="3426238"/>
                </a:lnTo>
                <a:lnTo>
                  <a:pt x="412582" y="3423616"/>
                </a:lnTo>
                <a:lnTo>
                  <a:pt x="401357" y="3412340"/>
                </a:lnTo>
                <a:lnTo>
                  <a:pt x="400028" y="3413129"/>
                </a:lnTo>
                <a:lnTo>
                  <a:pt x="396603" y="3413428"/>
                </a:lnTo>
                <a:lnTo>
                  <a:pt x="391849" y="3417533"/>
                </a:lnTo>
                <a:lnTo>
                  <a:pt x="384619" y="3420198"/>
                </a:lnTo>
                <a:lnTo>
                  <a:pt x="371816" y="3419884"/>
                </a:lnTo>
                <a:lnTo>
                  <a:pt x="370859" y="3418789"/>
                </a:lnTo>
                <a:lnTo>
                  <a:pt x="370290" y="3415539"/>
                </a:lnTo>
                <a:lnTo>
                  <a:pt x="371561" y="3410909"/>
                </a:lnTo>
                <a:lnTo>
                  <a:pt x="371875" y="3400816"/>
                </a:lnTo>
                <a:lnTo>
                  <a:pt x="369340" y="3401159"/>
                </a:lnTo>
                <a:lnTo>
                  <a:pt x="366112" y="3403065"/>
                </a:lnTo>
                <a:lnTo>
                  <a:pt x="359708" y="3402766"/>
                </a:lnTo>
                <a:lnTo>
                  <a:pt x="357108" y="3402050"/>
                </a:lnTo>
                <a:lnTo>
                  <a:pt x="350265" y="3396339"/>
                </a:lnTo>
                <a:lnTo>
                  <a:pt x="344364" y="3400195"/>
                </a:lnTo>
                <a:lnTo>
                  <a:pt x="340121" y="3401159"/>
                </a:lnTo>
                <a:lnTo>
                  <a:pt x="330480" y="3411435"/>
                </a:lnTo>
                <a:lnTo>
                  <a:pt x="328961" y="3412034"/>
                </a:lnTo>
                <a:lnTo>
                  <a:pt x="327822" y="3411062"/>
                </a:lnTo>
                <a:lnTo>
                  <a:pt x="326683" y="3408550"/>
                </a:lnTo>
                <a:lnTo>
                  <a:pt x="325215" y="3398274"/>
                </a:lnTo>
                <a:lnTo>
                  <a:pt x="328136" y="3393725"/>
                </a:lnTo>
                <a:lnTo>
                  <a:pt x="330166" y="3388832"/>
                </a:lnTo>
                <a:lnTo>
                  <a:pt x="331817" y="3383201"/>
                </a:lnTo>
                <a:lnTo>
                  <a:pt x="331561" y="3378388"/>
                </a:lnTo>
                <a:lnTo>
                  <a:pt x="333394" y="3372845"/>
                </a:lnTo>
                <a:lnTo>
                  <a:pt x="330860" y="3373108"/>
                </a:lnTo>
                <a:lnTo>
                  <a:pt x="328326" y="3374408"/>
                </a:lnTo>
                <a:lnTo>
                  <a:pt x="321162" y="3385129"/>
                </a:lnTo>
                <a:lnTo>
                  <a:pt x="314063" y="3391190"/>
                </a:lnTo>
                <a:lnTo>
                  <a:pt x="308995" y="3393637"/>
                </a:lnTo>
                <a:lnTo>
                  <a:pt x="306453" y="3395580"/>
                </a:lnTo>
                <a:lnTo>
                  <a:pt x="297894" y="3403204"/>
                </a:lnTo>
                <a:lnTo>
                  <a:pt x="294724" y="3404205"/>
                </a:lnTo>
                <a:lnTo>
                  <a:pt x="289904" y="3403854"/>
                </a:lnTo>
                <a:lnTo>
                  <a:pt x="279132" y="3417387"/>
                </a:lnTo>
                <a:lnTo>
                  <a:pt x="275393" y="3420629"/>
                </a:lnTo>
                <a:lnTo>
                  <a:pt x="272092" y="3421557"/>
                </a:lnTo>
                <a:lnTo>
                  <a:pt x="263029" y="3421623"/>
                </a:lnTo>
                <a:lnTo>
                  <a:pt x="259669" y="3419592"/>
                </a:lnTo>
                <a:lnTo>
                  <a:pt x="257639" y="3415254"/>
                </a:lnTo>
                <a:lnTo>
                  <a:pt x="259669" y="3402050"/>
                </a:lnTo>
                <a:lnTo>
                  <a:pt x="258399" y="3400845"/>
                </a:lnTo>
                <a:lnTo>
                  <a:pt x="254338" y="3401904"/>
                </a:lnTo>
                <a:lnTo>
                  <a:pt x="250475" y="3410573"/>
                </a:lnTo>
                <a:lnTo>
                  <a:pt x="251044" y="3415787"/>
                </a:lnTo>
                <a:lnTo>
                  <a:pt x="249715" y="3418628"/>
                </a:lnTo>
                <a:lnTo>
                  <a:pt x="249715" y="3423368"/>
                </a:lnTo>
                <a:lnTo>
                  <a:pt x="248766" y="3428393"/>
                </a:lnTo>
                <a:lnTo>
                  <a:pt x="241032" y="3443934"/>
                </a:lnTo>
                <a:lnTo>
                  <a:pt x="240338" y="3447169"/>
                </a:lnTo>
                <a:lnTo>
                  <a:pt x="240082" y="3455779"/>
                </a:lnTo>
                <a:lnTo>
                  <a:pt x="234247" y="3461118"/>
                </a:lnTo>
                <a:lnTo>
                  <a:pt x="236592" y="3468728"/>
                </a:lnTo>
                <a:lnTo>
                  <a:pt x="236592" y="3471342"/>
                </a:lnTo>
                <a:lnTo>
                  <a:pt x="235262" y="3472847"/>
                </a:lnTo>
                <a:lnTo>
                  <a:pt x="227149" y="3474950"/>
                </a:lnTo>
                <a:lnTo>
                  <a:pt x="224037" y="3477367"/>
                </a:lnTo>
                <a:lnTo>
                  <a:pt x="223212" y="3480011"/>
                </a:lnTo>
                <a:lnTo>
                  <a:pt x="223022" y="3483867"/>
                </a:lnTo>
                <a:lnTo>
                  <a:pt x="220050" y="3493230"/>
                </a:lnTo>
                <a:lnTo>
                  <a:pt x="217698" y="3495318"/>
                </a:lnTo>
                <a:lnTo>
                  <a:pt x="214156" y="3495910"/>
                </a:lnTo>
                <a:lnTo>
                  <a:pt x="207496" y="3495830"/>
                </a:lnTo>
                <a:lnTo>
                  <a:pt x="192218" y="3497889"/>
                </a:lnTo>
                <a:lnTo>
                  <a:pt x="179284" y="3503768"/>
                </a:lnTo>
                <a:lnTo>
                  <a:pt x="162041" y="3507398"/>
                </a:lnTo>
                <a:lnTo>
                  <a:pt x="152533" y="3504827"/>
                </a:lnTo>
                <a:lnTo>
                  <a:pt x="150188" y="3503564"/>
                </a:lnTo>
                <a:lnTo>
                  <a:pt x="147077" y="3494164"/>
                </a:lnTo>
                <a:lnTo>
                  <a:pt x="142454" y="3489008"/>
                </a:lnTo>
                <a:lnTo>
                  <a:pt x="139789" y="3488030"/>
                </a:lnTo>
                <a:lnTo>
                  <a:pt x="135604" y="3488994"/>
                </a:lnTo>
                <a:lnTo>
                  <a:pt x="130791" y="3488979"/>
                </a:lnTo>
                <a:lnTo>
                  <a:pt x="130083" y="3487168"/>
                </a:lnTo>
                <a:lnTo>
                  <a:pt x="131675" y="3481384"/>
                </a:lnTo>
                <a:lnTo>
                  <a:pt x="131485" y="3479675"/>
                </a:lnTo>
                <a:lnTo>
                  <a:pt x="122422" y="3469531"/>
                </a:lnTo>
                <a:lnTo>
                  <a:pt x="107516" y="3467223"/>
                </a:lnTo>
                <a:lnTo>
                  <a:pt x="104164" y="3466004"/>
                </a:lnTo>
                <a:lnTo>
                  <a:pt x="97883" y="3462418"/>
                </a:lnTo>
                <a:lnTo>
                  <a:pt x="88944" y="3463411"/>
                </a:lnTo>
                <a:lnTo>
                  <a:pt x="88119" y="3464295"/>
                </a:lnTo>
                <a:lnTo>
                  <a:pt x="88813" y="3467158"/>
                </a:lnTo>
                <a:lnTo>
                  <a:pt x="86410" y="3470013"/>
                </a:lnTo>
                <a:lnTo>
                  <a:pt x="63084" y="3479660"/>
                </a:lnTo>
                <a:lnTo>
                  <a:pt x="62317" y="3480610"/>
                </a:lnTo>
                <a:lnTo>
                  <a:pt x="48178" y="3475907"/>
                </a:lnTo>
                <a:lnTo>
                  <a:pt x="42036" y="3471642"/>
                </a:lnTo>
                <a:lnTo>
                  <a:pt x="38735" y="3466734"/>
                </a:lnTo>
                <a:lnTo>
                  <a:pt x="35252" y="3458029"/>
                </a:lnTo>
                <a:lnTo>
                  <a:pt x="26817" y="3443970"/>
                </a:lnTo>
                <a:lnTo>
                  <a:pt x="21369" y="3440581"/>
                </a:lnTo>
                <a:lnTo>
                  <a:pt x="8238" y="3438442"/>
                </a:lnTo>
                <a:lnTo>
                  <a:pt x="0" y="3428137"/>
                </a:lnTo>
                <a:lnTo>
                  <a:pt x="15979" y="3396631"/>
                </a:lnTo>
                <a:lnTo>
                  <a:pt x="12050" y="3388371"/>
                </a:lnTo>
                <a:lnTo>
                  <a:pt x="10209" y="3381704"/>
                </a:lnTo>
                <a:lnTo>
                  <a:pt x="19141" y="3375825"/>
                </a:lnTo>
                <a:lnTo>
                  <a:pt x="31827" y="3377738"/>
                </a:lnTo>
                <a:lnTo>
                  <a:pt x="56613" y="3363176"/>
                </a:lnTo>
                <a:lnTo>
                  <a:pt x="79815" y="3345692"/>
                </a:lnTo>
                <a:lnTo>
                  <a:pt x="98767" y="3322731"/>
                </a:lnTo>
                <a:lnTo>
                  <a:pt x="140044" y="3269703"/>
                </a:lnTo>
                <a:lnTo>
                  <a:pt x="163560" y="3246479"/>
                </a:lnTo>
                <a:lnTo>
                  <a:pt x="165532" y="3243989"/>
                </a:lnTo>
                <a:lnTo>
                  <a:pt x="174084" y="3228141"/>
                </a:lnTo>
                <a:lnTo>
                  <a:pt x="161216" y="3214097"/>
                </a:lnTo>
                <a:lnTo>
                  <a:pt x="161917" y="3208474"/>
                </a:lnTo>
                <a:lnTo>
                  <a:pt x="169899" y="3205903"/>
                </a:lnTo>
                <a:lnTo>
                  <a:pt x="170915" y="3203259"/>
                </a:lnTo>
                <a:lnTo>
                  <a:pt x="171740" y="3189077"/>
                </a:lnTo>
                <a:lnTo>
                  <a:pt x="175669" y="3180853"/>
                </a:lnTo>
                <a:lnTo>
                  <a:pt x="183505" y="3173280"/>
                </a:lnTo>
                <a:lnTo>
                  <a:pt x="184382" y="3172440"/>
                </a:lnTo>
                <a:lnTo>
                  <a:pt x="184739" y="3172097"/>
                </a:lnTo>
                <a:lnTo>
                  <a:pt x="186383" y="3160105"/>
                </a:lnTo>
                <a:lnTo>
                  <a:pt x="190312" y="3153824"/>
                </a:lnTo>
                <a:lnTo>
                  <a:pt x="193196" y="3152597"/>
                </a:lnTo>
                <a:lnTo>
                  <a:pt x="207430" y="3146550"/>
                </a:lnTo>
                <a:lnTo>
                  <a:pt x="220240" y="3137312"/>
                </a:lnTo>
                <a:lnTo>
                  <a:pt x="228478" y="3132273"/>
                </a:lnTo>
                <a:lnTo>
                  <a:pt x="232816" y="3130462"/>
                </a:lnTo>
                <a:lnTo>
                  <a:pt x="233933" y="3129994"/>
                </a:lnTo>
                <a:lnTo>
                  <a:pt x="239579" y="3129249"/>
                </a:lnTo>
                <a:lnTo>
                  <a:pt x="244837" y="3131119"/>
                </a:lnTo>
                <a:lnTo>
                  <a:pt x="262459" y="3148391"/>
                </a:lnTo>
                <a:lnTo>
                  <a:pt x="264533" y="3149888"/>
                </a:lnTo>
                <a:lnTo>
                  <a:pt x="279008" y="3160404"/>
                </a:lnTo>
                <a:lnTo>
                  <a:pt x="302648" y="3174667"/>
                </a:lnTo>
                <a:lnTo>
                  <a:pt x="306453" y="3175726"/>
                </a:lnTo>
                <a:lnTo>
                  <a:pt x="309374" y="3176544"/>
                </a:lnTo>
                <a:lnTo>
                  <a:pt x="319519" y="3176917"/>
                </a:lnTo>
                <a:lnTo>
                  <a:pt x="325770" y="3175872"/>
                </a:lnTo>
                <a:lnTo>
                  <a:pt x="327172" y="3175639"/>
                </a:lnTo>
                <a:lnTo>
                  <a:pt x="342779" y="3173543"/>
                </a:lnTo>
                <a:lnTo>
                  <a:pt x="367946" y="3174288"/>
                </a:lnTo>
                <a:lnTo>
                  <a:pt x="369070" y="3174492"/>
                </a:lnTo>
                <a:lnTo>
                  <a:pt x="370662" y="3174784"/>
                </a:lnTo>
                <a:lnTo>
                  <a:pt x="371451" y="3174930"/>
                </a:lnTo>
                <a:lnTo>
                  <a:pt x="394573" y="3179173"/>
                </a:lnTo>
                <a:lnTo>
                  <a:pt x="421645" y="3188171"/>
                </a:lnTo>
                <a:lnTo>
                  <a:pt x="429606" y="3192312"/>
                </a:lnTo>
                <a:lnTo>
                  <a:pt x="449792" y="3202814"/>
                </a:lnTo>
                <a:lnTo>
                  <a:pt x="465661" y="3213089"/>
                </a:lnTo>
                <a:lnTo>
                  <a:pt x="468940" y="3215207"/>
                </a:lnTo>
                <a:lnTo>
                  <a:pt x="473388" y="3218815"/>
                </a:lnTo>
                <a:close/>
              </a:path>
            </a:pathLst>
          </a:custGeom>
          <a:solidFill>
            <a:srgbClr val="F5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7516734" y="1287780"/>
            <a:ext cx="3102132" cy="3768090"/>
          </a:xfrm>
          <a:custGeom>
            <a:avLst/>
            <a:gdLst/>
            <a:ahLst/>
            <a:cxnLst/>
            <a:rect l="l" t="t" r="r" b="b"/>
            <a:pathLst>
              <a:path w="3102132" h="3768090">
                <a:moveTo>
                  <a:pt x="473388" y="3218815"/>
                </a:moveTo>
                <a:lnTo>
                  <a:pt x="498985" y="3239600"/>
                </a:lnTo>
                <a:lnTo>
                  <a:pt x="503864" y="3245982"/>
                </a:lnTo>
                <a:lnTo>
                  <a:pt x="508750" y="3257258"/>
                </a:lnTo>
                <a:lnTo>
                  <a:pt x="519215" y="3286909"/>
                </a:lnTo>
                <a:lnTo>
                  <a:pt x="524466" y="3297039"/>
                </a:lnTo>
                <a:lnTo>
                  <a:pt x="530871" y="3305291"/>
                </a:lnTo>
                <a:lnTo>
                  <a:pt x="543235" y="3318429"/>
                </a:lnTo>
                <a:lnTo>
                  <a:pt x="562004" y="3333459"/>
                </a:lnTo>
                <a:lnTo>
                  <a:pt x="573667" y="3340587"/>
                </a:lnTo>
                <a:lnTo>
                  <a:pt x="580832" y="3343589"/>
                </a:lnTo>
                <a:lnTo>
                  <a:pt x="588310" y="3344662"/>
                </a:lnTo>
                <a:lnTo>
                  <a:pt x="619881" y="3327054"/>
                </a:lnTo>
                <a:lnTo>
                  <a:pt x="577728" y="3264058"/>
                </a:lnTo>
                <a:lnTo>
                  <a:pt x="571323" y="3231091"/>
                </a:lnTo>
                <a:lnTo>
                  <a:pt x="564173" y="3199053"/>
                </a:lnTo>
                <a:lnTo>
                  <a:pt x="560836" y="3184088"/>
                </a:lnTo>
                <a:lnTo>
                  <a:pt x="560565" y="3182891"/>
                </a:lnTo>
                <a:lnTo>
                  <a:pt x="560529" y="3182701"/>
                </a:lnTo>
                <a:lnTo>
                  <a:pt x="560405" y="3182139"/>
                </a:lnTo>
                <a:lnTo>
                  <a:pt x="560310" y="3181722"/>
                </a:lnTo>
                <a:lnTo>
                  <a:pt x="560266" y="3181510"/>
                </a:lnTo>
                <a:lnTo>
                  <a:pt x="560222" y="3181313"/>
                </a:lnTo>
                <a:lnTo>
                  <a:pt x="560003" y="3180342"/>
                </a:lnTo>
                <a:lnTo>
                  <a:pt x="543739" y="3114643"/>
                </a:lnTo>
                <a:lnTo>
                  <a:pt x="534654" y="3105113"/>
                </a:lnTo>
                <a:lnTo>
                  <a:pt x="518521" y="3088184"/>
                </a:lnTo>
                <a:lnTo>
                  <a:pt x="474944" y="3042488"/>
                </a:lnTo>
                <a:lnTo>
                  <a:pt x="460111" y="3026940"/>
                </a:lnTo>
                <a:lnTo>
                  <a:pt x="435215" y="3000853"/>
                </a:lnTo>
                <a:lnTo>
                  <a:pt x="425049" y="2990987"/>
                </a:lnTo>
                <a:lnTo>
                  <a:pt x="413174" y="2979448"/>
                </a:lnTo>
                <a:lnTo>
                  <a:pt x="376943" y="2944269"/>
                </a:lnTo>
                <a:lnTo>
                  <a:pt x="353880" y="2925865"/>
                </a:lnTo>
                <a:lnTo>
                  <a:pt x="330532" y="2907234"/>
                </a:lnTo>
                <a:lnTo>
                  <a:pt x="302444" y="2875093"/>
                </a:lnTo>
                <a:lnTo>
                  <a:pt x="280038" y="2849496"/>
                </a:lnTo>
                <a:lnTo>
                  <a:pt x="273604" y="2842156"/>
                </a:lnTo>
                <a:lnTo>
                  <a:pt x="255660" y="2807021"/>
                </a:lnTo>
                <a:lnTo>
                  <a:pt x="253695" y="2797352"/>
                </a:lnTo>
                <a:lnTo>
                  <a:pt x="229413" y="2721691"/>
                </a:lnTo>
                <a:lnTo>
                  <a:pt x="230851" y="2694480"/>
                </a:lnTo>
                <a:lnTo>
                  <a:pt x="234992" y="2616263"/>
                </a:lnTo>
                <a:lnTo>
                  <a:pt x="313252" y="2597619"/>
                </a:lnTo>
                <a:lnTo>
                  <a:pt x="317342" y="2596647"/>
                </a:lnTo>
                <a:lnTo>
                  <a:pt x="348600" y="2580851"/>
                </a:lnTo>
                <a:lnTo>
                  <a:pt x="348797" y="2600949"/>
                </a:lnTo>
                <a:lnTo>
                  <a:pt x="384290" y="2585605"/>
                </a:lnTo>
                <a:lnTo>
                  <a:pt x="392725" y="2594376"/>
                </a:lnTo>
                <a:lnTo>
                  <a:pt x="401730" y="2589746"/>
                </a:lnTo>
                <a:lnTo>
                  <a:pt x="406039" y="2582727"/>
                </a:lnTo>
                <a:lnTo>
                  <a:pt x="407813" y="2570633"/>
                </a:lnTo>
                <a:lnTo>
                  <a:pt x="401730" y="2571159"/>
                </a:lnTo>
                <a:lnTo>
                  <a:pt x="400335" y="2581756"/>
                </a:lnTo>
                <a:lnTo>
                  <a:pt x="395515" y="2581113"/>
                </a:lnTo>
                <a:lnTo>
                  <a:pt x="396596" y="2575227"/>
                </a:lnTo>
                <a:lnTo>
                  <a:pt x="397355" y="2567537"/>
                </a:lnTo>
                <a:lnTo>
                  <a:pt x="401160" y="2566704"/>
                </a:lnTo>
                <a:lnTo>
                  <a:pt x="417190" y="2563345"/>
                </a:lnTo>
                <a:lnTo>
                  <a:pt x="431906" y="2560263"/>
                </a:lnTo>
                <a:lnTo>
                  <a:pt x="440400" y="2553245"/>
                </a:lnTo>
                <a:lnTo>
                  <a:pt x="454093" y="2549885"/>
                </a:lnTo>
                <a:lnTo>
                  <a:pt x="457642" y="2546986"/>
                </a:lnTo>
                <a:lnTo>
                  <a:pt x="460878" y="2542882"/>
                </a:lnTo>
                <a:lnTo>
                  <a:pt x="455554" y="2533957"/>
                </a:lnTo>
                <a:lnTo>
                  <a:pt x="455254" y="2528494"/>
                </a:lnTo>
                <a:lnTo>
                  <a:pt x="454604" y="2516459"/>
                </a:lnTo>
                <a:lnTo>
                  <a:pt x="463543" y="2512471"/>
                </a:lnTo>
                <a:lnTo>
                  <a:pt x="458146" y="2506381"/>
                </a:lnTo>
                <a:lnTo>
                  <a:pt x="454086" y="2501721"/>
                </a:lnTo>
                <a:lnTo>
                  <a:pt x="457956" y="2497332"/>
                </a:lnTo>
                <a:lnTo>
                  <a:pt x="461696" y="2496302"/>
                </a:lnTo>
                <a:lnTo>
                  <a:pt x="472409" y="2493374"/>
                </a:lnTo>
                <a:lnTo>
                  <a:pt x="480779" y="2488744"/>
                </a:lnTo>
                <a:lnTo>
                  <a:pt x="479829" y="2486954"/>
                </a:lnTo>
                <a:lnTo>
                  <a:pt x="464171" y="2488072"/>
                </a:lnTo>
                <a:lnTo>
                  <a:pt x="466326" y="2480834"/>
                </a:lnTo>
                <a:lnTo>
                  <a:pt x="456562" y="2483719"/>
                </a:lnTo>
                <a:lnTo>
                  <a:pt x="443818" y="2485048"/>
                </a:lnTo>
                <a:lnTo>
                  <a:pt x="443818" y="2481214"/>
                </a:lnTo>
                <a:lnTo>
                  <a:pt x="451238" y="2479213"/>
                </a:lnTo>
                <a:lnTo>
                  <a:pt x="458336" y="2474568"/>
                </a:lnTo>
                <a:lnTo>
                  <a:pt x="468802" y="2472341"/>
                </a:lnTo>
                <a:lnTo>
                  <a:pt x="483824" y="2476664"/>
                </a:lnTo>
                <a:lnTo>
                  <a:pt x="489784" y="2483230"/>
                </a:lnTo>
                <a:lnTo>
                  <a:pt x="502717" y="2473619"/>
                </a:lnTo>
                <a:lnTo>
                  <a:pt x="502140" y="2467126"/>
                </a:lnTo>
                <a:lnTo>
                  <a:pt x="485730" y="2455982"/>
                </a:lnTo>
                <a:lnTo>
                  <a:pt x="485475" y="2450658"/>
                </a:lnTo>
                <a:lnTo>
                  <a:pt x="489652" y="2447758"/>
                </a:lnTo>
                <a:lnTo>
                  <a:pt x="505186" y="2454448"/>
                </a:lnTo>
                <a:lnTo>
                  <a:pt x="507216" y="2447072"/>
                </a:lnTo>
                <a:lnTo>
                  <a:pt x="503630" y="2440930"/>
                </a:lnTo>
                <a:lnTo>
                  <a:pt x="499738" y="2434284"/>
                </a:lnTo>
                <a:lnTo>
                  <a:pt x="492763" y="2428580"/>
                </a:lnTo>
                <a:lnTo>
                  <a:pt x="481473" y="2417816"/>
                </a:lnTo>
                <a:lnTo>
                  <a:pt x="487877" y="2412857"/>
                </a:lnTo>
                <a:lnTo>
                  <a:pt x="499738" y="2412411"/>
                </a:lnTo>
                <a:lnTo>
                  <a:pt x="501067" y="2407102"/>
                </a:lnTo>
                <a:lnTo>
                  <a:pt x="497897" y="2405006"/>
                </a:lnTo>
                <a:lnTo>
                  <a:pt x="488009" y="2405459"/>
                </a:lnTo>
                <a:lnTo>
                  <a:pt x="483313" y="2397133"/>
                </a:lnTo>
                <a:lnTo>
                  <a:pt x="485665" y="2389180"/>
                </a:lnTo>
                <a:lnTo>
                  <a:pt x="489849" y="2385697"/>
                </a:lnTo>
                <a:lnTo>
                  <a:pt x="492508" y="2381585"/>
                </a:lnTo>
                <a:lnTo>
                  <a:pt x="497393" y="2371302"/>
                </a:lnTo>
                <a:lnTo>
                  <a:pt x="488520" y="2368242"/>
                </a:lnTo>
                <a:lnTo>
                  <a:pt x="483634" y="2354001"/>
                </a:lnTo>
                <a:lnTo>
                  <a:pt x="480399" y="2351014"/>
                </a:lnTo>
                <a:lnTo>
                  <a:pt x="484649" y="2325322"/>
                </a:lnTo>
                <a:lnTo>
                  <a:pt x="483569" y="2316069"/>
                </a:lnTo>
                <a:lnTo>
                  <a:pt x="478668" y="2311855"/>
                </a:lnTo>
                <a:lnTo>
                  <a:pt x="474447" y="2308232"/>
                </a:lnTo>
                <a:lnTo>
                  <a:pt x="453903" y="2308335"/>
                </a:lnTo>
                <a:lnTo>
                  <a:pt x="453261" y="2308400"/>
                </a:lnTo>
                <a:lnTo>
                  <a:pt x="452895" y="2308335"/>
                </a:lnTo>
                <a:lnTo>
                  <a:pt x="402110" y="2308568"/>
                </a:lnTo>
                <a:lnTo>
                  <a:pt x="389877" y="2292217"/>
                </a:lnTo>
                <a:lnTo>
                  <a:pt x="384991" y="2280882"/>
                </a:lnTo>
                <a:lnTo>
                  <a:pt x="384356" y="2276734"/>
                </a:lnTo>
                <a:lnTo>
                  <a:pt x="355705" y="2257797"/>
                </a:lnTo>
                <a:lnTo>
                  <a:pt x="321410" y="2258060"/>
                </a:lnTo>
                <a:lnTo>
                  <a:pt x="304547" y="2224093"/>
                </a:lnTo>
                <a:lnTo>
                  <a:pt x="304489" y="2218966"/>
                </a:lnTo>
                <a:lnTo>
                  <a:pt x="304094" y="2184744"/>
                </a:lnTo>
                <a:lnTo>
                  <a:pt x="309046" y="2165902"/>
                </a:lnTo>
                <a:lnTo>
                  <a:pt x="312420" y="2153194"/>
                </a:lnTo>
                <a:lnTo>
                  <a:pt x="314494" y="2145380"/>
                </a:lnTo>
                <a:lnTo>
                  <a:pt x="307337" y="2095828"/>
                </a:lnTo>
                <a:lnTo>
                  <a:pt x="300903" y="2089124"/>
                </a:lnTo>
                <a:lnTo>
                  <a:pt x="282674" y="2070114"/>
                </a:lnTo>
                <a:lnTo>
                  <a:pt x="263022" y="2036856"/>
                </a:lnTo>
                <a:lnTo>
                  <a:pt x="238921" y="1987581"/>
                </a:lnTo>
                <a:lnTo>
                  <a:pt x="237220" y="1984112"/>
                </a:lnTo>
                <a:lnTo>
                  <a:pt x="242799" y="1976327"/>
                </a:lnTo>
                <a:lnTo>
                  <a:pt x="245910" y="1972150"/>
                </a:lnTo>
                <a:lnTo>
                  <a:pt x="247663" y="1970017"/>
                </a:lnTo>
                <a:lnTo>
                  <a:pt x="250467" y="1966599"/>
                </a:lnTo>
                <a:lnTo>
                  <a:pt x="254974" y="1961056"/>
                </a:lnTo>
                <a:lnTo>
                  <a:pt x="258012" y="1955477"/>
                </a:lnTo>
                <a:lnTo>
                  <a:pt x="261123" y="1944318"/>
                </a:lnTo>
                <a:lnTo>
                  <a:pt x="262583" y="1933188"/>
                </a:lnTo>
                <a:lnTo>
                  <a:pt x="262642" y="1921985"/>
                </a:lnTo>
                <a:lnTo>
                  <a:pt x="262131" y="1917449"/>
                </a:lnTo>
                <a:lnTo>
                  <a:pt x="247429" y="1877750"/>
                </a:lnTo>
                <a:lnTo>
                  <a:pt x="257427" y="1838561"/>
                </a:lnTo>
                <a:lnTo>
                  <a:pt x="259889" y="1828914"/>
                </a:lnTo>
                <a:lnTo>
                  <a:pt x="264037" y="1812664"/>
                </a:lnTo>
                <a:lnTo>
                  <a:pt x="269667" y="1777427"/>
                </a:lnTo>
                <a:lnTo>
                  <a:pt x="271574" y="1765493"/>
                </a:lnTo>
                <a:lnTo>
                  <a:pt x="271026" y="1763441"/>
                </a:lnTo>
                <a:lnTo>
                  <a:pt x="270989" y="1763281"/>
                </a:lnTo>
                <a:lnTo>
                  <a:pt x="270938" y="1763120"/>
                </a:lnTo>
                <a:lnTo>
                  <a:pt x="260042" y="1722485"/>
                </a:lnTo>
                <a:lnTo>
                  <a:pt x="236708" y="1667909"/>
                </a:lnTo>
                <a:lnTo>
                  <a:pt x="225732" y="1649622"/>
                </a:lnTo>
                <a:lnTo>
                  <a:pt x="222832" y="1644787"/>
                </a:lnTo>
                <a:lnTo>
                  <a:pt x="191261" y="1608184"/>
                </a:lnTo>
                <a:lnTo>
                  <a:pt x="176742" y="1576605"/>
                </a:lnTo>
                <a:lnTo>
                  <a:pt x="177378" y="1560933"/>
                </a:lnTo>
                <a:lnTo>
                  <a:pt x="223650" y="1576627"/>
                </a:lnTo>
                <a:lnTo>
                  <a:pt x="247298" y="1571165"/>
                </a:lnTo>
                <a:lnTo>
                  <a:pt x="258523" y="1568572"/>
                </a:lnTo>
                <a:lnTo>
                  <a:pt x="267790" y="1552271"/>
                </a:lnTo>
                <a:lnTo>
                  <a:pt x="268221" y="1551519"/>
                </a:lnTo>
                <a:lnTo>
                  <a:pt x="290664" y="1538344"/>
                </a:lnTo>
                <a:lnTo>
                  <a:pt x="288122" y="1511483"/>
                </a:lnTo>
                <a:lnTo>
                  <a:pt x="281608" y="1490283"/>
                </a:lnTo>
                <a:lnTo>
                  <a:pt x="276087" y="1472302"/>
                </a:lnTo>
                <a:lnTo>
                  <a:pt x="279191" y="1467584"/>
                </a:lnTo>
                <a:lnTo>
                  <a:pt x="283748" y="1460661"/>
                </a:lnTo>
                <a:lnTo>
                  <a:pt x="291358" y="1453687"/>
                </a:lnTo>
                <a:lnTo>
                  <a:pt x="297383" y="1450860"/>
                </a:lnTo>
                <a:lnTo>
                  <a:pt x="306446" y="1448136"/>
                </a:lnTo>
                <a:lnTo>
                  <a:pt x="315516" y="1446727"/>
                </a:lnTo>
                <a:lnTo>
                  <a:pt x="324645" y="1445383"/>
                </a:lnTo>
                <a:lnTo>
                  <a:pt x="336688" y="1446778"/>
                </a:lnTo>
                <a:lnTo>
                  <a:pt x="350323" y="1446807"/>
                </a:lnTo>
                <a:lnTo>
                  <a:pt x="363885" y="1448217"/>
                </a:lnTo>
                <a:lnTo>
                  <a:pt x="378973" y="1448202"/>
                </a:lnTo>
                <a:lnTo>
                  <a:pt x="395588" y="1449663"/>
                </a:lnTo>
                <a:lnTo>
                  <a:pt x="406557" y="1449663"/>
                </a:lnTo>
                <a:lnTo>
                  <a:pt x="412254" y="1449655"/>
                </a:lnTo>
                <a:lnTo>
                  <a:pt x="420491" y="1449692"/>
                </a:lnTo>
                <a:lnTo>
                  <a:pt x="428868" y="1449721"/>
                </a:lnTo>
                <a:lnTo>
                  <a:pt x="431212" y="1449531"/>
                </a:lnTo>
                <a:lnTo>
                  <a:pt x="448579" y="1457937"/>
                </a:lnTo>
                <a:lnTo>
                  <a:pt x="463602" y="1459186"/>
                </a:lnTo>
                <a:lnTo>
                  <a:pt x="474067" y="1456126"/>
                </a:lnTo>
                <a:lnTo>
                  <a:pt x="489090" y="1456301"/>
                </a:lnTo>
                <a:lnTo>
                  <a:pt x="493793" y="1456695"/>
                </a:lnTo>
                <a:lnTo>
                  <a:pt x="493910" y="1456717"/>
                </a:lnTo>
                <a:lnTo>
                  <a:pt x="494012" y="1456710"/>
                </a:lnTo>
                <a:lnTo>
                  <a:pt x="504112" y="1457557"/>
                </a:lnTo>
                <a:lnTo>
                  <a:pt x="505814" y="1458675"/>
                </a:lnTo>
                <a:lnTo>
                  <a:pt x="505923" y="1458748"/>
                </a:lnTo>
                <a:lnTo>
                  <a:pt x="506011" y="1458799"/>
                </a:lnTo>
                <a:lnTo>
                  <a:pt x="519018" y="1467358"/>
                </a:lnTo>
                <a:lnTo>
                  <a:pt x="528015" y="1484571"/>
                </a:lnTo>
                <a:lnTo>
                  <a:pt x="541709" y="1495431"/>
                </a:lnTo>
                <a:lnTo>
                  <a:pt x="554613" y="1497980"/>
                </a:lnTo>
                <a:lnTo>
                  <a:pt x="559017" y="1498856"/>
                </a:lnTo>
                <a:lnTo>
                  <a:pt x="553547" y="1485258"/>
                </a:lnTo>
                <a:lnTo>
                  <a:pt x="551531" y="1480248"/>
                </a:lnTo>
                <a:lnTo>
                  <a:pt x="537714" y="1464904"/>
                </a:lnTo>
                <a:lnTo>
                  <a:pt x="518251" y="1449181"/>
                </a:lnTo>
                <a:lnTo>
                  <a:pt x="504580" y="1437999"/>
                </a:lnTo>
                <a:lnTo>
                  <a:pt x="501768" y="1435699"/>
                </a:lnTo>
                <a:lnTo>
                  <a:pt x="481421" y="1413271"/>
                </a:lnTo>
                <a:lnTo>
                  <a:pt x="480406" y="1412110"/>
                </a:lnTo>
                <a:lnTo>
                  <a:pt x="475908" y="1405143"/>
                </a:lnTo>
                <a:lnTo>
                  <a:pt x="462338" y="1388419"/>
                </a:lnTo>
                <a:lnTo>
                  <a:pt x="452559" y="1375331"/>
                </a:lnTo>
                <a:lnTo>
                  <a:pt x="448769" y="1370278"/>
                </a:lnTo>
                <a:lnTo>
                  <a:pt x="435835" y="1346973"/>
                </a:lnTo>
                <a:lnTo>
                  <a:pt x="430110" y="1336764"/>
                </a:lnTo>
                <a:lnTo>
                  <a:pt x="419038" y="1317016"/>
                </a:lnTo>
                <a:lnTo>
                  <a:pt x="412633" y="1299430"/>
                </a:lnTo>
                <a:lnTo>
                  <a:pt x="409975" y="1270181"/>
                </a:lnTo>
                <a:lnTo>
                  <a:pt x="425969" y="1254479"/>
                </a:lnTo>
                <a:lnTo>
                  <a:pt x="432797" y="1247775"/>
                </a:lnTo>
                <a:lnTo>
                  <a:pt x="445600" y="1235257"/>
                </a:lnTo>
                <a:lnTo>
                  <a:pt x="455554" y="1227261"/>
                </a:lnTo>
                <a:lnTo>
                  <a:pt x="466523" y="1218453"/>
                </a:lnTo>
                <a:lnTo>
                  <a:pt x="478157" y="1221571"/>
                </a:lnTo>
                <a:lnTo>
                  <a:pt x="498408" y="1226998"/>
                </a:lnTo>
                <a:lnTo>
                  <a:pt x="503287" y="1251879"/>
                </a:lnTo>
                <a:lnTo>
                  <a:pt x="505062" y="1251894"/>
                </a:lnTo>
                <a:lnTo>
                  <a:pt x="517243" y="1249141"/>
                </a:lnTo>
                <a:lnTo>
                  <a:pt x="527825" y="1247739"/>
                </a:lnTo>
                <a:lnTo>
                  <a:pt x="538408" y="1243590"/>
                </a:lnTo>
                <a:lnTo>
                  <a:pt x="548997" y="1238055"/>
                </a:lnTo>
                <a:lnTo>
                  <a:pt x="558068" y="1231102"/>
                </a:lnTo>
                <a:lnTo>
                  <a:pt x="566948" y="1220666"/>
                </a:lnTo>
                <a:lnTo>
                  <a:pt x="568716" y="1218577"/>
                </a:lnTo>
                <a:lnTo>
                  <a:pt x="579364" y="1203226"/>
                </a:lnTo>
                <a:lnTo>
                  <a:pt x="583044" y="1198391"/>
                </a:lnTo>
                <a:lnTo>
                  <a:pt x="611570" y="1190752"/>
                </a:lnTo>
                <a:lnTo>
                  <a:pt x="636438" y="1168113"/>
                </a:lnTo>
                <a:lnTo>
                  <a:pt x="636576" y="1167974"/>
                </a:lnTo>
                <a:lnTo>
                  <a:pt x="636752" y="1167828"/>
                </a:lnTo>
                <a:lnTo>
                  <a:pt x="645471" y="1159889"/>
                </a:lnTo>
                <a:lnTo>
                  <a:pt x="645581" y="1159809"/>
                </a:lnTo>
                <a:lnTo>
                  <a:pt x="645742" y="1159634"/>
                </a:lnTo>
                <a:lnTo>
                  <a:pt x="646056" y="1159349"/>
                </a:lnTo>
                <a:lnTo>
                  <a:pt x="646180" y="1159152"/>
                </a:lnTo>
                <a:lnTo>
                  <a:pt x="646253" y="1158998"/>
                </a:lnTo>
                <a:lnTo>
                  <a:pt x="646348" y="1158852"/>
                </a:lnTo>
                <a:lnTo>
                  <a:pt x="650116" y="1152447"/>
                </a:lnTo>
                <a:lnTo>
                  <a:pt x="650226" y="1152287"/>
                </a:lnTo>
                <a:lnTo>
                  <a:pt x="650335" y="1152075"/>
                </a:lnTo>
                <a:lnTo>
                  <a:pt x="657339" y="1140149"/>
                </a:lnTo>
                <a:lnTo>
                  <a:pt x="671675" y="1139755"/>
                </a:lnTo>
                <a:lnTo>
                  <a:pt x="693796" y="1132539"/>
                </a:lnTo>
                <a:lnTo>
                  <a:pt x="691635" y="1120730"/>
                </a:lnTo>
                <a:lnTo>
                  <a:pt x="668060" y="1077196"/>
                </a:lnTo>
                <a:lnTo>
                  <a:pt x="670339" y="1055959"/>
                </a:lnTo>
                <a:lnTo>
                  <a:pt x="674399" y="1018976"/>
                </a:lnTo>
                <a:lnTo>
                  <a:pt x="686062" y="976187"/>
                </a:lnTo>
                <a:lnTo>
                  <a:pt x="692022" y="967905"/>
                </a:lnTo>
                <a:lnTo>
                  <a:pt x="701559" y="956497"/>
                </a:lnTo>
                <a:lnTo>
                  <a:pt x="707855" y="948953"/>
                </a:lnTo>
                <a:lnTo>
                  <a:pt x="712500" y="943395"/>
                </a:lnTo>
                <a:lnTo>
                  <a:pt x="728537" y="917835"/>
                </a:lnTo>
                <a:lnTo>
                  <a:pt x="736651" y="903776"/>
                </a:lnTo>
                <a:lnTo>
                  <a:pt x="749081" y="891017"/>
                </a:lnTo>
                <a:lnTo>
                  <a:pt x="761503" y="884299"/>
                </a:lnTo>
                <a:lnTo>
                  <a:pt x="772276" y="877251"/>
                </a:lnTo>
                <a:lnTo>
                  <a:pt x="793075" y="857766"/>
                </a:lnTo>
                <a:lnTo>
                  <a:pt x="813677" y="829525"/>
                </a:lnTo>
                <a:lnTo>
                  <a:pt x="816591" y="816080"/>
                </a:lnTo>
                <a:lnTo>
                  <a:pt x="816905" y="809398"/>
                </a:lnTo>
                <a:lnTo>
                  <a:pt x="819381" y="757823"/>
                </a:lnTo>
                <a:lnTo>
                  <a:pt x="793776" y="725426"/>
                </a:lnTo>
                <a:lnTo>
                  <a:pt x="758086" y="706460"/>
                </a:lnTo>
                <a:lnTo>
                  <a:pt x="778688" y="670434"/>
                </a:lnTo>
                <a:lnTo>
                  <a:pt x="815510" y="662488"/>
                </a:lnTo>
                <a:lnTo>
                  <a:pt x="830292" y="659304"/>
                </a:lnTo>
                <a:lnTo>
                  <a:pt x="882334" y="649189"/>
                </a:lnTo>
                <a:lnTo>
                  <a:pt x="913109" y="646538"/>
                </a:lnTo>
                <a:lnTo>
                  <a:pt x="913277" y="646509"/>
                </a:lnTo>
                <a:lnTo>
                  <a:pt x="913511" y="646502"/>
                </a:lnTo>
                <a:lnTo>
                  <a:pt x="924743" y="645538"/>
                </a:lnTo>
                <a:lnTo>
                  <a:pt x="957906" y="621569"/>
                </a:lnTo>
                <a:lnTo>
                  <a:pt x="949917" y="583468"/>
                </a:lnTo>
                <a:lnTo>
                  <a:pt x="950990" y="560062"/>
                </a:lnTo>
                <a:lnTo>
                  <a:pt x="959907" y="566226"/>
                </a:lnTo>
                <a:lnTo>
                  <a:pt x="975083" y="576735"/>
                </a:lnTo>
                <a:lnTo>
                  <a:pt x="985768" y="586799"/>
                </a:lnTo>
                <a:lnTo>
                  <a:pt x="991910" y="592575"/>
                </a:lnTo>
                <a:lnTo>
                  <a:pt x="997781" y="598111"/>
                </a:lnTo>
                <a:lnTo>
                  <a:pt x="1002463" y="602522"/>
                </a:lnTo>
                <a:lnTo>
                  <a:pt x="1002908" y="608547"/>
                </a:lnTo>
                <a:lnTo>
                  <a:pt x="1005888" y="648722"/>
                </a:lnTo>
                <a:lnTo>
                  <a:pt x="1006333" y="650876"/>
                </a:lnTo>
                <a:lnTo>
                  <a:pt x="1007794" y="663430"/>
                </a:lnTo>
                <a:lnTo>
                  <a:pt x="1009247" y="675962"/>
                </a:lnTo>
                <a:lnTo>
                  <a:pt x="1013753" y="687092"/>
                </a:lnTo>
                <a:lnTo>
                  <a:pt x="1018186" y="696915"/>
                </a:lnTo>
                <a:lnTo>
                  <a:pt x="1024211" y="708060"/>
                </a:lnTo>
                <a:lnTo>
                  <a:pt x="1029915" y="714384"/>
                </a:lnTo>
                <a:lnTo>
                  <a:pt x="1040819" y="714654"/>
                </a:lnTo>
                <a:lnTo>
                  <a:pt x="1047859" y="716349"/>
                </a:lnTo>
                <a:lnTo>
                  <a:pt x="1055593" y="718788"/>
                </a:lnTo>
                <a:lnTo>
                  <a:pt x="1071127" y="722666"/>
                </a:lnTo>
                <a:lnTo>
                  <a:pt x="1096804" y="727756"/>
                </a:lnTo>
                <a:lnTo>
                  <a:pt x="1111951" y="730341"/>
                </a:lnTo>
                <a:lnTo>
                  <a:pt x="1124819" y="731211"/>
                </a:lnTo>
                <a:lnTo>
                  <a:pt x="1164504" y="721293"/>
                </a:lnTo>
                <a:lnTo>
                  <a:pt x="1181754" y="718072"/>
                </a:lnTo>
                <a:lnTo>
                  <a:pt x="1198990" y="716319"/>
                </a:lnTo>
                <a:lnTo>
                  <a:pt x="1217825" y="715502"/>
                </a:lnTo>
                <a:lnTo>
                  <a:pt x="1234556" y="711704"/>
                </a:lnTo>
                <a:lnTo>
                  <a:pt x="1235951" y="711383"/>
                </a:lnTo>
                <a:lnTo>
                  <a:pt x="1242034" y="710024"/>
                </a:lnTo>
                <a:lnTo>
                  <a:pt x="1248125" y="708578"/>
                </a:lnTo>
                <a:lnTo>
                  <a:pt x="1254143" y="708659"/>
                </a:lnTo>
                <a:lnTo>
                  <a:pt x="1261694" y="707234"/>
                </a:lnTo>
                <a:lnTo>
                  <a:pt x="1267719" y="708629"/>
                </a:lnTo>
                <a:lnTo>
                  <a:pt x="1273803" y="710105"/>
                </a:lnTo>
                <a:lnTo>
                  <a:pt x="1278294" y="711470"/>
                </a:lnTo>
                <a:lnTo>
                  <a:pt x="1284392" y="714253"/>
                </a:lnTo>
                <a:lnTo>
                  <a:pt x="1285846" y="719876"/>
                </a:lnTo>
                <a:lnTo>
                  <a:pt x="1288825" y="725441"/>
                </a:lnTo>
                <a:lnTo>
                  <a:pt x="1290345" y="729633"/>
                </a:lnTo>
                <a:lnTo>
                  <a:pt x="1294851" y="733825"/>
                </a:lnTo>
                <a:lnTo>
                  <a:pt x="1303906" y="740807"/>
                </a:lnTo>
                <a:lnTo>
                  <a:pt x="1315957" y="746423"/>
                </a:lnTo>
                <a:lnTo>
                  <a:pt x="1325589" y="749724"/>
                </a:lnTo>
                <a:lnTo>
                  <a:pt x="1352728" y="775796"/>
                </a:lnTo>
                <a:lnTo>
                  <a:pt x="1370029" y="773853"/>
                </a:lnTo>
                <a:lnTo>
                  <a:pt x="1432164" y="766857"/>
                </a:lnTo>
                <a:lnTo>
                  <a:pt x="1431580" y="764944"/>
                </a:lnTo>
                <a:lnTo>
                  <a:pt x="1431536" y="764746"/>
                </a:lnTo>
                <a:lnTo>
                  <a:pt x="1431470" y="764586"/>
                </a:lnTo>
                <a:lnTo>
                  <a:pt x="1421896" y="732898"/>
                </a:lnTo>
                <a:lnTo>
                  <a:pt x="1421888" y="695031"/>
                </a:lnTo>
                <a:lnTo>
                  <a:pt x="1421041" y="689963"/>
                </a:lnTo>
                <a:lnTo>
                  <a:pt x="1420997" y="689773"/>
                </a:lnTo>
                <a:lnTo>
                  <a:pt x="1420975" y="689561"/>
                </a:lnTo>
                <a:lnTo>
                  <a:pt x="1418785" y="676569"/>
                </a:lnTo>
                <a:lnTo>
                  <a:pt x="1414344" y="649766"/>
                </a:lnTo>
                <a:lnTo>
                  <a:pt x="1453394" y="658471"/>
                </a:lnTo>
                <a:lnTo>
                  <a:pt x="1491180" y="668353"/>
                </a:lnTo>
                <a:lnTo>
                  <a:pt x="1511848" y="668353"/>
                </a:lnTo>
                <a:lnTo>
                  <a:pt x="1536102" y="661897"/>
                </a:lnTo>
                <a:lnTo>
                  <a:pt x="1541901" y="660356"/>
                </a:lnTo>
                <a:lnTo>
                  <a:pt x="1555214" y="653418"/>
                </a:lnTo>
                <a:lnTo>
                  <a:pt x="1566242" y="643873"/>
                </a:lnTo>
                <a:lnTo>
                  <a:pt x="1577657" y="637752"/>
                </a:lnTo>
                <a:lnTo>
                  <a:pt x="1594578" y="629610"/>
                </a:lnTo>
                <a:lnTo>
                  <a:pt x="1595659" y="619130"/>
                </a:lnTo>
                <a:lnTo>
                  <a:pt x="1596353" y="614865"/>
                </a:lnTo>
                <a:lnTo>
                  <a:pt x="1597937" y="610673"/>
                </a:lnTo>
                <a:lnTo>
                  <a:pt x="1597945" y="605122"/>
                </a:lnTo>
                <a:lnTo>
                  <a:pt x="1594899" y="600930"/>
                </a:lnTo>
                <a:lnTo>
                  <a:pt x="1590393" y="595336"/>
                </a:lnTo>
                <a:lnTo>
                  <a:pt x="1584368" y="591107"/>
                </a:lnTo>
                <a:lnTo>
                  <a:pt x="1579877" y="585513"/>
                </a:lnTo>
                <a:lnTo>
                  <a:pt x="1569346" y="574369"/>
                </a:lnTo>
                <a:lnTo>
                  <a:pt x="1560283" y="563166"/>
                </a:lnTo>
                <a:lnTo>
                  <a:pt x="1551285" y="552043"/>
                </a:lnTo>
                <a:lnTo>
                  <a:pt x="1542280" y="539474"/>
                </a:lnTo>
                <a:lnTo>
                  <a:pt x="1528711" y="522692"/>
                </a:lnTo>
                <a:lnTo>
                  <a:pt x="1522818" y="496233"/>
                </a:lnTo>
                <a:lnTo>
                  <a:pt x="1522942" y="469759"/>
                </a:lnTo>
                <a:lnTo>
                  <a:pt x="1527513" y="465581"/>
                </a:lnTo>
                <a:lnTo>
                  <a:pt x="1533531" y="461382"/>
                </a:lnTo>
                <a:lnTo>
                  <a:pt x="1538096" y="458680"/>
                </a:lnTo>
                <a:lnTo>
                  <a:pt x="1545640" y="455868"/>
                </a:lnTo>
                <a:lnTo>
                  <a:pt x="1554703" y="455919"/>
                </a:lnTo>
                <a:lnTo>
                  <a:pt x="1565292" y="457314"/>
                </a:lnTo>
                <a:lnTo>
                  <a:pt x="1575882" y="458768"/>
                </a:lnTo>
                <a:lnTo>
                  <a:pt x="1586464" y="460162"/>
                </a:lnTo>
                <a:lnTo>
                  <a:pt x="1588940" y="460951"/>
                </a:lnTo>
                <a:lnTo>
                  <a:pt x="1591029" y="461608"/>
                </a:lnTo>
                <a:lnTo>
                  <a:pt x="1595593" y="462989"/>
                </a:lnTo>
                <a:lnTo>
                  <a:pt x="1600099" y="462974"/>
                </a:lnTo>
                <a:lnTo>
                  <a:pt x="1606117" y="463054"/>
                </a:lnTo>
                <a:lnTo>
                  <a:pt x="1613727" y="461645"/>
                </a:lnTo>
                <a:lnTo>
                  <a:pt x="1622790" y="458914"/>
                </a:lnTo>
                <a:lnTo>
                  <a:pt x="1631926" y="457519"/>
                </a:lnTo>
                <a:lnTo>
                  <a:pt x="1640924" y="456190"/>
                </a:lnTo>
                <a:lnTo>
                  <a:pt x="1648533" y="458994"/>
                </a:lnTo>
                <a:lnTo>
                  <a:pt x="1657597" y="463193"/>
                </a:lnTo>
                <a:lnTo>
                  <a:pt x="1666594" y="467407"/>
                </a:lnTo>
                <a:lnTo>
                  <a:pt x="1675723" y="471606"/>
                </a:lnTo>
                <a:lnTo>
                  <a:pt x="1680229" y="474367"/>
                </a:lnTo>
                <a:lnTo>
                  <a:pt x="1686247" y="477223"/>
                </a:lnTo>
                <a:lnTo>
                  <a:pt x="1692338" y="480005"/>
                </a:lnTo>
                <a:lnTo>
                  <a:pt x="1698290" y="480005"/>
                </a:lnTo>
                <a:lnTo>
                  <a:pt x="1707426" y="480071"/>
                </a:lnTo>
                <a:lnTo>
                  <a:pt x="1716489" y="478676"/>
                </a:lnTo>
                <a:lnTo>
                  <a:pt x="1725560" y="477347"/>
                </a:lnTo>
                <a:lnTo>
                  <a:pt x="1736142" y="474586"/>
                </a:lnTo>
                <a:lnTo>
                  <a:pt x="1745205" y="474572"/>
                </a:lnTo>
                <a:lnTo>
                  <a:pt x="1754400" y="471869"/>
                </a:lnTo>
                <a:lnTo>
                  <a:pt x="1761878" y="470504"/>
                </a:lnTo>
                <a:lnTo>
                  <a:pt x="1769554" y="464939"/>
                </a:lnTo>
                <a:lnTo>
                  <a:pt x="1772533" y="458001"/>
                </a:lnTo>
                <a:lnTo>
                  <a:pt x="1775571" y="449602"/>
                </a:lnTo>
                <a:lnTo>
                  <a:pt x="1775637" y="439831"/>
                </a:lnTo>
                <a:lnTo>
                  <a:pt x="1777222" y="428723"/>
                </a:lnTo>
                <a:lnTo>
                  <a:pt x="1777288" y="418958"/>
                </a:lnTo>
                <a:lnTo>
                  <a:pt x="1778807" y="407850"/>
                </a:lnTo>
                <a:lnTo>
                  <a:pt x="1778865" y="396706"/>
                </a:lnTo>
                <a:lnTo>
                  <a:pt x="1777412" y="385546"/>
                </a:lnTo>
                <a:lnTo>
                  <a:pt x="1772971" y="375804"/>
                </a:lnTo>
                <a:lnTo>
                  <a:pt x="1769495" y="367135"/>
                </a:lnTo>
                <a:lnTo>
                  <a:pt x="1769386" y="366858"/>
                </a:lnTo>
                <a:lnTo>
                  <a:pt x="1768473" y="364594"/>
                </a:lnTo>
                <a:lnTo>
                  <a:pt x="1762455" y="354837"/>
                </a:lnTo>
                <a:lnTo>
                  <a:pt x="1756430" y="343678"/>
                </a:lnTo>
                <a:lnTo>
                  <a:pt x="1750405" y="338135"/>
                </a:lnTo>
                <a:lnTo>
                  <a:pt x="1745906" y="331153"/>
                </a:lnTo>
                <a:lnTo>
                  <a:pt x="1741466" y="324171"/>
                </a:lnTo>
                <a:lnTo>
                  <a:pt x="1738420" y="315758"/>
                </a:lnTo>
                <a:lnTo>
                  <a:pt x="1735448" y="307410"/>
                </a:lnTo>
                <a:lnTo>
                  <a:pt x="1733987" y="297639"/>
                </a:lnTo>
                <a:lnTo>
                  <a:pt x="1730942" y="289299"/>
                </a:lnTo>
                <a:lnTo>
                  <a:pt x="1730051" y="283033"/>
                </a:lnTo>
                <a:lnTo>
                  <a:pt x="1729547" y="279520"/>
                </a:lnTo>
                <a:lnTo>
                  <a:pt x="1722010" y="269726"/>
                </a:lnTo>
                <a:lnTo>
                  <a:pt x="1715985" y="259962"/>
                </a:lnTo>
                <a:lnTo>
                  <a:pt x="1709960" y="251578"/>
                </a:lnTo>
                <a:lnTo>
                  <a:pt x="1704001" y="240419"/>
                </a:lnTo>
                <a:lnTo>
                  <a:pt x="1701021" y="237614"/>
                </a:lnTo>
                <a:lnTo>
                  <a:pt x="1701021" y="233466"/>
                </a:lnTo>
                <a:lnTo>
                  <a:pt x="1701021" y="229311"/>
                </a:lnTo>
                <a:lnTo>
                  <a:pt x="1702547" y="225111"/>
                </a:lnTo>
                <a:lnTo>
                  <a:pt x="1704059" y="223746"/>
                </a:lnTo>
                <a:lnTo>
                  <a:pt x="1707112" y="220963"/>
                </a:lnTo>
                <a:lnTo>
                  <a:pt x="1710150" y="219546"/>
                </a:lnTo>
                <a:lnTo>
                  <a:pt x="1714714" y="218217"/>
                </a:lnTo>
                <a:lnTo>
                  <a:pt x="1731387" y="216852"/>
                </a:lnTo>
                <a:lnTo>
                  <a:pt x="1745300" y="216888"/>
                </a:lnTo>
                <a:lnTo>
                  <a:pt x="1747995" y="216888"/>
                </a:lnTo>
                <a:lnTo>
                  <a:pt x="1766128" y="215603"/>
                </a:lnTo>
                <a:lnTo>
                  <a:pt x="1779690" y="214624"/>
                </a:lnTo>
                <a:lnTo>
                  <a:pt x="1785080" y="214157"/>
                </a:lnTo>
                <a:lnTo>
                  <a:pt x="1795100" y="212893"/>
                </a:lnTo>
                <a:lnTo>
                  <a:pt x="1798963" y="211192"/>
                </a:lnTo>
                <a:lnTo>
                  <a:pt x="1803403" y="209563"/>
                </a:lnTo>
                <a:lnTo>
                  <a:pt x="1808275" y="207723"/>
                </a:lnTo>
                <a:lnTo>
                  <a:pt x="1810247" y="206985"/>
                </a:lnTo>
                <a:lnTo>
                  <a:pt x="1815578" y="204875"/>
                </a:lnTo>
                <a:lnTo>
                  <a:pt x="1826795" y="199090"/>
                </a:lnTo>
                <a:lnTo>
                  <a:pt x="1829841" y="194840"/>
                </a:lnTo>
                <a:lnTo>
                  <a:pt x="1831908" y="191174"/>
                </a:lnTo>
                <a:lnTo>
                  <a:pt x="1831937" y="191101"/>
                </a:lnTo>
                <a:lnTo>
                  <a:pt x="1832017" y="190977"/>
                </a:lnTo>
                <a:lnTo>
                  <a:pt x="1833010" y="189217"/>
                </a:lnTo>
                <a:lnTo>
                  <a:pt x="1835866" y="185098"/>
                </a:lnTo>
                <a:lnTo>
                  <a:pt x="1840489" y="179635"/>
                </a:lnTo>
                <a:lnTo>
                  <a:pt x="1849939" y="175282"/>
                </a:lnTo>
                <a:lnTo>
                  <a:pt x="1858688" y="171287"/>
                </a:lnTo>
                <a:lnTo>
                  <a:pt x="1869278" y="168534"/>
                </a:lnTo>
                <a:lnTo>
                  <a:pt x="1879027" y="166321"/>
                </a:lnTo>
                <a:lnTo>
                  <a:pt x="1881386" y="165795"/>
                </a:lnTo>
                <a:lnTo>
                  <a:pt x="1892034" y="165869"/>
                </a:lnTo>
                <a:lnTo>
                  <a:pt x="1902551" y="167263"/>
                </a:lnTo>
                <a:lnTo>
                  <a:pt x="1950927" y="177371"/>
                </a:lnTo>
                <a:lnTo>
                  <a:pt x="1977678" y="143857"/>
                </a:lnTo>
                <a:lnTo>
                  <a:pt x="1984207" y="135648"/>
                </a:lnTo>
                <a:lnTo>
                  <a:pt x="1984273" y="131493"/>
                </a:lnTo>
                <a:lnTo>
                  <a:pt x="1982754" y="125862"/>
                </a:lnTo>
                <a:lnTo>
                  <a:pt x="1981293" y="118924"/>
                </a:lnTo>
                <a:lnTo>
                  <a:pt x="1976787" y="110540"/>
                </a:lnTo>
                <a:lnTo>
                  <a:pt x="1973873" y="102127"/>
                </a:lnTo>
                <a:lnTo>
                  <a:pt x="1970893" y="95152"/>
                </a:lnTo>
                <a:lnTo>
                  <a:pt x="1952263" y="93706"/>
                </a:lnTo>
                <a:lnTo>
                  <a:pt x="1951430" y="86374"/>
                </a:lnTo>
                <a:lnTo>
                  <a:pt x="1957616" y="80466"/>
                </a:lnTo>
                <a:lnTo>
                  <a:pt x="2005948" y="34295"/>
                </a:lnTo>
                <a:lnTo>
                  <a:pt x="2010264" y="52393"/>
                </a:lnTo>
                <a:lnTo>
                  <a:pt x="2011725" y="52217"/>
                </a:lnTo>
                <a:lnTo>
                  <a:pt x="2011937" y="53028"/>
                </a:lnTo>
                <a:lnTo>
                  <a:pt x="2014325" y="62040"/>
                </a:lnTo>
                <a:lnTo>
                  <a:pt x="2087422" y="58147"/>
                </a:lnTo>
                <a:lnTo>
                  <a:pt x="2092045" y="47938"/>
                </a:lnTo>
                <a:lnTo>
                  <a:pt x="2113852" y="0"/>
                </a:lnTo>
                <a:lnTo>
                  <a:pt x="2163236" y="47799"/>
                </a:lnTo>
                <a:lnTo>
                  <a:pt x="2204827" y="76230"/>
                </a:lnTo>
                <a:lnTo>
                  <a:pt x="2208814" y="78494"/>
                </a:lnTo>
                <a:lnTo>
                  <a:pt x="2230461" y="81539"/>
                </a:lnTo>
                <a:lnTo>
                  <a:pt x="2247112" y="83876"/>
                </a:lnTo>
                <a:lnTo>
                  <a:pt x="2266254" y="103412"/>
                </a:lnTo>
                <a:lnTo>
                  <a:pt x="2274944" y="112322"/>
                </a:lnTo>
                <a:lnTo>
                  <a:pt x="2277982" y="116536"/>
                </a:lnTo>
                <a:lnTo>
                  <a:pt x="2280896" y="120750"/>
                </a:lnTo>
                <a:lnTo>
                  <a:pt x="2279377" y="129097"/>
                </a:lnTo>
                <a:lnTo>
                  <a:pt x="2277851" y="136057"/>
                </a:lnTo>
                <a:lnTo>
                  <a:pt x="2274813" y="142995"/>
                </a:lnTo>
                <a:lnTo>
                  <a:pt x="2274747" y="149926"/>
                </a:lnTo>
                <a:lnTo>
                  <a:pt x="2274689" y="159675"/>
                </a:lnTo>
                <a:lnTo>
                  <a:pt x="2276200" y="169469"/>
                </a:lnTo>
                <a:lnTo>
                  <a:pt x="2279122" y="179211"/>
                </a:lnTo>
                <a:lnTo>
                  <a:pt x="2283620" y="186208"/>
                </a:lnTo>
                <a:lnTo>
                  <a:pt x="2288126" y="191817"/>
                </a:lnTo>
                <a:lnTo>
                  <a:pt x="2294151" y="197455"/>
                </a:lnTo>
                <a:lnTo>
                  <a:pt x="2300169" y="200230"/>
                </a:lnTo>
                <a:lnTo>
                  <a:pt x="2309240" y="201683"/>
                </a:lnTo>
                <a:lnTo>
                  <a:pt x="2319756" y="203085"/>
                </a:lnTo>
                <a:lnTo>
                  <a:pt x="2331865" y="203195"/>
                </a:lnTo>
                <a:lnTo>
                  <a:pt x="2342454" y="203202"/>
                </a:lnTo>
                <a:lnTo>
                  <a:pt x="2354497" y="203246"/>
                </a:lnTo>
                <a:lnTo>
                  <a:pt x="2357543" y="204670"/>
                </a:lnTo>
                <a:lnTo>
                  <a:pt x="2362041" y="207431"/>
                </a:lnTo>
                <a:lnTo>
                  <a:pt x="2365087" y="210235"/>
                </a:lnTo>
                <a:lnTo>
                  <a:pt x="2368066" y="213054"/>
                </a:lnTo>
                <a:lnTo>
                  <a:pt x="2369520" y="224228"/>
                </a:lnTo>
                <a:lnTo>
                  <a:pt x="2370988" y="233919"/>
                </a:lnTo>
                <a:lnTo>
                  <a:pt x="2372441" y="245078"/>
                </a:lnTo>
                <a:lnTo>
                  <a:pt x="2376940" y="253462"/>
                </a:lnTo>
                <a:lnTo>
                  <a:pt x="2381438" y="259078"/>
                </a:lnTo>
                <a:lnTo>
                  <a:pt x="2388982" y="261883"/>
                </a:lnTo>
                <a:lnTo>
                  <a:pt x="2396468" y="264687"/>
                </a:lnTo>
                <a:lnTo>
                  <a:pt x="2405590" y="266126"/>
                </a:lnTo>
                <a:lnTo>
                  <a:pt x="2416179" y="267594"/>
                </a:lnTo>
                <a:lnTo>
                  <a:pt x="2426769" y="268981"/>
                </a:lnTo>
                <a:lnTo>
                  <a:pt x="2437300" y="270442"/>
                </a:lnTo>
                <a:lnTo>
                  <a:pt x="2446363" y="273261"/>
                </a:lnTo>
                <a:lnTo>
                  <a:pt x="2458406" y="285830"/>
                </a:lnTo>
                <a:lnTo>
                  <a:pt x="2468930" y="298435"/>
                </a:lnTo>
                <a:lnTo>
                  <a:pt x="2477861" y="315181"/>
                </a:lnTo>
                <a:lnTo>
                  <a:pt x="2478219" y="316262"/>
                </a:lnTo>
                <a:lnTo>
                  <a:pt x="2483828" y="333249"/>
                </a:lnTo>
                <a:lnTo>
                  <a:pt x="2486852" y="344583"/>
                </a:lnTo>
                <a:lnTo>
                  <a:pt x="2489787" y="355611"/>
                </a:lnTo>
                <a:lnTo>
                  <a:pt x="2494220" y="376520"/>
                </a:lnTo>
                <a:lnTo>
                  <a:pt x="2494644" y="378689"/>
                </a:lnTo>
                <a:lnTo>
                  <a:pt x="2498595" y="398787"/>
                </a:lnTo>
                <a:lnTo>
                  <a:pt x="2504554" y="419703"/>
                </a:lnTo>
                <a:lnTo>
                  <a:pt x="2506015" y="430862"/>
                </a:lnTo>
                <a:lnTo>
                  <a:pt x="2507468" y="440641"/>
                </a:lnTo>
                <a:lnTo>
                  <a:pt x="2508995" y="450354"/>
                </a:lnTo>
                <a:lnTo>
                  <a:pt x="2508929" y="460126"/>
                </a:lnTo>
                <a:lnTo>
                  <a:pt x="2505759" y="481027"/>
                </a:lnTo>
                <a:lnTo>
                  <a:pt x="2503839" y="493947"/>
                </a:lnTo>
                <a:lnTo>
                  <a:pt x="2503160" y="498445"/>
                </a:lnTo>
                <a:lnTo>
                  <a:pt x="2502648" y="501893"/>
                </a:lnTo>
                <a:lnTo>
                  <a:pt x="2498018" y="521348"/>
                </a:lnTo>
                <a:lnTo>
                  <a:pt x="2491810" y="539438"/>
                </a:lnTo>
                <a:lnTo>
                  <a:pt x="2488385" y="561676"/>
                </a:lnTo>
                <a:lnTo>
                  <a:pt x="2484135" y="563202"/>
                </a:lnTo>
                <a:lnTo>
                  <a:pt x="2481250" y="564239"/>
                </a:lnTo>
                <a:lnTo>
                  <a:pt x="2469047" y="568621"/>
                </a:lnTo>
                <a:lnTo>
                  <a:pt x="2467469" y="572806"/>
                </a:lnTo>
                <a:lnTo>
                  <a:pt x="2469054" y="579926"/>
                </a:lnTo>
                <a:lnTo>
                  <a:pt x="2474064" y="602690"/>
                </a:lnTo>
                <a:lnTo>
                  <a:pt x="2473984" y="602844"/>
                </a:lnTo>
                <a:lnTo>
                  <a:pt x="2474130" y="602968"/>
                </a:lnTo>
                <a:lnTo>
                  <a:pt x="2474268" y="603618"/>
                </a:lnTo>
                <a:lnTo>
                  <a:pt x="2474349" y="603764"/>
                </a:lnTo>
                <a:lnTo>
                  <a:pt x="2474334" y="603917"/>
                </a:lnTo>
                <a:lnTo>
                  <a:pt x="2480147" y="630303"/>
                </a:lnTo>
                <a:lnTo>
                  <a:pt x="2478110" y="655725"/>
                </a:lnTo>
                <a:lnTo>
                  <a:pt x="2475897" y="683258"/>
                </a:lnTo>
                <a:lnTo>
                  <a:pt x="2494754" y="698609"/>
                </a:lnTo>
                <a:lnTo>
                  <a:pt x="2495601" y="699311"/>
                </a:lnTo>
                <a:lnTo>
                  <a:pt x="2514457" y="714669"/>
                </a:lnTo>
                <a:lnTo>
                  <a:pt x="2526230" y="724258"/>
                </a:lnTo>
                <a:lnTo>
                  <a:pt x="2543349" y="724974"/>
                </a:lnTo>
                <a:lnTo>
                  <a:pt x="2543524" y="724718"/>
                </a:lnTo>
                <a:lnTo>
                  <a:pt x="2543801" y="724996"/>
                </a:lnTo>
                <a:lnTo>
                  <a:pt x="2575555" y="726317"/>
                </a:lnTo>
                <a:lnTo>
                  <a:pt x="2577074" y="729107"/>
                </a:lnTo>
                <a:lnTo>
                  <a:pt x="2584619" y="743049"/>
                </a:lnTo>
                <a:lnTo>
                  <a:pt x="2591213" y="752338"/>
                </a:lnTo>
                <a:lnTo>
                  <a:pt x="2593623" y="755625"/>
                </a:lnTo>
                <a:lnTo>
                  <a:pt x="2604147" y="766784"/>
                </a:lnTo>
                <a:lnTo>
                  <a:pt x="2613145" y="776578"/>
                </a:lnTo>
                <a:lnTo>
                  <a:pt x="2618067" y="779981"/>
                </a:lnTo>
                <a:lnTo>
                  <a:pt x="2625253" y="784962"/>
                </a:lnTo>
                <a:lnTo>
                  <a:pt x="2637296" y="793367"/>
                </a:lnTo>
                <a:lnTo>
                  <a:pt x="2649412" y="801759"/>
                </a:lnTo>
                <a:lnTo>
                  <a:pt x="2657080" y="807623"/>
                </a:lnTo>
                <a:lnTo>
                  <a:pt x="2670518" y="821265"/>
                </a:lnTo>
                <a:lnTo>
                  <a:pt x="2672329" y="822967"/>
                </a:lnTo>
                <a:lnTo>
                  <a:pt x="2676543" y="826896"/>
                </a:lnTo>
                <a:lnTo>
                  <a:pt x="2680786" y="840392"/>
                </a:lnTo>
                <a:lnTo>
                  <a:pt x="2686117" y="849287"/>
                </a:lnTo>
                <a:lnTo>
                  <a:pt x="2688710" y="854728"/>
                </a:lnTo>
                <a:lnTo>
                  <a:pt x="2694932" y="867392"/>
                </a:lnTo>
                <a:lnTo>
                  <a:pt x="2702856" y="882130"/>
                </a:lnTo>
                <a:lnTo>
                  <a:pt x="2706522" y="892383"/>
                </a:lnTo>
                <a:lnTo>
                  <a:pt x="2706464" y="906281"/>
                </a:lnTo>
                <a:lnTo>
                  <a:pt x="2706376" y="916162"/>
                </a:lnTo>
                <a:lnTo>
                  <a:pt x="2706340" y="920201"/>
                </a:lnTo>
                <a:lnTo>
                  <a:pt x="2706274" y="932777"/>
                </a:lnTo>
                <a:lnTo>
                  <a:pt x="2701461" y="945367"/>
                </a:lnTo>
                <a:lnTo>
                  <a:pt x="2699489" y="954562"/>
                </a:lnTo>
                <a:lnTo>
                  <a:pt x="2699497" y="956147"/>
                </a:lnTo>
                <a:lnTo>
                  <a:pt x="2703930" y="975975"/>
                </a:lnTo>
                <a:lnTo>
                  <a:pt x="2707348" y="991326"/>
                </a:lnTo>
                <a:lnTo>
                  <a:pt x="2708092" y="994671"/>
                </a:lnTo>
                <a:lnTo>
                  <a:pt x="2709823" y="1002485"/>
                </a:lnTo>
                <a:lnTo>
                  <a:pt x="2705368" y="1009175"/>
                </a:lnTo>
                <a:lnTo>
                  <a:pt x="2695889" y="1023394"/>
                </a:lnTo>
                <a:lnTo>
                  <a:pt x="2693910" y="1026366"/>
                </a:lnTo>
                <a:lnTo>
                  <a:pt x="2692391" y="1028616"/>
                </a:lnTo>
                <a:lnTo>
                  <a:pt x="2653538" y="1045179"/>
                </a:lnTo>
                <a:lnTo>
                  <a:pt x="2625319" y="1057207"/>
                </a:lnTo>
                <a:lnTo>
                  <a:pt x="2624625" y="1057149"/>
                </a:lnTo>
                <a:lnTo>
                  <a:pt x="2619359" y="1061976"/>
                </a:lnTo>
                <a:lnTo>
                  <a:pt x="2613210" y="1067490"/>
                </a:lnTo>
                <a:lnTo>
                  <a:pt x="2603242" y="1075604"/>
                </a:lnTo>
                <a:lnTo>
                  <a:pt x="2599583" y="1078591"/>
                </a:lnTo>
                <a:lnTo>
                  <a:pt x="2587408" y="1089699"/>
                </a:lnTo>
                <a:lnTo>
                  <a:pt x="2577783" y="1099624"/>
                </a:lnTo>
                <a:lnTo>
                  <a:pt x="2564652" y="1113317"/>
                </a:lnTo>
                <a:lnTo>
                  <a:pt x="2550958" y="1134138"/>
                </a:lnTo>
                <a:lnTo>
                  <a:pt x="2547884" y="1142581"/>
                </a:lnTo>
                <a:lnTo>
                  <a:pt x="2546394" y="1146663"/>
                </a:lnTo>
                <a:lnTo>
                  <a:pt x="2544795" y="1160320"/>
                </a:lnTo>
                <a:lnTo>
                  <a:pt x="2544787" y="1161744"/>
                </a:lnTo>
                <a:lnTo>
                  <a:pt x="2544670" y="1186129"/>
                </a:lnTo>
                <a:lnTo>
                  <a:pt x="2544663" y="1187546"/>
                </a:lnTo>
                <a:lnTo>
                  <a:pt x="2544663" y="1188554"/>
                </a:lnTo>
                <a:lnTo>
                  <a:pt x="2544656" y="1189971"/>
                </a:lnTo>
                <a:lnTo>
                  <a:pt x="2544583" y="1206994"/>
                </a:lnTo>
                <a:lnTo>
                  <a:pt x="2544576" y="1208411"/>
                </a:lnTo>
                <a:lnTo>
                  <a:pt x="2544554" y="1213421"/>
                </a:lnTo>
                <a:lnTo>
                  <a:pt x="2545744" y="1215619"/>
                </a:lnTo>
                <a:lnTo>
                  <a:pt x="2546416" y="1216868"/>
                </a:lnTo>
                <a:lnTo>
                  <a:pt x="2547475" y="1218833"/>
                </a:lnTo>
                <a:lnTo>
                  <a:pt x="2547760" y="1219344"/>
                </a:lnTo>
                <a:lnTo>
                  <a:pt x="2547825" y="1219454"/>
                </a:lnTo>
                <a:lnTo>
                  <a:pt x="2548154" y="1220074"/>
                </a:lnTo>
                <a:lnTo>
                  <a:pt x="2548724" y="1221141"/>
                </a:lnTo>
                <a:lnTo>
                  <a:pt x="2556596" y="1235710"/>
                </a:lnTo>
                <a:lnTo>
                  <a:pt x="2557816" y="1236316"/>
                </a:lnTo>
                <a:lnTo>
                  <a:pt x="2559094" y="1236945"/>
                </a:lnTo>
                <a:lnTo>
                  <a:pt x="2582267" y="1248359"/>
                </a:lnTo>
                <a:lnTo>
                  <a:pt x="2589855" y="1248381"/>
                </a:lnTo>
                <a:lnTo>
                  <a:pt x="2591279" y="1248381"/>
                </a:lnTo>
                <a:lnTo>
                  <a:pt x="2604761" y="1248410"/>
                </a:lnTo>
                <a:lnTo>
                  <a:pt x="2606177" y="1248410"/>
                </a:lnTo>
                <a:lnTo>
                  <a:pt x="2609683" y="1248425"/>
                </a:lnTo>
                <a:lnTo>
                  <a:pt x="2611100" y="1248425"/>
                </a:lnTo>
                <a:lnTo>
                  <a:pt x="2612787" y="1248425"/>
                </a:lnTo>
                <a:lnTo>
                  <a:pt x="2614203" y="1248432"/>
                </a:lnTo>
                <a:lnTo>
                  <a:pt x="2619995" y="1248440"/>
                </a:lnTo>
                <a:lnTo>
                  <a:pt x="2620550" y="1248447"/>
                </a:lnTo>
                <a:lnTo>
                  <a:pt x="2621419" y="1248447"/>
                </a:lnTo>
                <a:lnTo>
                  <a:pt x="2621974" y="1248447"/>
                </a:lnTo>
                <a:lnTo>
                  <a:pt x="2624282" y="1248454"/>
                </a:lnTo>
                <a:lnTo>
                  <a:pt x="2625589" y="1248454"/>
                </a:lnTo>
                <a:lnTo>
                  <a:pt x="2625706" y="1248454"/>
                </a:lnTo>
                <a:lnTo>
                  <a:pt x="2627006" y="1248454"/>
                </a:lnTo>
                <a:lnTo>
                  <a:pt x="2629343" y="1248462"/>
                </a:lnTo>
                <a:lnTo>
                  <a:pt x="2629781" y="1248462"/>
                </a:lnTo>
                <a:lnTo>
                  <a:pt x="2630760" y="1248469"/>
                </a:lnTo>
                <a:lnTo>
                  <a:pt x="2631198" y="1248462"/>
                </a:lnTo>
                <a:lnTo>
                  <a:pt x="2659797" y="1248527"/>
                </a:lnTo>
                <a:lnTo>
                  <a:pt x="2660702" y="1248527"/>
                </a:lnTo>
                <a:lnTo>
                  <a:pt x="2661214" y="1248535"/>
                </a:lnTo>
                <a:lnTo>
                  <a:pt x="2662119" y="1248527"/>
                </a:lnTo>
                <a:lnTo>
                  <a:pt x="2664800" y="1248535"/>
                </a:lnTo>
                <a:lnTo>
                  <a:pt x="2665449" y="1248542"/>
                </a:lnTo>
                <a:lnTo>
                  <a:pt x="2666209" y="1248608"/>
                </a:lnTo>
                <a:lnTo>
                  <a:pt x="2682159" y="1250112"/>
                </a:lnTo>
                <a:lnTo>
                  <a:pt x="2683561" y="1250251"/>
                </a:lnTo>
                <a:lnTo>
                  <a:pt x="2697306" y="1251543"/>
                </a:lnTo>
                <a:lnTo>
                  <a:pt x="2698708" y="1251668"/>
                </a:lnTo>
                <a:lnTo>
                  <a:pt x="2700921" y="1251879"/>
                </a:lnTo>
                <a:lnTo>
                  <a:pt x="2701344" y="1251923"/>
                </a:lnTo>
                <a:lnTo>
                  <a:pt x="2702323" y="1252011"/>
                </a:lnTo>
                <a:lnTo>
                  <a:pt x="2702754" y="1252047"/>
                </a:lnTo>
                <a:lnTo>
                  <a:pt x="2724904" y="1254143"/>
                </a:lnTo>
                <a:lnTo>
                  <a:pt x="2725992" y="1254238"/>
                </a:lnTo>
                <a:lnTo>
                  <a:pt x="2726219" y="1254574"/>
                </a:lnTo>
                <a:lnTo>
                  <a:pt x="2729578" y="1259570"/>
                </a:lnTo>
                <a:lnTo>
                  <a:pt x="2729797" y="1259891"/>
                </a:lnTo>
                <a:lnTo>
                  <a:pt x="2733405" y="1265237"/>
                </a:lnTo>
                <a:lnTo>
                  <a:pt x="2731886" y="1300204"/>
                </a:lnTo>
                <a:lnTo>
                  <a:pt x="2730550" y="1311736"/>
                </a:lnTo>
                <a:lnTo>
                  <a:pt x="2729447" y="1321317"/>
                </a:lnTo>
                <a:lnTo>
                  <a:pt x="2726913" y="1343256"/>
                </a:lnTo>
                <a:lnTo>
                  <a:pt x="2725605" y="1354474"/>
                </a:lnTo>
                <a:lnTo>
                  <a:pt x="2717871" y="1394721"/>
                </a:lnTo>
                <a:lnTo>
                  <a:pt x="2711788" y="1405851"/>
                </a:lnTo>
                <a:lnTo>
                  <a:pt x="2694027" y="1405807"/>
                </a:lnTo>
                <a:lnTo>
                  <a:pt x="2667918" y="1405742"/>
                </a:lnTo>
                <a:lnTo>
                  <a:pt x="2668867" y="1409276"/>
                </a:lnTo>
                <a:lnTo>
                  <a:pt x="2672577" y="1423028"/>
                </a:lnTo>
                <a:lnTo>
                  <a:pt x="2673483" y="1435458"/>
                </a:lnTo>
                <a:lnTo>
                  <a:pt x="2674739" y="1436247"/>
                </a:lnTo>
                <a:lnTo>
                  <a:pt x="2671811" y="1441169"/>
                </a:lnTo>
                <a:lnTo>
                  <a:pt x="2671080" y="1442396"/>
                </a:lnTo>
                <a:lnTo>
                  <a:pt x="2670554" y="1443280"/>
                </a:lnTo>
                <a:lnTo>
                  <a:pt x="2665610" y="1445018"/>
                </a:lnTo>
                <a:lnTo>
                  <a:pt x="2667253" y="1448647"/>
                </a:lnTo>
                <a:lnTo>
                  <a:pt x="2668787" y="1452146"/>
                </a:lnTo>
                <a:lnTo>
                  <a:pt x="2670160" y="1454548"/>
                </a:lnTo>
                <a:lnTo>
                  <a:pt x="2674498" y="1461800"/>
                </a:lnTo>
                <a:lnTo>
                  <a:pt x="2681619" y="1471572"/>
                </a:lnTo>
                <a:lnTo>
                  <a:pt x="2681582" y="1475968"/>
                </a:lnTo>
                <a:lnTo>
                  <a:pt x="2677923" y="1484659"/>
                </a:lnTo>
                <a:lnTo>
                  <a:pt x="2671321" y="1484688"/>
                </a:lnTo>
                <a:lnTo>
                  <a:pt x="2669510" y="1480730"/>
                </a:lnTo>
                <a:lnTo>
                  <a:pt x="2656598" y="1484645"/>
                </a:lnTo>
                <a:lnTo>
                  <a:pt x="2658059" y="1494548"/>
                </a:lnTo>
                <a:lnTo>
                  <a:pt x="2677025" y="1499309"/>
                </a:lnTo>
                <a:lnTo>
                  <a:pt x="2678559" y="1500281"/>
                </a:lnTo>
                <a:lnTo>
                  <a:pt x="2680005" y="1501171"/>
                </a:lnTo>
                <a:lnTo>
                  <a:pt x="2682948" y="1502764"/>
                </a:lnTo>
                <a:lnTo>
                  <a:pt x="2685234" y="1503764"/>
                </a:lnTo>
                <a:lnTo>
                  <a:pt x="2686979" y="1505400"/>
                </a:lnTo>
                <a:lnTo>
                  <a:pt x="2687892" y="1506481"/>
                </a:lnTo>
                <a:lnTo>
                  <a:pt x="2688849" y="1507759"/>
                </a:lnTo>
                <a:lnTo>
                  <a:pt x="2690426" y="1509490"/>
                </a:lnTo>
                <a:lnTo>
                  <a:pt x="2692332" y="1520715"/>
                </a:lnTo>
                <a:lnTo>
                  <a:pt x="2695955" y="1542047"/>
                </a:lnTo>
                <a:lnTo>
                  <a:pt x="2699467" y="1562744"/>
                </a:lnTo>
                <a:lnTo>
                  <a:pt x="2699708" y="1564146"/>
                </a:lnTo>
                <a:lnTo>
                  <a:pt x="2700307" y="1567681"/>
                </a:lnTo>
                <a:lnTo>
                  <a:pt x="2727380" y="1568433"/>
                </a:lnTo>
                <a:lnTo>
                  <a:pt x="2733909" y="1568214"/>
                </a:lnTo>
                <a:lnTo>
                  <a:pt x="2742030" y="1566754"/>
                </a:lnTo>
                <a:lnTo>
                  <a:pt x="2751290" y="1562635"/>
                </a:lnTo>
                <a:lnTo>
                  <a:pt x="2754394" y="1561254"/>
                </a:lnTo>
                <a:lnTo>
                  <a:pt x="2756351" y="1560385"/>
                </a:lnTo>
                <a:lnTo>
                  <a:pt x="2758572" y="1562328"/>
                </a:lnTo>
                <a:lnTo>
                  <a:pt x="2761675" y="1566461"/>
                </a:lnTo>
                <a:lnTo>
                  <a:pt x="2762946" y="1570193"/>
                </a:lnTo>
                <a:lnTo>
                  <a:pt x="2763136" y="1575043"/>
                </a:lnTo>
                <a:lnTo>
                  <a:pt x="2760346" y="1588875"/>
                </a:lnTo>
                <a:lnTo>
                  <a:pt x="2759273" y="1590584"/>
                </a:lnTo>
                <a:lnTo>
                  <a:pt x="2757367" y="1591891"/>
                </a:lnTo>
                <a:lnTo>
                  <a:pt x="2752422" y="1594140"/>
                </a:lnTo>
                <a:lnTo>
                  <a:pt x="2742154" y="1595024"/>
                </a:lnTo>
                <a:lnTo>
                  <a:pt x="2736575" y="1596908"/>
                </a:lnTo>
                <a:lnTo>
                  <a:pt x="2735056" y="1598376"/>
                </a:lnTo>
                <a:lnTo>
                  <a:pt x="2734479" y="1600560"/>
                </a:lnTo>
                <a:lnTo>
                  <a:pt x="2734931" y="1605278"/>
                </a:lnTo>
                <a:lnTo>
                  <a:pt x="2737648" y="1607454"/>
                </a:lnTo>
                <a:lnTo>
                  <a:pt x="2737904" y="1611916"/>
                </a:lnTo>
                <a:lnTo>
                  <a:pt x="2737970" y="1613326"/>
                </a:lnTo>
                <a:lnTo>
                  <a:pt x="2737758" y="1618701"/>
                </a:lnTo>
                <a:lnTo>
                  <a:pt x="2737714" y="1618766"/>
                </a:lnTo>
                <a:lnTo>
                  <a:pt x="2737458" y="1619183"/>
                </a:lnTo>
                <a:lnTo>
                  <a:pt x="2737393" y="1619314"/>
                </a:lnTo>
                <a:lnTo>
                  <a:pt x="2736940" y="1620059"/>
                </a:lnTo>
                <a:lnTo>
                  <a:pt x="2736896" y="1620117"/>
                </a:lnTo>
                <a:lnTo>
                  <a:pt x="2736567" y="1620665"/>
                </a:lnTo>
                <a:lnTo>
                  <a:pt x="2729096" y="1631131"/>
                </a:lnTo>
                <a:lnTo>
                  <a:pt x="2728461" y="1634161"/>
                </a:lnTo>
                <a:lnTo>
                  <a:pt x="2729286" y="1635790"/>
                </a:lnTo>
                <a:lnTo>
                  <a:pt x="2736764" y="1642319"/>
                </a:lnTo>
                <a:lnTo>
                  <a:pt x="2737079" y="1644999"/>
                </a:lnTo>
                <a:lnTo>
                  <a:pt x="2734354" y="1649213"/>
                </a:lnTo>
                <a:lnTo>
                  <a:pt x="2732193" y="1650542"/>
                </a:lnTo>
                <a:lnTo>
                  <a:pt x="2716287" y="1656728"/>
                </a:lnTo>
                <a:lnTo>
                  <a:pt x="2710897" y="1660927"/>
                </a:lnTo>
                <a:lnTo>
                  <a:pt x="2708677" y="1666010"/>
                </a:lnTo>
                <a:lnTo>
                  <a:pt x="2708173" y="1669406"/>
                </a:lnTo>
                <a:lnTo>
                  <a:pt x="2708553" y="1670611"/>
                </a:lnTo>
                <a:lnTo>
                  <a:pt x="2711342" y="1673576"/>
                </a:lnTo>
                <a:lnTo>
                  <a:pt x="2713687" y="1674577"/>
                </a:lnTo>
                <a:lnTo>
                  <a:pt x="2716542" y="1674365"/>
                </a:lnTo>
                <a:lnTo>
                  <a:pt x="2712613" y="1681968"/>
                </a:lnTo>
                <a:lnTo>
                  <a:pt x="2710371" y="1683516"/>
                </a:lnTo>
                <a:lnTo>
                  <a:pt x="2710006" y="1683764"/>
                </a:lnTo>
                <a:lnTo>
                  <a:pt x="2709370" y="1684509"/>
                </a:lnTo>
                <a:lnTo>
                  <a:pt x="2707092" y="1686079"/>
                </a:lnTo>
                <a:lnTo>
                  <a:pt x="2701140" y="1685999"/>
                </a:lnTo>
                <a:lnTo>
                  <a:pt x="2691945" y="1683691"/>
                </a:lnTo>
                <a:lnTo>
                  <a:pt x="2681991" y="1683202"/>
                </a:lnTo>
                <a:lnTo>
                  <a:pt x="2680866" y="1683143"/>
                </a:lnTo>
                <a:lnTo>
                  <a:pt x="2680574" y="1683129"/>
                </a:lnTo>
                <a:lnTo>
                  <a:pt x="2679457" y="1683070"/>
                </a:lnTo>
                <a:lnTo>
                  <a:pt x="2664281" y="1682771"/>
                </a:lnTo>
                <a:lnTo>
                  <a:pt x="2605849" y="1681588"/>
                </a:lnTo>
                <a:lnTo>
                  <a:pt x="2594310" y="1683180"/>
                </a:lnTo>
                <a:lnTo>
                  <a:pt x="2584195" y="1688811"/>
                </a:lnTo>
                <a:lnTo>
                  <a:pt x="2580492" y="1690877"/>
                </a:lnTo>
                <a:lnTo>
                  <a:pt x="2562468" y="1702614"/>
                </a:lnTo>
                <a:lnTo>
                  <a:pt x="2558671" y="1705082"/>
                </a:lnTo>
                <a:lnTo>
                  <a:pt x="2537703" y="1718724"/>
                </a:lnTo>
                <a:lnTo>
                  <a:pt x="2534840" y="1720075"/>
                </a:lnTo>
                <a:lnTo>
                  <a:pt x="2525346" y="1724530"/>
                </a:lnTo>
                <a:lnTo>
                  <a:pt x="2519380" y="1727327"/>
                </a:lnTo>
                <a:lnTo>
                  <a:pt x="2510499" y="1728839"/>
                </a:lnTo>
                <a:lnTo>
                  <a:pt x="2504606" y="1729832"/>
                </a:lnTo>
                <a:lnTo>
                  <a:pt x="2481345" y="1728693"/>
                </a:lnTo>
                <a:lnTo>
                  <a:pt x="2475451" y="1729599"/>
                </a:lnTo>
                <a:lnTo>
                  <a:pt x="2473355" y="1732549"/>
                </a:lnTo>
                <a:lnTo>
                  <a:pt x="2473859" y="1735938"/>
                </a:lnTo>
                <a:lnTo>
                  <a:pt x="2486099" y="1749982"/>
                </a:lnTo>
                <a:lnTo>
                  <a:pt x="2486647" y="1751844"/>
                </a:lnTo>
                <a:lnTo>
                  <a:pt x="2487173" y="1753611"/>
                </a:lnTo>
                <a:lnTo>
                  <a:pt x="2485406" y="1759490"/>
                </a:lnTo>
                <a:lnTo>
                  <a:pt x="2481279" y="1765150"/>
                </a:lnTo>
                <a:lnTo>
                  <a:pt x="2479505" y="1773074"/>
                </a:lnTo>
                <a:lnTo>
                  <a:pt x="2477606" y="1781933"/>
                </a:lnTo>
                <a:lnTo>
                  <a:pt x="2476656" y="1787877"/>
                </a:lnTo>
                <a:lnTo>
                  <a:pt x="2479183" y="1799161"/>
                </a:lnTo>
                <a:lnTo>
                  <a:pt x="2487034" y="1813256"/>
                </a:lnTo>
                <a:lnTo>
                  <a:pt x="2498902" y="1834588"/>
                </a:lnTo>
                <a:lnTo>
                  <a:pt x="2512215" y="1846909"/>
                </a:lnTo>
                <a:lnTo>
                  <a:pt x="2525960" y="1857308"/>
                </a:lnTo>
                <a:lnTo>
                  <a:pt x="2529838" y="1860244"/>
                </a:lnTo>
                <a:lnTo>
                  <a:pt x="2544152" y="1866233"/>
                </a:lnTo>
                <a:lnTo>
                  <a:pt x="2554311" y="1870476"/>
                </a:lnTo>
                <a:lnTo>
                  <a:pt x="2575548" y="1874777"/>
                </a:lnTo>
                <a:lnTo>
                  <a:pt x="2602723" y="1883256"/>
                </a:lnTo>
                <a:lnTo>
                  <a:pt x="2604030" y="1883665"/>
                </a:lnTo>
                <a:lnTo>
                  <a:pt x="2609785" y="1885462"/>
                </a:lnTo>
                <a:lnTo>
                  <a:pt x="2638245" y="1905377"/>
                </a:lnTo>
                <a:lnTo>
                  <a:pt x="2665187" y="1926045"/>
                </a:lnTo>
                <a:lnTo>
                  <a:pt x="2679559" y="1940936"/>
                </a:lnTo>
                <a:lnTo>
                  <a:pt x="2681451" y="1942894"/>
                </a:lnTo>
                <a:lnTo>
                  <a:pt x="2708238" y="1970638"/>
                </a:lnTo>
                <a:lnTo>
                  <a:pt x="2726299" y="1979088"/>
                </a:lnTo>
                <a:lnTo>
                  <a:pt x="2746777" y="1981498"/>
                </a:lnTo>
                <a:lnTo>
                  <a:pt x="2748581" y="1981637"/>
                </a:lnTo>
                <a:lnTo>
                  <a:pt x="2749216" y="1981688"/>
                </a:lnTo>
                <a:lnTo>
                  <a:pt x="2776143" y="1983747"/>
                </a:lnTo>
                <a:lnTo>
                  <a:pt x="2794642" y="1985157"/>
                </a:lnTo>
                <a:lnTo>
                  <a:pt x="2829003" y="1989597"/>
                </a:lnTo>
                <a:lnTo>
                  <a:pt x="2887012" y="1982294"/>
                </a:lnTo>
                <a:lnTo>
                  <a:pt x="2927135" y="1980490"/>
                </a:lnTo>
                <a:lnTo>
                  <a:pt x="2972341" y="1978474"/>
                </a:lnTo>
                <a:lnTo>
                  <a:pt x="2985859" y="1976963"/>
                </a:lnTo>
                <a:lnTo>
                  <a:pt x="3008667" y="1974414"/>
                </a:lnTo>
                <a:lnTo>
                  <a:pt x="3060227" y="1954790"/>
                </a:lnTo>
                <a:lnTo>
                  <a:pt x="3063273" y="1953629"/>
                </a:lnTo>
                <a:lnTo>
                  <a:pt x="3060110" y="1959026"/>
                </a:lnTo>
                <a:lnTo>
                  <a:pt x="3051011" y="1974516"/>
                </a:lnTo>
                <a:lnTo>
                  <a:pt x="3041758" y="2002341"/>
                </a:lnTo>
                <a:lnTo>
                  <a:pt x="3041692" y="2014026"/>
                </a:lnTo>
                <a:lnTo>
                  <a:pt x="3047337" y="2034592"/>
                </a:lnTo>
                <a:lnTo>
                  <a:pt x="3057094" y="2070143"/>
                </a:lnTo>
                <a:lnTo>
                  <a:pt x="3068407" y="2124588"/>
                </a:lnTo>
                <a:lnTo>
                  <a:pt x="3069991" y="2134053"/>
                </a:lnTo>
                <a:lnTo>
                  <a:pt x="3075001" y="2138844"/>
                </a:lnTo>
                <a:lnTo>
                  <a:pt x="3086475" y="2137062"/>
                </a:lnTo>
                <a:lnTo>
                  <a:pt x="3093697" y="2135952"/>
                </a:lnTo>
                <a:lnTo>
                  <a:pt x="3102132" y="2140786"/>
                </a:lnTo>
                <a:lnTo>
                  <a:pt x="3096049" y="2149346"/>
                </a:lnTo>
                <a:lnTo>
                  <a:pt x="3089834" y="2164989"/>
                </a:lnTo>
                <a:lnTo>
                  <a:pt x="3086416" y="2167304"/>
                </a:lnTo>
                <a:lnTo>
                  <a:pt x="3077024" y="2166384"/>
                </a:lnTo>
                <a:lnTo>
                  <a:pt x="3067713" y="2165464"/>
                </a:lnTo>
                <a:lnTo>
                  <a:pt x="3061023" y="2159088"/>
                </a:lnTo>
                <a:lnTo>
                  <a:pt x="3027173" y="2150755"/>
                </a:lnTo>
                <a:lnTo>
                  <a:pt x="3026092" y="2165683"/>
                </a:lnTo>
                <a:lnTo>
                  <a:pt x="3029963" y="2188519"/>
                </a:lnTo>
                <a:lnTo>
                  <a:pt x="3036046" y="2201658"/>
                </a:lnTo>
                <a:lnTo>
                  <a:pt x="3035039" y="2206266"/>
                </a:lnTo>
                <a:lnTo>
                  <a:pt x="3029510" y="2209647"/>
                </a:lnTo>
                <a:lnTo>
                  <a:pt x="3025092" y="2212350"/>
                </a:lnTo>
                <a:lnTo>
                  <a:pt x="3019505" y="2215767"/>
                </a:lnTo>
                <a:lnTo>
                  <a:pt x="3017854" y="2217462"/>
                </a:lnTo>
                <a:lnTo>
                  <a:pt x="3006381" y="2229074"/>
                </a:lnTo>
                <a:lnTo>
                  <a:pt x="3004146" y="2243841"/>
                </a:lnTo>
                <a:lnTo>
                  <a:pt x="3004015" y="2244681"/>
                </a:lnTo>
                <a:lnTo>
                  <a:pt x="3003526" y="2247916"/>
                </a:lnTo>
                <a:lnTo>
                  <a:pt x="3002386" y="2264384"/>
                </a:lnTo>
                <a:lnTo>
                  <a:pt x="3003840" y="2280152"/>
                </a:lnTo>
                <a:lnTo>
                  <a:pt x="3008667" y="2296730"/>
                </a:lnTo>
                <a:lnTo>
                  <a:pt x="3019505" y="2306304"/>
                </a:lnTo>
                <a:lnTo>
                  <a:pt x="3055188" y="2311219"/>
                </a:lnTo>
                <a:lnTo>
                  <a:pt x="3059563" y="2316120"/>
                </a:lnTo>
                <a:lnTo>
                  <a:pt x="3063966" y="2323919"/>
                </a:lnTo>
                <a:lnTo>
                  <a:pt x="3063966" y="2332574"/>
                </a:lnTo>
                <a:lnTo>
                  <a:pt x="3063433" y="2333070"/>
                </a:lnTo>
                <a:lnTo>
                  <a:pt x="3061454" y="2334918"/>
                </a:lnTo>
                <a:lnTo>
                  <a:pt x="3054560" y="2341367"/>
                </a:lnTo>
                <a:lnTo>
                  <a:pt x="3044985" y="2347246"/>
                </a:lnTo>
                <a:lnTo>
                  <a:pt x="3040421" y="2349042"/>
                </a:lnTo>
                <a:lnTo>
                  <a:pt x="3029832" y="2356469"/>
                </a:lnTo>
                <a:lnTo>
                  <a:pt x="3019373" y="2366533"/>
                </a:lnTo>
                <a:lnTo>
                  <a:pt x="3013728" y="2381227"/>
                </a:lnTo>
                <a:lnTo>
                  <a:pt x="3016394" y="2397644"/>
                </a:lnTo>
                <a:lnTo>
                  <a:pt x="3018300" y="2413353"/>
                </a:lnTo>
                <a:lnTo>
                  <a:pt x="3018044" y="2421913"/>
                </a:lnTo>
                <a:lnTo>
                  <a:pt x="3017445" y="2423410"/>
                </a:lnTo>
                <a:lnTo>
                  <a:pt x="3009229" y="2443866"/>
                </a:lnTo>
                <a:lnTo>
                  <a:pt x="3006250" y="2448949"/>
                </a:lnTo>
                <a:lnTo>
                  <a:pt x="3004417" y="2456113"/>
                </a:lnTo>
                <a:lnTo>
                  <a:pt x="2988306" y="2458173"/>
                </a:lnTo>
                <a:lnTo>
                  <a:pt x="2975693" y="2458253"/>
                </a:lnTo>
                <a:lnTo>
                  <a:pt x="2970180" y="2447510"/>
                </a:lnTo>
                <a:lnTo>
                  <a:pt x="2955537" y="2450395"/>
                </a:lnTo>
                <a:lnTo>
                  <a:pt x="2947737" y="2443924"/>
                </a:lnTo>
                <a:lnTo>
                  <a:pt x="2937469" y="2425842"/>
                </a:lnTo>
                <a:lnTo>
                  <a:pt x="2923016" y="2431166"/>
                </a:lnTo>
                <a:lnTo>
                  <a:pt x="2909513" y="2437855"/>
                </a:lnTo>
                <a:lnTo>
                  <a:pt x="2894673" y="2425447"/>
                </a:lnTo>
                <a:lnTo>
                  <a:pt x="2890240" y="2427288"/>
                </a:lnTo>
                <a:lnTo>
                  <a:pt x="2876736" y="2432897"/>
                </a:lnTo>
                <a:lnTo>
                  <a:pt x="2875378" y="2433072"/>
                </a:lnTo>
                <a:lnTo>
                  <a:pt x="2872230" y="2433481"/>
                </a:lnTo>
                <a:lnTo>
                  <a:pt x="2871471" y="2429946"/>
                </a:lnTo>
                <a:lnTo>
                  <a:pt x="2867790" y="2412579"/>
                </a:lnTo>
                <a:lnTo>
                  <a:pt x="2864058" y="2414478"/>
                </a:lnTo>
                <a:lnTo>
                  <a:pt x="2857208" y="2402464"/>
                </a:lnTo>
                <a:lnTo>
                  <a:pt x="2851694" y="2389531"/>
                </a:lnTo>
                <a:lnTo>
                  <a:pt x="2855375" y="2387866"/>
                </a:lnTo>
                <a:lnTo>
                  <a:pt x="2859866" y="2399404"/>
                </a:lnTo>
                <a:lnTo>
                  <a:pt x="2864942" y="2398579"/>
                </a:lnTo>
                <a:lnTo>
                  <a:pt x="2856638" y="2378518"/>
                </a:lnTo>
                <a:lnTo>
                  <a:pt x="2854739" y="2378277"/>
                </a:lnTo>
                <a:lnTo>
                  <a:pt x="2848020" y="2379511"/>
                </a:lnTo>
                <a:lnTo>
                  <a:pt x="2845289" y="2369717"/>
                </a:lnTo>
                <a:lnTo>
                  <a:pt x="2847896" y="2367629"/>
                </a:lnTo>
                <a:lnTo>
                  <a:pt x="2852073" y="2364284"/>
                </a:lnTo>
                <a:lnTo>
                  <a:pt x="2845859" y="2359675"/>
                </a:lnTo>
                <a:lnTo>
                  <a:pt x="2843836" y="2358638"/>
                </a:lnTo>
                <a:lnTo>
                  <a:pt x="2830456" y="2355330"/>
                </a:lnTo>
                <a:lnTo>
                  <a:pt x="2831975" y="2350904"/>
                </a:lnTo>
                <a:lnTo>
                  <a:pt x="2823292" y="2348012"/>
                </a:lnTo>
                <a:lnTo>
                  <a:pt x="2808773" y="2343280"/>
                </a:lnTo>
                <a:lnTo>
                  <a:pt x="2808394" y="2338270"/>
                </a:lnTo>
                <a:lnTo>
                  <a:pt x="2808649" y="2334443"/>
                </a:lnTo>
                <a:lnTo>
                  <a:pt x="2811059" y="2320334"/>
                </a:lnTo>
                <a:lnTo>
                  <a:pt x="2806933" y="2316054"/>
                </a:lnTo>
                <a:lnTo>
                  <a:pt x="2803070" y="2305830"/>
                </a:lnTo>
                <a:lnTo>
                  <a:pt x="2802756" y="2298227"/>
                </a:lnTo>
                <a:lnTo>
                  <a:pt x="2804340" y="2289828"/>
                </a:lnTo>
                <a:lnTo>
                  <a:pt x="2802887" y="2284198"/>
                </a:lnTo>
                <a:lnTo>
                  <a:pt x="2802938" y="2277260"/>
                </a:lnTo>
                <a:lnTo>
                  <a:pt x="2801485" y="2270241"/>
                </a:lnTo>
                <a:lnTo>
                  <a:pt x="2798505" y="2264640"/>
                </a:lnTo>
                <a:lnTo>
                  <a:pt x="2792487" y="2261857"/>
                </a:lnTo>
                <a:lnTo>
                  <a:pt x="2787981" y="2257695"/>
                </a:lnTo>
                <a:lnTo>
                  <a:pt x="2780437" y="2256256"/>
                </a:lnTo>
                <a:lnTo>
                  <a:pt x="2774419" y="2253400"/>
                </a:lnTo>
                <a:lnTo>
                  <a:pt x="2770468" y="2252802"/>
                </a:lnTo>
                <a:lnTo>
                  <a:pt x="2765349" y="2252013"/>
                </a:lnTo>
                <a:lnTo>
                  <a:pt x="2756278" y="2250574"/>
                </a:lnTo>
                <a:lnTo>
                  <a:pt x="2747223" y="2249121"/>
                </a:lnTo>
                <a:lnTo>
                  <a:pt x="2743016" y="2250932"/>
                </a:lnTo>
                <a:lnTo>
                  <a:pt x="2742534" y="2251136"/>
                </a:lnTo>
                <a:lnTo>
                  <a:pt x="2713424" y="2263661"/>
                </a:lnTo>
                <a:lnTo>
                  <a:pt x="2661192" y="2257322"/>
                </a:lnTo>
                <a:lnTo>
                  <a:pt x="2658899" y="2254766"/>
                </a:lnTo>
                <a:lnTo>
                  <a:pt x="2653691" y="2248989"/>
                </a:lnTo>
                <a:lnTo>
                  <a:pt x="2642050" y="2236034"/>
                </a:lnTo>
                <a:lnTo>
                  <a:pt x="2637106" y="2237502"/>
                </a:lnTo>
                <a:lnTo>
                  <a:pt x="2617446" y="2244454"/>
                </a:lnTo>
                <a:lnTo>
                  <a:pt x="2599320" y="2251429"/>
                </a:lnTo>
                <a:lnTo>
                  <a:pt x="2591710" y="2255555"/>
                </a:lnTo>
                <a:lnTo>
                  <a:pt x="2584166" y="2258381"/>
                </a:lnTo>
                <a:lnTo>
                  <a:pt x="2581244" y="2261120"/>
                </a:lnTo>
                <a:lnTo>
                  <a:pt x="2560715" y="2267108"/>
                </a:lnTo>
                <a:lnTo>
                  <a:pt x="2543276" y="2278983"/>
                </a:lnTo>
                <a:lnTo>
                  <a:pt x="2533577" y="2293998"/>
                </a:lnTo>
                <a:lnTo>
                  <a:pt x="2530327" y="2307341"/>
                </a:lnTo>
                <a:lnTo>
                  <a:pt x="2528187" y="2316105"/>
                </a:lnTo>
                <a:lnTo>
                  <a:pt x="2527238" y="2323605"/>
                </a:lnTo>
                <a:lnTo>
                  <a:pt x="2521593" y="2325504"/>
                </a:lnTo>
                <a:lnTo>
                  <a:pt x="2522162" y="2333633"/>
                </a:lnTo>
                <a:lnTo>
                  <a:pt x="2505299" y="2339767"/>
                </a:lnTo>
                <a:lnTo>
                  <a:pt x="2500421" y="2347560"/>
                </a:lnTo>
                <a:lnTo>
                  <a:pt x="2492753" y="2347706"/>
                </a:lnTo>
                <a:lnTo>
                  <a:pt x="2486786" y="2353519"/>
                </a:lnTo>
                <a:lnTo>
                  <a:pt x="2484573" y="2362078"/>
                </a:lnTo>
                <a:lnTo>
                  <a:pt x="2478482" y="2360033"/>
                </a:lnTo>
                <a:lnTo>
                  <a:pt x="2478234" y="2356769"/>
                </a:lnTo>
                <a:lnTo>
                  <a:pt x="2470434" y="2356659"/>
                </a:lnTo>
                <a:lnTo>
                  <a:pt x="2469361" y="2363648"/>
                </a:lnTo>
                <a:lnTo>
                  <a:pt x="2467462" y="2373668"/>
                </a:lnTo>
                <a:lnTo>
                  <a:pt x="2451738" y="2373456"/>
                </a:lnTo>
                <a:lnTo>
                  <a:pt x="2439630" y="2373493"/>
                </a:lnTo>
                <a:lnTo>
                  <a:pt x="2435058" y="2366504"/>
                </a:lnTo>
                <a:lnTo>
                  <a:pt x="2433480" y="2356805"/>
                </a:lnTo>
                <a:lnTo>
                  <a:pt x="2421876" y="2347786"/>
                </a:lnTo>
                <a:lnTo>
                  <a:pt x="2413105" y="2341001"/>
                </a:lnTo>
                <a:lnTo>
                  <a:pt x="2408883" y="2337737"/>
                </a:lnTo>
                <a:lnTo>
                  <a:pt x="2403742" y="2324372"/>
                </a:lnTo>
                <a:lnTo>
                  <a:pt x="2379021" y="2327228"/>
                </a:lnTo>
                <a:lnTo>
                  <a:pt x="2375026" y="2326592"/>
                </a:lnTo>
                <a:lnTo>
                  <a:pt x="2374135" y="2326461"/>
                </a:lnTo>
                <a:lnTo>
                  <a:pt x="2358667" y="2324014"/>
                </a:lnTo>
                <a:lnTo>
                  <a:pt x="2348530" y="2325577"/>
                </a:lnTo>
                <a:lnTo>
                  <a:pt x="2340095" y="2323759"/>
                </a:lnTo>
                <a:lnTo>
                  <a:pt x="2336926" y="2322240"/>
                </a:lnTo>
                <a:lnTo>
                  <a:pt x="2335976" y="2316134"/>
                </a:lnTo>
                <a:lnTo>
                  <a:pt x="2335151" y="2314805"/>
                </a:lnTo>
                <a:lnTo>
                  <a:pt x="2334896" y="2314214"/>
                </a:lnTo>
                <a:lnTo>
                  <a:pt x="2334582" y="2313615"/>
                </a:lnTo>
                <a:lnTo>
                  <a:pt x="2333062" y="2312161"/>
                </a:lnTo>
                <a:lnTo>
                  <a:pt x="2331982" y="2311300"/>
                </a:lnTo>
                <a:lnTo>
                  <a:pt x="2330966" y="2310124"/>
                </a:lnTo>
                <a:lnTo>
                  <a:pt x="2330075" y="2309145"/>
                </a:lnTo>
                <a:lnTo>
                  <a:pt x="2329696" y="2308890"/>
                </a:lnTo>
                <a:lnTo>
                  <a:pt x="2329258" y="2308911"/>
                </a:lnTo>
                <a:lnTo>
                  <a:pt x="2327863" y="2309591"/>
                </a:lnTo>
                <a:lnTo>
                  <a:pt x="2325577" y="2310270"/>
                </a:lnTo>
                <a:lnTo>
                  <a:pt x="2323802" y="2310606"/>
                </a:lnTo>
                <a:lnTo>
                  <a:pt x="2322794" y="2310620"/>
                </a:lnTo>
                <a:lnTo>
                  <a:pt x="2321962" y="2310759"/>
                </a:lnTo>
                <a:lnTo>
                  <a:pt x="2321706" y="2310854"/>
                </a:lnTo>
                <a:lnTo>
                  <a:pt x="2321202" y="2311314"/>
                </a:lnTo>
                <a:lnTo>
                  <a:pt x="2320947" y="2311738"/>
                </a:lnTo>
                <a:lnTo>
                  <a:pt x="2320947" y="2312249"/>
                </a:lnTo>
                <a:lnTo>
                  <a:pt x="2321078" y="2313330"/>
                </a:lnTo>
                <a:lnTo>
                  <a:pt x="2321078" y="2314374"/>
                </a:lnTo>
                <a:lnTo>
                  <a:pt x="2321012" y="2314798"/>
                </a:lnTo>
                <a:lnTo>
                  <a:pt x="2320822" y="2316098"/>
                </a:lnTo>
                <a:lnTo>
                  <a:pt x="2319048" y="2322313"/>
                </a:lnTo>
                <a:lnTo>
                  <a:pt x="2315374" y="2322269"/>
                </a:lnTo>
                <a:lnTo>
                  <a:pt x="2302565" y="2325533"/>
                </a:lnTo>
                <a:lnTo>
                  <a:pt x="2300162" y="2326483"/>
                </a:lnTo>
                <a:lnTo>
                  <a:pt x="2293940" y="2333026"/>
                </a:lnTo>
                <a:lnTo>
                  <a:pt x="2292121" y="2333925"/>
                </a:lnTo>
                <a:lnTo>
                  <a:pt x="2288112" y="2335897"/>
                </a:lnTo>
                <a:lnTo>
                  <a:pt x="2283613" y="2334604"/>
                </a:lnTo>
                <a:lnTo>
                  <a:pt x="2276880" y="2327878"/>
                </a:lnTo>
                <a:lnTo>
                  <a:pt x="2272395" y="2323408"/>
                </a:lnTo>
                <a:lnTo>
                  <a:pt x="2269730" y="2321173"/>
                </a:lnTo>
                <a:lnTo>
                  <a:pt x="2271687" y="2316134"/>
                </a:lnTo>
                <a:lnTo>
                  <a:pt x="2272425" y="2311168"/>
                </a:lnTo>
                <a:lnTo>
                  <a:pt x="2272899" y="2307962"/>
                </a:lnTo>
                <a:lnTo>
                  <a:pt x="2265728" y="2301243"/>
                </a:lnTo>
                <a:lnTo>
                  <a:pt x="2265574" y="2301053"/>
                </a:lnTo>
                <a:lnTo>
                  <a:pt x="2265348" y="2300893"/>
                </a:lnTo>
                <a:lnTo>
                  <a:pt x="2254072" y="2290332"/>
                </a:lnTo>
                <a:lnTo>
                  <a:pt x="2251771" y="2286666"/>
                </a:lnTo>
                <a:lnTo>
                  <a:pt x="2251034" y="2285498"/>
                </a:lnTo>
                <a:lnTo>
                  <a:pt x="2249880" y="2283650"/>
                </a:lnTo>
                <a:lnTo>
                  <a:pt x="2246586" y="2278399"/>
                </a:lnTo>
                <a:lnTo>
                  <a:pt x="2241204" y="2258235"/>
                </a:lnTo>
                <a:lnTo>
                  <a:pt x="2233798" y="2257388"/>
                </a:lnTo>
                <a:lnTo>
                  <a:pt x="2232133" y="2257191"/>
                </a:lnTo>
                <a:lnTo>
                  <a:pt x="2219207" y="2255701"/>
                </a:lnTo>
                <a:lnTo>
                  <a:pt x="2201446" y="2249077"/>
                </a:lnTo>
                <a:lnTo>
                  <a:pt x="2200613" y="2246733"/>
                </a:lnTo>
                <a:lnTo>
                  <a:pt x="2197144" y="2236939"/>
                </a:lnTo>
                <a:lnTo>
                  <a:pt x="2200818" y="2230410"/>
                </a:lnTo>
                <a:lnTo>
                  <a:pt x="2206967" y="2219499"/>
                </a:lnTo>
                <a:lnTo>
                  <a:pt x="2217680" y="2210772"/>
                </a:lnTo>
                <a:lnTo>
                  <a:pt x="2233660" y="2209363"/>
                </a:lnTo>
                <a:lnTo>
                  <a:pt x="2266495" y="2207237"/>
                </a:lnTo>
                <a:lnTo>
                  <a:pt x="2276573" y="2206843"/>
                </a:lnTo>
                <a:lnTo>
                  <a:pt x="2290770" y="2204418"/>
                </a:lnTo>
                <a:lnTo>
                  <a:pt x="2296247" y="2187796"/>
                </a:lnTo>
                <a:lnTo>
                  <a:pt x="2297562" y="2183838"/>
                </a:lnTo>
                <a:lnTo>
                  <a:pt x="2297372" y="2170181"/>
                </a:lnTo>
                <a:lnTo>
                  <a:pt x="2298248" y="2168845"/>
                </a:lnTo>
                <a:lnTo>
                  <a:pt x="2303266" y="2161191"/>
                </a:lnTo>
                <a:lnTo>
                  <a:pt x="2310489" y="2154728"/>
                </a:lnTo>
                <a:lnTo>
                  <a:pt x="2312073" y="2152661"/>
                </a:lnTo>
                <a:lnTo>
                  <a:pt x="2321399" y="2140428"/>
                </a:lnTo>
                <a:lnTo>
                  <a:pt x="2328491" y="2138055"/>
                </a:lnTo>
                <a:lnTo>
                  <a:pt x="2322035" y="2129342"/>
                </a:lnTo>
                <a:lnTo>
                  <a:pt x="2316514" y="2122448"/>
                </a:lnTo>
                <a:lnTo>
                  <a:pt x="2314805" y="2122477"/>
                </a:lnTo>
                <a:lnTo>
                  <a:pt x="2312665" y="2122521"/>
                </a:lnTo>
                <a:lnTo>
                  <a:pt x="2311124" y="2122558"/>
                </a:lnTo>
                <a:lnTo>
                  <a:pt x="2301995" y="2130891"/>
                </a:lnTo>
                <a:lnTo>
                  <a:pt x="2293268" y="2138011"/>
                </a:lnTo>
                <a:lnTo>
                  <a:pt x="2285008" y="2144759"/>
                </a:lnTo>
                <a:lnTo>
                  <a:pt x="2275623" y="2151383"/>
                </a:lnTo>
                <a:lnTo>
                  <a:pt x="2268839" y="2152654"/>
                </a:lnTo>
                <a:lnTo>
                  <a:pt x="2263581" y="2151975"/>
                </a:lnTo>
                <a:lnTo>
                  <a:pt x="2251472" y="2144460"/>
                </a:lnTo>
                <a:lnTo>
                  <a:pt x="2242533" y="2136594"/>
                </a:lnTo>
                <a:lnTo>
                  <a:pt x="2236486" y="2132424"/>
                </a:lnTo>
                <a:lnTo>
                  <a:pt x="2231695" y="2129116"/>
                </a:lnTo>
                <a:lnTo>
                  <a:pt x="2228080" y="2127064"/>
                </a:lnTo>
                <a:lnTo>
                  <a:pt x="2225926" y="2125837"/>
                </a:lnTo>
                <a:lnTo>
                  <a:pt x="2217556" y="2123463"/>
                </a:lnTo>
                <a:lnTo>
                  <a:pt x="2211276" y="2122667"/>
                </a:lnTo>
                <a:lnTo>
                  <a:pt x="2208362" y="2121608"/>
                </a:lnTo>
                <a:lnTo>
                  <a:pt x="2205258" y="2119286"/>
                </a:lnTo>
                <a:lnTo>
                  <a:pt x="2203162" y="2116343"/>
                </a:lnTo>
                <a:lnTo>
                  <a:pt x="2201132" y="2112604"/>
                </a:lnTo>
                <a:lnTo>
                  <a:pt x="2199423" y="2107623"/>
                </a:lnTo>
                <a:lnTo>
                  <a:pt x="2196253" y="2095865"/>
                </a:lnTo>
                <a:lnTo>
                  <a:pt x="2195903" y="2093944"/>
                </a:lnTo>
                <a:lnTo>
                  <a:pt x="2193529" y="2081018"/>
                </a:lnTo>
                <a:lnTo>
                  <a:pt x="2192324" y="2077308"/>
                </a:lnTo>
                <a:lnTo>
                  <a:pt x="2190863" y="2074189"/>
                </a:lnTo>
                <a:lnTo>
                  <a:pt x="2190301" y="2073320"/>
                </a:lnTo>
                <a:lnTo>
                  <a:pt x="2190089" y="2072984"/>
                </a:lnTo>
                <a:lnTo>
                  <a:pt x="2187431" y="2068865"/>
                </a:lnTo>
                <a:lnTo>
                  <a:pt x="2187153" y="2068434"/>
                </a:lnTo>
                <a:lnTo>
                  <a:pt x="2186423" y="2067288"/>
                </a:lnTo>
                <a:lnTo>
                  <a:pt x="2184729" y="2064936"/>
                </a:lnTo>
                <a:lnTo>
                  <a:pt x="2184152" y="2064133"/>
                </a:lnTo>
                <a:lnTo>
                  <a:pt x="2182436" y="2061745"/>
                </a:lnTo>
                <a:lnTo>
                  <a:pt x="2179704" y="2059115"/>
                </a:lnTo>
                <a:lnTo>
                  <a:pt x="2176286" y="2056954"/>
                </a:lnTo>
                <a:lnTo>
                  <a:pt x="2167471" y="2052711"/>
                </a:lnTo>
                <a:lnTo>
                  <a:pt x="2164243" y="2050016"/>
                </a:lnTo>
                <a:lnTo>
                  <a:pt x="2163637" y="2049227"/>
                </a:lnTo>
                <a:lnTo>
                  <a:pt x="2161980" y="2047073"/>
                </a:lnTo>
                <a:lnTo>
                  <a:pt x="2161651" y="2046649"/>
                </a:lnTo>
                <a:lnTo>
                  <a:pt x="2159679" y="2044086"/>
                </a:lnTo>
                <a:lnTo>
                  <a:pt x="2157649" y="2040485"/>
                </a:lnTo>
                <a:lnTo>
                  <a:pt x="2156699" y="2038462"/>
                </a:lnTo>
                <a:lnTo>
                  <a:pt x="2156057" y="2037067"/>
                </a:lnTo>
                <a:lnTo>
                  <a:pt x="2155297" y="2033496"/>
                </a:lnTo>
                <a:lnTo>
                  <a:pt x="2155297" y="2030013"/>
                </a:lnTo>
                <a:lnTo>
                  <a:pt x="2156122" y="2027062"/>
                </a:lnTo>
                <a:lnTo>
                  <a:pt x="2158408" y="2023688"/>
                </a:lnTo>
                <a:lnTo>
                  <a:pt x="2161768" y="2020095"/>
                </a:lnTo>
                <a:lnTo>
                  <a:pt x="2164360" y="2018225"/>
                </a:lnTo>
                <a:lnTo>
                  <a:pt x="2167727" y="2016670"/>
                </a:lnTo>
                <a:lnTo>
                  <a:pt x="2170641" y="2016020"/>
                </a:lnTo>
                <a:lnTo>
                  <a:pt x="2177046" y="2015925"/>
                </a:lnTo>
                <a:lnTo>
                  <a:pt x="2185357" y="2009571"/>
                </a:lnTo>
                <a:lnTo>
                  <a:pt x="2188731" y="2003342"/>
                </a:lnTo>
                <a:lnTo>
                  <a:pt x="2188767" y="2002808"/>
                </a:lnTo>
                <a:lnTo>
                  <a:pt x="2189198" y="2002487"/>
                </a:lnTo>
                <a:lnTo>
                  <a:pt x="2192324" y="1996747"/>
                </a:lnTo>
                <a:lnTo>
                  <a:pt x="2191835" y="1992394"/>
                </a:lnTo>
                <a:lnTo>
                  <a:pt x="2191659" y="1990839"/>
                </a:lnTo>
                <a:lnTo>
                  <a:pt x="2190966" y="1984609"/>
                </a:lnTo>
                <a:lnTo>
                  <a:pt x="2190863" y="1983652"/>
                </a:lnTo>
                <a:lnTo>
                  <a:pt x="2186934" y="1980125"/>
                </a:lnTo>
                <a:lnTo>
                  <a:pt x="2186387" y="1979643"/>
                </a:lnTo>
                <a:lnTo>
                  <a:pt x="2184904" y="1978314"/>
                </a:lnTo>
                <a:lnTo>
                  <a:pt x="2175841" y="1973749"/>
                </a:lnTo>
                <a:lnTo>
                  <a:pt x="2171707" y="1972164"/>
                </a:lnTo>
                <a:lnTo>
                  <a:pt x="2169042" y="1971149"/>
                </a:lnTo>
                <a:lnTo>
                  <a:pt x="2167333" y="1970492"/>
                </a:lnTo>
                <a:lnTo>
                  <a:pt x="2167267" y="1970463"/>
                </a:lnTo>
                <a:lnTo>
                  <a:pt x="2161001" y="1968060"/>
                </a:lnTo>
                <a:lnTo>
                  <a:pt x="2155589" y="1964525"/>
                </a:lnTo>
                <a:lnTo>
                  <a:pt x="2150974" y="1961509"/>
                </a:lnTo>
                <a:lnTo>
                  <a:pt x="2146490" y="1958581"/>
                </a:lnTo>
                <a:lnTo>
                  <a:pt x="2137675" y="1956120"/>
                </a:lnTo>
                <a:lnTo>
                  <a:pt x="2134264" y="1957098"/>
                </a:lnTo>
                <a:lnTo>
                  <a:pt x="2130715" y="1958106"/>
                </a:lnTo>
                <a:lnTo>
                  <a:pt x="2128487" y="1958756"/>
                </a:lnTo>
                <a:lnTo>
                  <a:pt x="2124295" y="1959946"/>
                </a:lnTo>
                <a:lnTo>
                  <a:pt x="2119125" y="1961436"/>
                </a:lnTo>
                <a:lnTo>
                  <a:pt x="2117138" y="1962006"/>
                </a:lnTo>
                <a:lnTo>
                  <a:pt x="2111383" y="1962422"/>
                </a:lnTo>
                <a:lnTo>
                  <a:pt x="2111201" y="1962327"/>
                </a:lnTo>
                <a:lnTo>
                  <a:pt x="2110704" y="1962320"/>
                </a:lnTo>
                <a:lnTo>
                  <a:pt x="2109025" y="1962386"/>
                </a:lnTo>
                <a:lnTo>
                  <a:pt x="2108572" y="1962627"/>
                </a:lnTo>
                <a:lnTo>
                  <a:pt x="2104270" y="1962941"/>
                </a:lnTo>
                <a:lnTo>
                  <a:pt x="2100020" y="1963240"/>
                </a:lnTo>
                <a:lnTo>
                  <a:pt x="2090767" y="1952928"/>
                </a:lnTo>
                <a:lnTo>
                  <a:pt x="2088824" y="1944756"/>
                </a:lnTo>
                <a:lnTo>
                  <a:pt x="2087597" y="1939563"/>
                </a:lnTo>
                <a:lnTo>
                  <a:pt x="2087648" y="1938972"/>
                </a:lnTo>
                <a:lnTo>
                  <a:pt x="2087933" y="1935561"/>
                </a:lnTo>
                <a:lnTo>
                  <a:pt x="2087992" y="1935298"/>
                </a:lnTo>
                <a:lnTo>
                  <a:pt x="2087984" y="1935225"/>
                </a:lnTo>
                <a:lnTo>
                  <a:pt x="2087977" y="1935065"/>
                </a:lnTo>
                <a:lnTo>
                  <a:pt x="2088466" y="1929346"/>
                </a:lnTo>
                <a:lnTo>
                  <a:pt x="2088547" y="1928411"/>
                </a:lnTo>
                <a:lnTo>
                  <a:pt x="2085100" y="1920356"/>
                </a:lnTo>
                <a:lnTo>
                  <a:pt x="2079608" y="1907554"/>
                </a:lnTo>
                <a:lnTo>
                  <a:pt x="2074284" y="1895679"/>
                </a:lnTo>
                <a:lnTo>
                  <a:pt x="2071618" y="1888215"/>
                </a:lnTo>
                <a:lnTo>
                  <a:pt x="2068324" y="1878962"/>
                </a:lnTo>
                <a:lnTo>
                  <a:pt x="2062299" y="1862216"/>
                </a:lnTo>
                <a:lnTo>
                  <a:pt x="2059320" y="1853898"/>
                </a:lnTo>
                <a:lnTo>
                  <a:pt x="2055902" y="1851101"/>
                </a:lnTo>
                <a:lnTo>
                  <a:pt x="2054887" y="1847434"/>
                </a:lnTo>
                <a:lnTo>
                  <a:pt x="2054879" y="1847274"/>
                </a:lnTo>
                <a:lnTo>
                  <a:pt x="2054806" y="1847142"/>
                </a:lnTo>
                <a:lnTo>
                  <a:pt x="2053484" y="1842395"/>
                </a:lnTo>
                <a:lnTo>
                  <a:pt x="2053126" y="1842388"/>
                </a:lnTo>
                <a:lnTo>
                  <a:pt x="2052703" y="1842381"/>
                </a:lnTo>
                <a:lnTo>
                  <a:pt x="2047094" y="1842308"/>
                </a:lnTo>
                <a:lnTo>
                  <a:pt x="2045626" y="1842286"/>
                </a:lnTo>
                <a:lnTo>
                  <a:pt x="2044677" y="1842790"/>
                </a:lnTo>
                <a:lnTo>
                  <a:pt x="2027536" y="1851911"/>
                </a:lnTo>
                <a:lnTo>
                  <a:pt x="2026959" y="1852218"/>
                </a:lnTo>
                <a:lnTo>
                  <a:pt x="2025805" y="1852831"/>
                </a:lnTo>
                <a:lnTo>
                  <a:pt x="2018429" y="1856761"/>
                </a:lnTo>
                <a:lnTo>
                  <a:pt x="2013193" y="1859543"/>
                </a:lnTo>
                <a:lnTo>
                  <a:pt x="2011776" y="1860303"/>
                </a:lnTo>
                <a:lnTo>
                  <a:pt x="2007584" y="1858564"/>
                </a:lnTo>
                <a:lnTo>
                  <a:pt x="2004546" y="1857294"/>
                </a:lnTo>
                <a:lnTo>
                  <a:pt x="2003553" y="1856877"/>
                </a:lnTo>
                <a:lnTo>
                  <a:pt x="1990729" y="1851531"/>
                </a:lnTo>
                <a:lnTo>
                  <a:pt x="1984265" y="1848837"/>
                </a:lnTo>
                <a:lnTo>
                  <a:pt x="1983725" y="1848895"/>
                </a:lnTo>
                <a:lnTo>
                  <a:pt x="1983279" y="1848428"/>
                </a:lnTo>
                <a:lnTo>
                  <a:pt x="1972347" y="1843871"/>
                </a:lnTo>
                <a:lnTo>
                  <a:pt x="1971646" y="1844199"/>
                </a:lnTo>
                <a:lnTo>
                  <a:pt x="1963305" y="1845514"/>
                </a:lnTo>
                <a:lnTo>
                  <a:pt x="1962517" y="1845638"/>
                </a:lnTo>
                <a:lnTo>
                  <a:pt x="1955038" y="1845638"/>
                </a:lnTo>
                <a:lnTo>
                  <a:pt x="1953198" y="1845967"/>
                </a:lnTo>
                <a:lnTo>
                  <a:pt x="1952336" y="1849187"/>
                </a:lnTo>
                <a:lnTo>
                  <a:pt x="1952007" y="1849567"/>
                </a:lnTo>
                <a:lnTo>
                  <a:pt x="1951993" y="1850465"/>
                </a:lnTo>
                <a:lnTo>
                  <a:pt x="1950620" y="1855599"/>
                </a:lnTo>
                <a:lnTo>
                  <a:pt x="1948947" y="1861880"/>
                </a:lnTo>
                <a:lnTo>
                  <a:pt x="1948626" y="1862369"/>
                </a:lnTo>
                <a:lnTo>
                  <a:pt x="1948604" y="1863509"/>
                </a:lnTo>
                <a:lnTo>
                  <a:pt x="1948378" y="1863983"/>
                </a:lnTo>
                <a:lnTo>
                  <a:pt x="1946479" y="1871111"/>
                </a:lnTo>
                <a:lnTo>
                  <a:pt x="1932019" y="1889354"/>
                </a:lnTo>
                <a:lnTo>
                  <a:pt x="1928477" y="1893824"/>
                </a:lnTo>
                <a:lnTo>
                  <a:pt x="1923116" y="1893524"/>
                </a:lnTo>
                <a:lnTo>
                  <a:pt x="1922233" y="1893473"/>
                </a:lnTo>
                <a:lnTo>
                  <a:pt x="1916850" y="1893167"/>
                </a:lnTo>
                <a:lnTo>
                  <a:pt x="1916609" y="1893145"/>
                </a:lnTo>
                <a:lnTo>
                  <a:pt x="1916390" y="1893137"/>
                </a:lnTo>
                <a:lnTo>
                  <a:pt x="1889865" y="1891618"/>
                </a:lnTo>
                <a:lnTo>
                  <a:pt x="1885177" y="1891626"/>
                </a:lnTo>
                <a:lnTo>
                  <a:pt x="1874587" y="1892984"/>
                </a:lnTo>
                <a:lnTo>
                  <a:pt x="1865524" y="1892999"/>
                </a:lnTo>
                <a:lnTo>
                  <a:pt x="1858557" y="1896205"/>
                </a:lnTo>
                <a:lnTo>
                  <a:pt x="1856453" y="1897169"/>
                </a:lnTo>
                <a:lnTo>
                  <a:pt x="1850070" y="1899455"/>
                </a:lnTo>
                <a:lnTo>
                  <a:pt x="1848851" y="1899893"/>
                </a:lnTo>
                <a:lnTo>
                  <a:pt x="1841372" y="1902704"/>
                </a:lnTo>
                <a:lnTo>
                  <a:pt x="1841110" y="1902756"/>
                </a:lnTo>
                <a:lnTo>
                  <a:pt x="1840832" y="1902814"/>
                </a:lnTo>
                <a:lnTo>
                  <a:pt x="1835282" y="1904063"/>
                </a:lnTo>
                <a:lnTo>
                  <a:pt x="1833763" y="1904063"/>
                </a:lnTo>
                <a:lnTo>
                  <a:pt x="1830023" y="1902909"/>
                </a:lnTo>
                <a:lnTo>
                  <a:pt x="1820515" y="1899959"/>
                </a:lnTo>
                <a:lnTo>
                  <a:pt x="1801870" y="1894204"/>
                </a:lnTo>
                <a:lnTo>
                  <a:pt x="1781779" y="1890450"/>
                </a:lnTo>
                <a:lnTo>
                  <a:pt x="1781501" y="1891078"/>
                </a:lnTo>
                <a:lnTo>
                  <a:pt x="1781845" y="1891407"/>
                </a:lnTo>
                <a:lnTo>
                  <a:pt x="1783787" y="1920371"/>
                </a:lnTo>
                <a:lnTo>
                  <a:pt x="1783817" y="1920765"/>
                </a:lnTo>
                <a:lnTo>
                  <a:pt x="1784189" y="1926345"/>
                </a:lnTo>
                <a:lnTo>
                  <a:pt x="1772088" y="1931296"/>
                </a:lnTo>
                <a:lnTo>
                  <a:pt x="1771328" y="1931406"/>
                </a:lnTo>
                <a:lnTo>
                  <a:pt x="1771241" y="1931647"/>
                </a:lnTo>
                <a:lnTo>
                  <a:pt x="1766179" y="1933714"/>
                </a:lnTo>
                <a:lnTo>
                  <a:pt x="1739026" y="1931647"/>
                </a:lnTo>
                <a:lnTo>
                  <a:pt x="1727619" y="1930778"/>
                </a:lnTo>
                <a:lnTo>
                  <a:pt x="1713502" y="1929704"/>
                </a:lnTo>
                <a:lnTo>
                  <a:pt x="1691060" y="1924446"/>
                </a:lnTo>
                <a:lnTo>
                  <a:pt x="1685823" y="1923957"/>
                </a:lnTo>
                <a:lnTo>
                  <a:pt x="1660313" y="1921554"/>
                </a:lnTo>
                <a:lnTo>
                  <a:pt x="1656275" y="1921276"/>
                </a:lnTo>
                <a:lnTo>
                  <a:pt x="1653354" y="1921079"/>
                </a:lnTo>
                <a:lnTo>
                  <a:pt x="1627092" y="1919283"/>
                </a:lnTo>
                <a:lnTo>
                  <a:pt x="1624426" y="1919100"/>
                </a:lnTo>
                <a:lnTo>
                  <a:pt x="1599515" y="1918574"/>
                </a:lnTo>
                <a:lnTo>
                  <a:pt x="1583222" y="1921656"/>
                </a:lnTo>
                <a:lnTo>
                  <a:pt x="1572194" y="1925665"/>
                </a:lnTo>
                <a:lnTo>
                  <a:pt x="1566936" y="1930924"/>
                </a:lnTo>
                <a:lnTo>
                  <a:pt x="1563890" y="1939483"/>
                </a:lnTo>
                <a:lnTo>
                  <a:pt x="1563255" y="1946246"/>
                </a:lnTo>
                <a:lnTo>
                  <a:pt x="1563518" y="1947750"/>
                </a:lnTo>
                <a:lnTo>
                  <a:pt x="1564759" y="1954900"/>
                </a:lnTo>
                <a:lnTo>
                  <a:pt x="1567564" y="1971040"/>
                </a:lnTo>
                <a:lnTo>
                  <a:pt x="1567308" y="1989853"/>
                </a:lnTo>
                <a:lnTo>
                  <a:pt x="1561984" y="2007125"/>
                </a:lnTo>
                <a:lnTo>
                  <a:pt x="1553045" y="2021249"/>
                </a:lnTo>
                <a:lnTo>
                  <a:pt x="1547969" y="2027858"/>
                </a:lnTo>
                <a:lnTo>
                  <a:pt x="1542960" y="2034372"/>
                </a:lnTo>
                <a:lnTo>
                  <a:pt x="1539228" y="2039236"/>
                </a:lnTo>
                <a:lnTo>
                  <a:pt x="1530478" y="2046350"/>
                </a:lnTo>
                <a:lnTo>
                  <a:pt x="1529661" y="2046817"/>
                </a:lnTo>
                <a:lnTo>
                  <a:pt x="1516595" y="2054310"/>
                </a:lnTo>
                <a:lnTo>
                  <a:pt x="1504107" y="2057494"/>
                </a:lnTo>
                <a:lnTo>
                  <a:pt x="1467080" y="2050206"/>
                </a:lnTo>
                <a:lnTo>
                  <a:pt x="1450568" y="2045386"/>
                </a:lnTo>
                <a:lnTo>
                  <a:pt x="1444703" y="2043669"/>
                </a:lnTo>
                <a:lnTo>
                  <a:pt x="1436086" y="2040880"/>
                </a:lnTo>
                <a:lnTo>
                  <a:pt x="1429425" y="2041902"/>
                </a:lnTo>
                <a:lnTo>
                  <a:pt x="1424357" y="2044801"/>
                </a:lnTo>
                <a:lnTo>
                  <a:pt x="1416236" y="2055844"/>
                </a:lnTo>
                <a:lnTo>
                  <a:pt x="1405909" y="2070903"/>
                </a:lnTo>
                <a:lnTo>
                  <a:pt x="1396138" y="2095105"/>
                </a:lnTo>
                <a:lnTo>
                  <a:pt x="1392464" y="2104183"/>
                </a:lnTo>
                <a:lnTo>
                  <a:pt x="1388250" y="2100772"/>
                </a:lnTo>
                <a:lnTo>
                  <a:pt x="1373067" y="2088467"/>
                </a:lnTo>
                <a:lnTo>
                  <a:pt x="1345089" y="2078461"/>
                </a:lnTo>
                <a:lnTo>
                  <a:pt x="1320711" y="2069749"/>
                </a:lnTo>
                <a:lnTo>
                  <a:pt x="1285451" y="2062168"/>
                </a:lnTo>
                <a:lnTo>
                  <a:pt x="1247906" y="2062446"/>
                </a:lnTo>
                <a:lnTo>
                  <a:pt x="1229984" y="2062577"/>
                </a:lnTo>
                <a:lnTo>
                  <a:pt x="1190555" y="2080718"/>
                </a:lnTo>
                <a:lnTo>
                  <a:pt x="1183135" y="2084961"/>
                </a:lnTo>
                <a:lnTo>
                  <a:pt x="1163738" y="2105928"/>
                </a:lnTo>
                <a:lnTo>
                  <a:pt x="1127981" y="2109427"/>
                </a:lnTo>
                <a:lnTo>
                  <a:pt x="1085317" y="2080302"/>
                </a:lnTo>
                <a:lnTo>
                  <a:pt x="1084995" y="2118001"/>
                </a:lnTo>
                <a:lnTo>
                  <a:pt x="1084951" y="2122813"/>
                </a:lnTo>
                <a:lnTo>
                  <a:pt x="1084557" y="2167560"/>
                </a:lnTo>
                <a:lnTo>
                  <a:pt x="1082782" y="2215015"/>
                </a:lnTo>
                <a:lnTo>
                  <a:pt x="1099324" y="2266174"/>
                </a:lnTo>
                <a:lnTo>
                  <a:pt x="1096169" y="2275376"/>
                </a:lnTo>
                <a:lnTo>
                  <a:pt x="1088128" y="2298767"/>
                </a:lnTo>
                <a:lnTo>
                  <a:pt x="1082147" y="2316163"/>
                </a:lnTo>
                <a:lnTo>
                  <a:pt x="1079584" y="2326768"/>
                </a:lnTo>
                <a:lnTo>
                  <a:pt x="1078349" y="2331887"/>
                </a:lnTo>
                <a:lnTo>
                  <a:pt x="1035429" y="2388150"/>
                </a:lnTo>
                <a:lnTo>
                  <a:pt x="1027819" y="2434620"/>
                </a:lnTo>
                <a:lnTo>
                  <a:pt x="1039329" y="2451534"/>
                </a:lnTo>
                <a:lnTo>
                  <a:pt x="1042586" y="2456332"/>
                </a:lnTo>
                <a:lnTo>
                  <a:pt x="1098185" y="2479724"/>
                </a:lnTo>
                <a:lnTo>
                  <a:pt x="1104356" y="2487122"/>
                </a:lnTo>
                <a:lnTo>
                  <a:pt x="1126652" y="2513830"/>
                </a:lnTo>
                <a:lnTo>
                  <a:pt x="1145012" y="2538792"/>
                </a:lnTo>
                <a:lnTo>
                  <a:pt x="1159933" y="2559080"/>
                </a:lnTo>
                <a:lnTo>
                  <a:pt x="1177635" y="2600313"/>
                </a:lnTo>
                <a:lnTo>
                  <a:pt x="1184216" y="2615854"/>
                </a:lnTo>
                <a:lnTo>
                  <a:pt x="1190365" y="2626970"/>
                </a:lnTo>
                <a:lnTo>
                  <a:pt x="1200231" y="2663347"/>
                </a:lnTo>
                <a:lnTo>
                  <a:pt x="1201064" y="2666421"/>
                </a:lnTo>
                <a:lnTo>
                  <a:pt x="1202152" y="2670453"/>
                </a:lnTo>
                <a:lnTo>
                  <a:pt x="1205417" y="2676514"/>
                </a:lnTo>
                <a:lnTo>
                  <a:pt x="1211851" y="2688477"/>
                </a:lnTo>
                <a:lnTo>
                  <a:pt x="1223477" y="2710109"/>
                </a:lnTo>
                <a:lnTo>
                  <a:pt x="1234739" y="2730842"/>
                </a:lnTo>
                <a:lnTo>
                  <a:pt x="1249447" y="2757915"/>
                </a:lnTo>
                <a:lnTo>
                  <a:pt x="1275307" y="2790092"/>
                </a:lnTo>
                <a:lnTo>
                  <a:pt x="1291856" y="2820868"/>
                </a:lnTo>
                <a:lnTo>
                  <a:pt x="1324509" y="2843537"/>
                </a:lnTo>
                <a:lnTo>
                  <a:pt x="1345987" y="2853410"/>
                </a:lnTo>
                <a:lnTo>
                  <a:pt x="1357723" y="2858815"/>
                </a:lnTo>
                <a:lnTo>
                  <a:pt x="1391580" y="2865344"/>
                </a:lnTo>
                <a:lnTo>
                  <a:pt x="1412548" y="2864964"/>
                </a:lnTo>
                <a:lnTo>
                  <a:pt x="1451561" y="2864263"/>
                </a:lnTo>
                <a:lnTo>
                  <a:pt x="1451992" y="2864248"/>
                </a:lnTo>
                <a:lnTo>
                  <a:pt x="1452985" y="2864234"/>
                </a:lnTo>
                <a:lnTo>
                  <a:pt x="1453416" y="2864226"/>
                </a:lnTo>
                <a:lnTo>
                  <a:pt x="1501500" y="2863379"/>
                </a:lnTo>
                <a:lnTo>
                  <a:pt x="1531552" y="2862780"/>
                </a:lnTo>
                <a:lnTo>
                  <a:pt x="1533641" y="2864350"/>
                </a:lnTo>
                <a:lnTo>
                  <a:pt x="1552468" y="2871215"/>
                </a:lnTo>
                <a:lnTo>
                  <a:pt x="1560020" y="2873969"/>
                </a:lnTo>
                <a:lnTo>
                  <a:pt x="1581381" y="2891270"/>
                </a:lnTo>
                <a:lnTo>
                  <a:pt x="1579862" y="2893256"/>
                </a:lnTo>
                <a:lnTo>
                  <a:pt x="1564577" y="2906190"/>
                </a:lnTo>
                <a:lnTo>
                  <a:pt x="1567118" y="2908593"/>
                </a:lnTo>
                <a:lnTo>
                  <a:pt x="1566739" y="2909104"/>
                </a:lnTo>
                <a:lnTo>
                  <a:pt x="1560392" y="2914983"/>
                </a:lnTo>
                <a:lnTo>
                  <a:pt x="1553169" y="2920022"/>
                </a:lnTo>
                <a:lnTo>
                  <a:pt x="1556339" y="2923652"/>
                </a:lnTo>
                <a:lnTo>
                  <a:pt x="1559319" y="2927026"/>
                </a:lnTo>
                <a:lnTo>
                  <a:pt x="1568382" y="2929100"/>
                </a:lnTo>
                <a:lnTo>
                  <a:pt x="1576225" y="2923652"/>
                </a:lnTo>
                <a:lnTo>
                  <a:pt x="1578913" y="2922498"/>
                </a:lnTo>
                <a:lnTo>
                  <a:pt x="1583156" y="2922556"/>
                </a:lnTo>
                <a:lnTo>
                  <a:pt x="1583806" y="2923652"/>
                </a:lnTo>
                <a:lnTo>
                  <a:pt x="1587151" y="2927793"/>
                </a:lnTo>
                <a:lnTo>
                  <a:pt x="1585186" y="2931050"/>
                </a:lnTo>
                <a:lnTo>
                  <a:pt x="1590320" y="2936505"/>
                </a:lnTo>
                <a:lnTo>
                  <a:pt x="1591211" y="2936505"/>
                </a:lnTo>
                <a:lnTo>
                  <a:pt x="1594001" y="2941026"/>
                </a:lnTo>
                <a:lnTo>
                  <a:pt x="1582082" y="2949563"/>
                </a:lnTo>
                <a:lnTo>
                  <a:pt x="1587530" y="2954887"/>
                </a:lnTo>
                <a:lnTo>
                  <a:pt x="1590766" y="2957151"/>
                </a:lnTo>
                <a:lnTo>
                  <a:pt x="1590591" y="2959612"/>
                </a:lnTo>
                <a:lnTo>
                  <a:pt x="1588626" y="2965813"/>
                </a:lnTo>
                <a:lnTo>
                  <a:pt x="1597565" y="2970961"/>
                </a:lnTo>
                <a:lnTo>
                  <a:pt x="1595089" y="2983369"/>
                </a:lnTo>
                <a:lnTo>
                  <a:pt x="1590014" y="2990015"/>
                </a:lnTo>
                <a:lnTo>
                  <a:pt x="1584558" y="2990746"/>
                </a:lnTo>
                <a:lnTo>
                  <a:pt x="1581776" y="2990585"/>
                </a:lnTo>
                <a:lnTo>
                  <a:pt x="1579241" y="2989409"/>
                </a:lnTo>
                <a:lnTo>
                  <a:pt x="1576700" y="2996654"/>
                </a:lnTo>
                <a:lnTo>
                  <a:pt x="1578475" y="3000963"/>
                </a:lnTo>
                <a:lnTo>
                  <a:pt x="1581586" y="3005038"/>
                </a:lnTo>
                <a:lnTo>
                  <a:pt x="1581586" y="3005797"/>
                </a:lnTo>
                <a:lnTo>
                  <a:pt x="1574232" y="3011530"/>
                </a:lnTo>
                <a:lnTo>
                  <a:pt x="1565037" y="3014313"/>
                </a:lnTo>
                <a:lnTo>
                  <a:pt x="1559837" y="3022836"/>
                </a:lnTo>
                <a:lnTo>
                  <a:pt x="1552936" y="3029321"/>
                </a:lnTo>
                <a:lnTo>
                  <a:pt x="1550781" y="3033403"/>
                </a:lnTo>
                <a:lnTo>
                  <a:pt x="1549379" y="3039509"/>
                </a:lnTo>
                <a:lnTo>
                  <a:pt x="1549569" y="3041407"/>
                </a:lnTo>
                <a:lnTo>
                  <a:pt x="1544113" y="3042298"/>
                </a:lnTo>
                <a:lnTo>
                  <a:pt x="1528711" y="3041700"/>
                </a:lnTo>
                <a:lnTo>
                  <a:pt x="1524278" y="3042627"/>
                </a:lnTo>
                <a:lnTo>
                  <a:pt x="1515843" y="3059921"/>
                </a:lnTo>
                <a:lnTo>
                  <a:pt x="1516289" y="3061031"/>
                </a:lnTo>
                <a:lnTo>
                  <a:pt x="1520473" y="3063550"/>
                </a:lnTo>
                <a:lnTo>
                  <a:pt x="1529726" y="3074739"/>
                </a:lnTo>
                <a:lnTo>
                  <a:pt x="1531691" y="3078135"/>
                </a:lnTo>
                <a:lnTo>
                  <a:pt x="1530427" y="3080413"/>
                </a:lnTo>
                <a:lnTo>
                  <a:pt x="1525542" y="3082509"/>
                </a:lnTo>
                <a:lnTo>
                  <a:pt x="1521233" y="3091872"/>
                </a:lnTo>
                <a:lnTo>
                  <a:pt x="1528521" y="3095618"/>
                </a:lnTo>
                <a:lnTo>
                  <a:pt x="1531311" y="3096363"/>
                </a:lnTo>
                <a:lnTo>
                  <a:pt x="1528463" y="3102206"/>
                </a:lnTo>
                <a:lnTo>
                  <a:pt x="1528645" y="3103601"/>
                </a:lnTo>
                <a:lnTo>
                  <a:pt x="1532962" y="3106412"/>
                </a:lnTo>
                <a:lnTo>
                  <a:pt x="1534546" y="3105120"/>
                </a:lnTo>
                <a:lnTo>
                  <a:pt x="1538417" y="3106391"/>
                </a:lnTo>
                <a:lnTo>
                  <a:pt x="1541265" y="3110188"/>
                </a:lnTo>
                <a:lnTo>
                  <a:pt x="1541901" y="3111035"/>
                </a:lnTo>
                <a:lnTo>
                  <a:pt x="1541813" y="3111196"/>
                </a:lnTo>
                <a:lnTo>
                  <a:pt x="1541689" y="3111466"/>
                </a:lnTo>
                <a:lnTo>
                  <a:pt x="1538665" y="3117615"/>
                </a:lnTo>
                <a:lnTo>
                  <a:pt x="1545194" y="3119390"/>
                </a:lnTo>
                <a:lnTo>
                  <a:pt x="1543799" y="3125094"/>
                </a:lnTo>
                <a:lnTo>
                  <a:pt x="1541199" y="3123619"/>
                </a:lnTo>
                <a:lnTo>
                  <a:pt x="1539052" y="3123509"/>
                </a:lnTo>
                <a:lnTo>
                  <a:pt x="1531121" y="3133288"/>
                </a:lnTo>
                <a:lnTo>
                  <a:pt x="1533560" y="3138261"/>
                </a:lnTo>
                <a:lnTo>
                  <a:pt x="1535306" y="3141825"/>
                </a:lnTo>
                <a:lnTo>
                  <a:pt x="1532553" y="3143848"/>
                </a:lnTo>
                <a:lnTo>
                  <a:pt x="1532326" y="3144111"/>
                </a:lnTo>
                <a:lnTo>
                  <a:pt x="1531976" y="3144184"/>
                </a:lnTo>
                <a:lnTo>
                  <a:pt x="1531245" y="3144352"/>
                </a:lnTo>
                <a:lnTo>
                  <a:pt x="1530595" y="3144491"/>
                </a:lnTo>
                <a:lnTo>
                  <a:pt x="1518925" y="3148566"/>
                </a:lnTo>
                <a:lnTo>
                  <a:pt x="1517618" y="3149114"/>
                </a:lnTo>
                <a:lnTo>
                  <a:pt x="1511593" y="3151400"/>
                </a:lnTo>
                <a:lnTo>
                  <a:pt x="1501456" y="3149340"/>
                </a:lnTo>
                <a:lnTo>
                  <a:pt x="1494540" y="3145871"/>
                </a:lnTo>
                <a:lnTo>
                  <a:pt x="1487697" y="3140262"/>
                </a:lnTo>
                <a:lnTo>
                  <a:pt x="1485163" y="3143972"/>
                </a:lnTo>
                <a:lnTo>
                  <a:pt x="1482241" y="3145732"/>
                </a:lnTo>
                <a:lnTo>
                  <a:pt x="1471024" y="3145806"/>
                </a:lnTo>
                <a:lnTo>
                  <a:pt x="1465481" y="3147821"/>
                </a:lnTo>
                <a:lnTo>
                  <a:pt x="1454920" y="3151670"/>
                </a:lnTo>
                <a:lnTo>
                  <a:pt x="1451692" y="3151020"/>
                </a:lnTo>
                <a:lnTo>
                  <a:pt x="1450670" y="3150085"/>
                </a:lnTo>
                <a:lnTo>
                  <a:pt x="1449217" y="3146631"/>
                </a:lnTo>
                <a:lnTo>
                  <a:pt x="1447376" y="3144747"/>
                </a:lnTo>
                <a:lnTo>
                  <a:pt x="1446493" y="3144725"/>
                </a:lnTo>
                <a:lnTo>
                  <a:pt x="1434194" y="3150589"/>
                </a:lnTo>
                <a:lnTo>
                  <a:pt x="1423415" y="3152663"/>
                </a:lnTo>
                <a:lnTo>
                  <a:pt x="1422977" y="3152692"/>
                </a:lnTo>
                <a:lnTo>
                  <a:pt x="1422005" y="3152758"/>
                </a:lnTo>
                <a:lnTo>
                  <a:pt x="1421896" y="3152765"/>
                </a:lnTo>
                <a:lnTo>
                  <a:pt x="1421567" y="3152787"/>
                </a:lnTo>
                <a:lnTo>
                  <a:pt x="1420187" y="3152882"/>
                </a:lnTo>
                <a:lnTo>
                  <a:pt x="1413964" y="3153320"/>
                </a:lnTo>
                <a:lnTo>
                  <a:pt x="1410035" y="3150750"/>
                </a:lnTo>
                <a:lnTo>
                  <a:pt x="1410225" y="3144936"/>
                </a:lnTo>
                <a:lnTo>
                  <a:pt x="1409780" y="3144812"/>
                </a:lnTo>
                <a:lnTo>
                  <a:pt x="1402177" y="3145952"/>
                </a:lnTo>
                <a:lnTo>
                  <a:pt x="1396853" y="3145696"/>
                </a:lnTo>
                <a:lnTo>
                  <a:pt x="1388360" y="3143286"/>
                </a:lnTo>
                <a:lnTo>
                  <a:pt x="1383299" y="3143257"/>
                </a:lnTo>
                <a:lnTo>
                  <a:pt x="1377836" y="3143220"/>
                </a:lnTo>
                <a:lnTo>
                  <a:pt x="1374221" y="3142526"/>
                </a:lnTo>
                <a:lnTo>
                  <a:pt x="1373710" y="3142687"/>
                </a:lnTo>
                <a:lnTo>
                  <a:pt x="1371869" y="3153824"/>
                </a:lnTo>
                <a:lnTo>
                  <a:pt x="1361477" y="3157753"/>
                </a:lnTo>
                <a:lnTo>
                  <a:pt x="1361981" y="3163494"/>
                </a:lnTo>
                <a:lnTo>
                  <a:pt x="1351589" y="3165860"/>
                </a:lnTo>
                <a:lnTo>
                  <a:pt x="1345695" y="3168737"/>
                </a:lnTo>
                <a:lnTo>
                  <a:pt x="1337640" y="3162654"/>
                </a:lnTo>
                <a:lnTo>
                  <a:pt x="1329840" y="3158520"/>
                </a:lnTo>
                <a:lnTo>
                  <a:pt x="1323252" y="3152904"/>
                </a:lnTo>
                <a:lnTo>
                  <a:pt x="1317739" y="3149421"/>
                </a:lnTo>
                <a:lnTo>
                  <a:pt x="1309931" y="3147631"/>
                </a:lnTo>
                <a:lnTo>
                  <a:pt x="1300876" y="3143907"/>
                </a:lnTo>
                <a:lnTo>
                  <a:pt x="1299159" y="3144192"/>
                </a:lnTo>
                <a:lnTo>
                  <a:pt x="1289074" y="3141811"/>
                </a:lnTo>
                <a:lnTo>
                  <a:pt x="1290286" y="3137728"/>
                </a:lnTo>
                <a:lnTo>
                  <a:pt x="1289534" y="3137422"/>
                </a:lnTo>
                <a:lnTo>
                  <a:pt x="1288636" y="3137056"/>
                </a:lnTo>
                <a:lnTo>
                  <a:pt x="1285780" y="3136647"/>
                </a:lnTo>
                <a:lnTo>
                  <a:pt x="1281405" y="3139152"/>
                </a:lnTo>
                <a:lnTo>
                  <a:pt x="1276907" y="3146266"/>
                </a:lnTo>
                <a:lnTo>
                  <a:pt x="1278243" y="3147566"/>
                </a:lnTo>
                <a:lnTo>
                  <a:pt x="1288256" y="3151721"/>
                </a:lnTo>
                <a:lnTo>
                  <a:pt x="1305309" y="3154759"/>
                </a:lnTo>
                <a:lnTo>
                  <a:pt x="1306828" y="3155979"/>
                </a:lnTo>
                <a:lnTo>
                  <a:pt x="1306828" y="3160865"/>
                </a:lnTo>
                <a:lnTo>
                  <a:pt x="1303154" y="3172674"/>
                </a:lnTo>
                <a:lnTo>
                  <a:pt x="1301891" y="3182818"/>
                </a:lnTo>
                <a:lnTo>
                  <a:pt x="1296304" y="3186046"/>
                </a:lnTo>
                <a:lnTo>
                  <a:pt x="1293521" y="3193480"/>
                </a:lnTo>
                <a:lnTo>
                  <a:pt x="1289906" y="3197760"/>
                </a:lnTo>
                <a:lnTo>
                  <a:pt x="1288322" y="3197300"/>
                </a:lnTo>
                <a:lnTo>
                  <a:pt x="1283122" y="3199374"/>
                </a:lnTo>
                <a:lnTo>
                  <a:pt x="1281091" y="3203924"/>
                </a:lnTo>
                <a:lnTo>
                  <a:pt x="1278236" y="3206538"/>
                </a:lnTo>
                <a:lnTo>
                  <a:pt x="1268033" y="3206429"/>
                </a:lnTo>
                <a:lnTo>
                  <a:pt x="1265813" y="3211044"/>
                </a:lnTo>
                <a:lnTo>
                  <a:pt x="1263820" y="3213703"/>
                </a:lnTo>
                <a:lnTo>
                  <a:pt x="1262344" y="3215674"/>
                </a:lnTo>
                <a:lnTo>
                  <a:pt x="1258649" y="3220597"/>
                </a:lnTo>
                <a:lnTo>
                  <a:pt x="1255859" y="3222926"/>
                </a:lnTo>
                <a:lnTo>
                  <a:pt x="1254420" y="3225636"/>
                </a:lnTo>
                <a:lnTo>
                  <a:pt x="1251930" y="3230332"/>
                </a:lnTo>
                <a:lnTo>
                  <a:pt x="1254851" y="3235196"/>
                </a:lnTo>
                <a:lnTo>
                  <a:pt x="1254786" y="3237168"/>
                </a:lnTo>
                <a:lnTo>
                  <a:pt x="1253763" y="3238329"/>
                </a:lnTo>
                <a:lnTo>
                  <a:pt x="1248315" y="3241235"/>
                </a:lnTo>
                <a:lnTo>
                  <a:pt x="1247052" y="3242930"/>
                </a:lnTo>
                <a:lnTo>
                  <a:pt x="1254464" y="3252438"/>
                </a:lnTo>
                <a:lnTo>
                  <a:pt x="1264418" y="3256002"/>
                </a:lnTo>
                <a:lnTo>
                  <a:pt x="1265689" y="3257967"/>
                </a:lnTo>
                <a:lnTo>
                  <a:pt x="1265565" y="3260713"/>
                </a:lnTo>
                <a:lnTo>
                  <a:pt x="1259474" y="3268907"/>
                </a:lnTo>
                <a:lnTo>
                  <a:pt x="1256874" y="3274085"/>
                </a:lnTo>
                <a:lnTo>
                  <a:pt x="1257064" y="3277335"/>
                </a:lnTo>
                <a:lnTo>
                  <a:pt x="1258518" y="3278920"/>
                </a:lnTo>
                <a:lnTo>
                  <a:pt x="1262206" y="3276670"/>
                </a:lnTo>
                <a:lnTo>
                  <a:pt x="1263659" y="3274231"/>
                </a:lnTo>
                <a:lnTo>
                  <a:pt x="1266069" y="3276845"/>
                </a:lnTo>
                <a:lnTo>
                  <a:pt x="1266069" y="3284076"/>
                </a:lnTo>
                <a:lnTo>
                  <a:pt x="1264711" y="3289341"/>
                </a:lnTo>
                <a:lnTo>
                  <a:pt x="1264579" y="3289984"/>
                </a:lnTo>
                <a:lnTo>
                  <a:pt x="1264550" y="3290144"/>
                </a:lnTo>
                <a:lnTo>
                  <a:pt x="1264411" y="3290729"/>
                </a:lnTo>
                <a:lnTo>
                  <a:pt x="1264360" y="3290970"/>
                </a:lnTo>
                <a:lnTo>
                  <a:pt x="1264302" y="3291364"/>
                </a:lnTo>
                <a:lnTo>
                  <a:pt x="1265288" y="3291831"/>
                </a:lnTo>
                <a:lnTo>
                  <a:pt x="1265434" y="3291824"/>
                </a:lnTo>
                <a:lnTo>
                  <a:pt x="1266244" y="3291634"/>
                </a:lnTo>
                <a:lnTo>
                  <a:pt x="1266390" y="3291598"/>
                </a:lnTo>
                <a:lnTo>
                  <a:pt x="1266690" y="3291590"/>
                </a:lnTo>
                <a:lnTo>
                  <a:pt x="1267654" y="3291583"/>
                </a:lnTo>
                <a:lnTo>
                  <a:pt x="1267866" y="3291583"/>
                </a:lnTo>
                <a:lnTo>
                  <a:pt x="1268121" y="3291561"/>
                </a:lnTo>
                <a:lnTo>
                  <a:pt x="1271583" y="3291401"/>
                </a:lnTo>
                <a:lnTo>
                  <a:pt x="1275512" y="3292963"/>
                </a:lnTo>
                <a:lnTo>
                  <a:pt x="1277228" y="3294789"/>
                </a:lnTo>
                <a:lnTo>
                  <a:pt x="1278236" y="3298207"/>
                </a:lnTo>
                <a:lnTo>
                  <a:pt x="1279339" y="3299383"/>
                </a:lnTo>
                <a:lnTo>
                  <a:pt x="1280310" y="3300405"/>
                </a:lnTo>
                <a:lnTo>
                  <a:pt x="1281150" y="3301282"/>
                </a:lnTo>
                <a:lnTo>
                  <a:pt x="1281413" y="3301552"/>
                </a:lnTo>
                <a:lnTo>
                  <a:pt x="1282114" y="3302311"/>
                </a:lnTo>
                <a:lnTo>
                  <a:pt x="1282815" y="3303115"/>
                </a:lnTo>
                <a:lnTo>
                  <a:pt x="1282990" y="3303283"/>
                </a:lnTo>
                <a:lnTo>
                  <a:pt x="1283056" y="3303385"/>
                </a:lnTo>
                <a:lnTo>
                  <a:pt x="1283443" y="3303823"/>
                </a:lnTo>
                <a:lnTo>
                  <a:pt x="1289841" y="3316312"/>
                </a:lnTo>
                <a:lnTo>
                  <a:pt x="1300101" y="3314383"/>
                </a:lnTo>
                <a:lnTo>
                  <a:pt x="1300934" y="3314216"/>
                </a:lnTo>
                <a:lnTo>
                  <a:pt x="1301482" y="3314099"/>
                </a:lnTo>
                <a:lnTo>
                  <a:pt x="1302322" y="3313916"/>
                </a:lnTo>
                <a:lnTo>
                  <a:pt x="1303205" y="3314632"/>
                </a:lnTo>
                <a:lnTo>
                  <a:pt x="1303665" y="3315654"/>
                </a:lnTo>
                <a:lnTo>
                  <a:pt x="1303790" y="3315917"/>
                </a:lnTo>
                <a:lnTo>
                  <a:pt x="1304250" y="3316947"/>
                </a:lnTo>
                <a:lnTo>
                  <a:pt x="1304330" y="3317137"/>
                </a:lnTo>
                <a:lnTo>
                  <a:pt x="1304454" y="3317370"/>
                </a:lnTo>
                <a:lnTo>
                  <a:pt x="1307273" y="3323133"/>
                </a:lnTo>
                <a:lnTo>
                  <a:pt x="1305309" y="3329764"/>
                </a:lnTo>
                <a:lnTo>
                  <a:pt x="1305119" y="3332583"/>
                </a:lnTo>
                <a:lnTo>
                  <a:pt x="1307529" y="3337038"/>
                </a:lnTo>
                <a:lnTo>
                  <a:pt x="1308098" y="3348241"/>
                </a:lnTo>
                <a:lnTo>
                  <a:pt x="1307083" y="3349351"/>
                </a:lnTo>
                <a:lnTo>
                  <a:pt x="1302650" y="3351622"/>
                </a:lnTo>
                <a:lnTo>
                  <a:pt x="1303592" y="3357706"/>
                </a:lnTo>
                <a:lnTo>
                  <a:pt x="1303782" y="3358239"/>
                </a:lnTo>
                <a:lnTo>
                  <a:pt x="1305309" y="3362577"/>
                </a:lnTo>
                <a:lnTo>
                  <a:pt x="1306835" y="3364140"/>
                </a:lnTo>
                <a:lnTo>
                  <a:pt x="1311779" y="3364454"/>
                </a:lnTo>
                <a:lnTo>
                  <a:pt x="1313744" y="3365206"/>
                </a:lnTo>
                <a:lnTo>
                  <a:pt x="1322237" y="3372648"/>
                </a:lnTo>
                <a:lnTo>
                  <a:pt x="1329650" y="3374868"/>
                </a:lnTo>
                <a:lnTo>
                  <a:pt x="1340751" y="3373327"/>
                </a:lnTo>
                <a:lnTo>
                  <a:pt x="1346447" y="3376511"/>
                </a:lnTo>
                <a:lnTo>
                  <a:pt x="1348616" y="3379075"/>
                </a:lnTo>
                <a:lnTo>
                  <a:pt x="1348989" y="3379549"/>
                </a:lnTo>
                <a:lnTo>
                  <a:pt x="1349317" y="3380294"/>
                </a:lnTo>
                <a:lnTo>
                  <a:pt x="1349558" y="3380842"/>
                </a:lnTo>
                <a:lnTo>
                  <a:pt x="1352479" y="3391672"/>
                </a:lnTo>
                <a:lnTo>
                  <a:pt x="1351778" y="3396310"/>
                </a:lnTo>
                <a:lnTo>
                  <a:pt x="1350252" y="3399406"/>
                </a:lnTo>
                <a:lnTo>
                  <a:pt x="1357606" y="3400611"/>
                </a:lnTo>
                <a:lnTo>
                  <a:pt x="1363631" y="3399450"/>
                </a:lnTo>
                <a:lnTo>
                  <a:pt x="1364457" y="3400604"/>
                </a:lnTo>
                <a:lnTo>
                  <a:pt x="1364391" y="3402664"/>
                </a:lnTo>
                <a:lnTo>
                  <a:pt x="1365413" y="3404614"/>
                </a:lnTo>
                <a:lnTo>
                  <a:pt x="1365026" y="3411004"/>
                </a:lnTo>
                <a:lnTo>
                  <a:pt x="1362171" y="3412209"/>
                </a:lnTo>
                <a:lnTo>
                  <a:pt x="1360717" y="3417095"/>
                </a:lnTo>
                <a:lnTo>
                  <a:pt x="1360717" y="3420724"/>
                </a:lnTo>
                <a:lnTo>
                  <a:pt x="1362171" y="3424675"/>
                </a:lnTo>
                <a:lnTo>
                  <a:pt x="1362434" y="3425471"/>
                </a:lnTo>
                <a:lnTo>
                  <a:pt x="1362616" y="3426019"/>
                </a:lnTo>
                <a:lnTo>
                  <a:pt x="1362879" y="3426815"/>
                </a:lnTo>
                <a:lnTo>
                  <a:pt x="1363697" y="3429671"/>
                </a:lnTo>
                <a:lnTo>
                  <a:pt x="1365976" y="3430525"/>
                </a:lnTo>
                <a:lnTo>
                  <a:pt x="1366385" y="3430657"/>
                </a:lnTo>
                <a:lnTo>
                  <a:pt x="1367319" y="3430971"/>
                </a:lnTo>
                <a:lnTo>
                  <a:pt x="1367626" y="3431073"/>
                </a:lnTo>
                <a:lnTo>
                  <a:pt x="1367736" y="3431087"/>
                </a:lnTo>
                <a:lnTo>
                  <a:pt x="1371110" y="3431825"/>
                </a:lnTo>
                <a:lnTo>
                  <a:pt x="1371621" y="3433161"/>
                </a:lnTo>
                <a:lnTo>
                  <a:pt x="1369591" y="3440304"/>
                </a:lnTo>
                <a:lnTo>
                  <a:pt x="1371811" y="3441881"/>
                </a:lnTo>
                <a:lnTo>
                  <a:pt x="1374309" y="3442363"/>
                </a:lnTo>
                <a:lnTo>
                  <a:pt x="1374506" y="3442400"/>
                </a:lnTo>
                <a:lnTo>
                  <a:pt x="1374601" y="3442415"/>
                </a:lnTo>
                <a:lnTo>
                  <a:pt x="1374937" y="3442290"/>
                </a:lnTo>
                <a:lnTo>
                  <a:pt x="1375667" y="3441998"/>
                </a:lnTo>
                <a:lnTo>
                  <a:pt x="1375740" y="3441976"/>
                </a:lnTo>
                <a:lnTo>
                  <a:pt x="1375842" y="3441940"/>
                </a:lnTo>
                <a:lnTo>
                  <a:pt x="1376258" y="3441794"/>
                </a:lnTo>
                <a:lnTo>
                  <a:pt x="1380940" y="3440311"/>
                </a:lnTo>
                <a:lnTo>
                  <a:pt x="1381568" y="3441626"/>
                </a:lnTo>
                <a:lnTo>
                  <a:pt x="1378909" y="3446263"/>
                </a:lnTo>
                <a:lnTo>
                  <a:pt x="1375689" y="3448732"/>
                </a:lnTo>
                <a:lnTo>
                  <a:pt x="1375207" y="3449199"/>
                </a:lnTo>
                <a:lnTo>
                  <a:pt x="1374856" y="3449535"/>
                </a:lnTo>
                <a:lnTo>
                  <a:pt x="1374696" y="3449740"/>
                </a:lnTo>
                <a:lnTo>
                  <a:pt x="1374287" y="3450265"/>
                </a:lnTo>
                <a:lnTo>
                  <a:pt x="1373520" y="3451478"/>
                </a:lnTo>
                <a:lnTo>
                  <a:pt x="1373907" y="3452011"/>
                </a:lnTo>
                <a:lnTo>
                  <a:pt x="1374294" y="3452274"/>
                </a:lnTo>
                <a:lnTo>
                  <a:pt x="1375280" y="3452274"/>
                </a:lnTo>
                <a:lnTo>
                  <a:pt x="1375419" y="3452274"/>
                </a:lnTo>
                <a:lnTo>
                  <a:pt x="1375711" y="3452347"/>
                </a:lnTo>
                <a:lnTo>
                  <a:pt x="1378340" y="3453004"/>
                </a:lnTo>
                <a:lnTo>
                  <a:pt x="1378544" y="3453055"/>
                </a:lnTo>
                <a:lnTo>
                  <a:pt x="1379297" y="3453238"/>
                </a:lnTo>
                <a:lnTo>
                  <a:pt x="1379706" y="3453369"/>
                </a:lnTo>
                <a:lnTo>
                  <a:pt x="1379903" y="3453435"/>
                </a:lnTo>
                <a:lnTo>
                  <a:pt x="1383116" y="3454406"/>
                </a:lnTo>
                <a:lnTo>
                  <a:pt x="1384423" y="3454647"/>
                </a:lnTo>
                <a:lnTo>
                  <a:pt x="1384504" y="3454691"/>
                </a:lnTo>
                <a:lnTo>
                  <a:pt x="1388732" y="3456458"/>
                </a:lnTo>
                <a:lnTo>
                  <a:pt x="1395707" y="3460672"/>
                </a:lnTo>
                <a:lnTo>
                  <a:pt x="1410868" y="3465193"/>
                </a:lnTo>
                <a:lnTo>
                  <a:pt x="1412000" y="3464872"/>
                </a:lnTo>
                <a:lnTo>
                  <a:pt x="1415681" y="3460453"/>
                </a:lnTo>
                <a:lnTo>
                  <a:pt x="1422589" y="3457919"/>
                </a:lnTo>
                <a:lnTo>
                  <a:pt x="1423400" y="3458591"/>
                </a:lnTo>
                <a:lnTo>
                  <a:pt x="1423553" y="3458686"/>
                </a:lnTo>
                <a:lnTo>
                  <a:pt x="1423670" y="3458810"/>
                </a:lnTo>
                <a:lnTo>
                  <a:pt x="1431843" y="3465573"/>
                </a:lnTo>
                <a:lnTo>
                  <a:pt x="1434698" y="3461498"/>
                </a:lnTo>
                <a:lnTo>
                  <a:pt x="1439577" y="3462754"/>
                </a:lnTo>
                <a:lnTo>
                  <a:pt x="1442228" y="3465974"/>
                </a:lnTo>
                <a:lnTo>
                  <a:pt x="1443637" y="3467698"/>
                </a:lnTo>
                <a:lnTo>
                  <a:pt x="1443761" y="3470962"/>
                </a:lnTo>
                <a:lnTo>
                  <a:pt x="1442564" y="3474402"/>
                </a:lnTo>
                <a:lnTo>
                  <a:pt x="1442052" y="3483239"/>
                </a:lnTo>
                <a:lnTo>
                  <a:pt x="1444718" y="3485510"/>
                </a:lnTo>
                <a:lnTo>
                  <a:pt x="1454986" y="3486555"/>
                </a:lnTo>
                <a:lnTo>
                  <a:pt x="1458214" y="3502074"/>
                </a:lnTo>
                <a:lnTo>
                  <a:pt x="1462275" y="3501789"/>
                </a:lnTo>
                <a:lnTo>
                  <a:pt x="1473573" y="3497217"/>
                </a:lnTo>
                <a:lnTo>
                  <a:pt x="1476793" y="3495903"/>
                </a:lnTo>
                <a:lnTo>
                  <a:pt x="1479897" y="3499379"/>
                </a:lnTo>
                <a:lnTo>
                  <a:pt x="1488018" y="3497874"/>
                </a:lnTo>
                <a:lnTo>
                  <a:pt x="1494985" y="3491236"/>
                </a:lnTo>
                <a:lnTo>
                  <a:pt x="1500229" y="3493814"/>
                </a:lnTo>
                <a:lnTo>
                  <a:pt x="1503099" y="3495223"/>
                </a:lnTo>
                <a:lnTo>
                  <a:pt x="1504684" y="3496830"/>
                </a:lnTo>
                <a:lnTo>
                  <a:pt x="1504122" y="3498744"/>
                </a:lnTo>
                <a:lnTo>
                  <a:pt x="1511220" y="3503688"/>
                </a:lnTo>
                <a:lnTo>
                  <a:pt x="1516668" y="3502548"/>
                </a:lnTo>
                <a:lnTo>
                  <a:pt x="1518699" y="3502768"/>
                </a:lnTo>
                <a:lnTo>
                  <a:pt x="1526111" y="3500832"/>
                </a:lnTo>
                <a:lnTo>
                  <a:pt x="1529763" y="3503783"/>
                </a:lnTo>
                <a:lnTo>
                  <a:pt x="1530420" y="3504593"/>
                </a:lnTo>
                <a:lnTo>
                  <a:pt x="1530690" y="3504849"/>
                </a:lnTo>
                <a:lnTo>
                  <a:pt x="1531691" y="3505974"/>
                </a:lnTo>
                <a:lnTo>
                  <a:pt x="1529347" y="3510648"/>
                </a:lnTo>
                <a:lnTo>
                  <a:pt x="1523694" y="3512415"/>
                </a:lnTo>
                <a:lnTo>
                  <a:pt x="1522336" y="3512787"/>
                </a:lnTo>
                <a:lnTo>
                  <a:pt x="1518633" y="3513576"/>
                </a:lnTo>
                <a:lnTo>
                  <a:pt x="1518976" y="3516300"/>
                </a:lnTo>
                <a:lnTo>
                  <a:pt x="1519078" y="3516775"/>
                </a:lnTo>
                <a:lnTo>
                  <a:pt x="1519202" y="3517016"/>
                </a:lnTo>
                <a:lnTo>
                  <a:pt x="1519392" y="3517082"/>
                </a:lnTo>
                <a:lnTo>
                  <a:pt x="1519801" y="3517315"/>
                </a:lnTo>
                <a:lnTo>
                  <a:pt x="1524789" y="3520251"/>
                </a:lnTo>
                <a:lnTo>
                  <a:pt x="1531311" y="3525480"/>
                </a:lnTo>
                <a:lnTo>
                  <a:pt x="1531501" y="3526780"/>
                </a:lnTo>
                <a:lnTo>
                  <a:pt x="1527039" y="3532236"/>
                </a:lnTo>
                <a:lnTo>
                  <a:pt x="1519648" y="3540517"/>
                </a:lnTo>
                <a:lnTo>
                  <a:pt x="1518699" y="3541576"/>
                </a:lnTo>
                <a:lnTo>
                  <a:pt x="1514894" y="3545841"/>
                </a:lnTo>
                <a:lnTo>
                  <a:pt x="1522693" y="3549274"/>
                </a:lnTo>
                <a:lnTo>
                  <a:pt x="1549167" y="3572958"/>
                </a:lnTo>
                <a:lnTo>
                  <a:pt x="1569484" y="3591128"/>
                </a:lnTo>
                <a:lnTo>
                  <a:pt x="1570828" y="3591581"/>
                </a:lnTo>
                <a:lnTo>
                  <a:pt x="1581710" y="3595247"/>
                </a:lnTo>
                <a:lnTo>
                  <a:pt x="1588495" y="3595232"/>
                </a:lnTo>
                <a:lnTo>
                  <a:pt x="1589919" y="3595232"/>
                </a:lnTo>
                <a:lnTo>
                  <a:pt x="1600917" y="3595203"/>
                </a:lnTo>
                <a:lnTo>
                  <a:pt x="1602341" y="3595196"/>
                </a:lnTo>
                <a:lnTo>
                  <a:pt x="1607767" y="3595181"/>
                </a:lnTo>
                <a:lnTo>
                  <a:pt x="1609681" y="3595970"/>
                </a:lnTo>
                <a:lnTo>
                  <a:pt x="1610995" y="3596503"/>
                </a:lnTo>
                <a:lnTo>
                  <a:pt x="1635936" y="3606706"/>
                </a:lnTo>
                <a:lnTo>
                  <a:pt x="1638389" y="3607706"/>
                </a:lnTo>
                <a:lnTo>
                  <a:pt x="1643531" y="3606749"/>
                </a:lnTo>
                <a:lnTo>
                  <a:pt x="1644027" y="3606654"/>
                </a:lnTo>
                <a:lnTo>
                  <a:pt x="1644699" y="3606004"/>
                </a:lnTo>
                <a:lnTo>
                  <a:pt x="1645225" y="3606530"/>
                </a:lnTo>
                <a:lnTo>
                  <a:pt x="1646029" y="3607692"/>
                </a:lnTo>
                <a:lnTo>
                  <a:pt x="1649797" y="3613125"/>
                </a:lnTo>
                <a:lnTo>
                  <a:pt x="1650330" y="3617821"/>
                </a:lnTo>
                <a:lnTo>
                  <a:pt x="1650812" y="3622035"/>
                </a:lnTo>
                <a:lnTo>
                  <a:pt x="1673846" y="3653029"/>
                </a:lnTo>
                <a:lnTo>
                  <a:pt x="1674781" y="3654285"/>
                </a:lnTo>
                <a:lnTo>
                  <a:pt x="1666090" y="3658616"/>
                </a:lnTo>
                <a:lnTo>
                  <a:pt x="1662161" y="3663692"/>
                </a:lnTo>
                <a:lnTo>
                  <a:pt x="1663622" y="3672762"/>
                </a:lnTo>
                <a:lnTo>
                  <a:pt x="1661657" y="3676589"/>
                </a:lnTo>
                <a:lnTo>
                  <a:pt x="1657633" y="3676706"/>
                </a:lnTo>
                <a:lnTo>
                  <a:pt x="1656216" y="3676743"/>
                </a:lnTo>
                <a:lnTo>
                  <a:pt x="1654683" y="3676786"/>
                </a:lnTo>
                <a:lnTo>
                  <a:pt x="1642713" y="3706240"/>
                </a:lnTo>
                <a:lnTo>
                  <a:pt x="1637119" y="3720014"/>
                </a:lnTo>
                <a:lnTo>
                  <a:pt x="1633883" y="3754031"/>
                </a:lnTo>
                <a:lnTo>
                  <a:pt x="1629319" y="3768090"/>
                </a:lnTo>
                <a:lnTo>
                  <a:pt x="1614742" y="3747240"/>
                </a:lnTo>
                <a:lnTo>
                  <a:pt x="1584120" y="3725126"/>
                </a:lnTo>
                <a:lnTo>
                  <a:pt x="1541645" y="3699404"/>
                </a:lnTo>
                <a:lnTo>
                  <a:pt x="1496388" y="3699988"/>
                </a:lnTo>
                <a:lnTo>
                  <a:pt x="1458557" y="3709796"/>
                </a:lnTo>
                <a:lnTo>
                  <a:pt x="1453036" y="3711228"/>
                </a:lnTo>
                <a:lnTo>
                  <a:pt x="1439452" y="3714748"/>
                </a:lnTo>
                <a:lnTo>
                  <a:pt x="1407443" y="3730625"/>
                </a:lnTo>
                <a:lnTo>
                  <a:pt x="1374243" y="3736825"/>
                </a:lnTo>
                <a:lnTo>
                  <a:pt x="1373856" y="3736898"/>
                </a:lnTo>
                <a:lnTo>
                  <a:pt x="1372841" y="3737081"/>
                </a:lnTo>
                <a:lnTo>
                  <a:pt x="1372454" y="3737161"/>
                </a:lnTo>
                <a:lnTo>
                  <a:pt x="1371066" y="3737424"/>
                </a:lnTo>
                <a:lnTo>
                  <a:pt x="1369671" y="3737680"/>
                </a:lnTo>
                <a:lnTo>
                  <a:pt x="1364581" y="3738629"/>
                </a:lnTo>
                <a:lnTo>
                  <a:pt x="1311231" y="3739082"/>
                </a:lnTo>
                <a:lnTo>
                  <a:pt x="1290921" y="3739243"/>
                </a:lnTo>
                <a:lnTo>
                  <a:pt x="1284531" y="3739097"/>
                </a:lnTo>
                <a:lnTo>
                  <a:pt x="1219351" y="3737578"/>
                </a:lnTo>
                <a:lnTo>
                  <a:pt x="1155193" y="3747634"/>
                </a:lnTo>
                <a:lnTo>
                  <a:pt x="1098258" y="3751563"/>
                </a:lnTo>
                <a:lnTo>
                  <a:pt x="1041396" y="3735438"/>
                </a:lnTo>
                <a:lnTo>
                  <a:pt x="1038226" y="3734539"/>
                </a:lnTo>
                <a:lnTo>
                  <a:pt x="1014871" y="3710826"/>
                </a:lnTo>
                <a:lnTo>
                  <a:pt x="1001075" y="3696819"/>
                </a:lnTo>
                <a:lnTo>
                  <a:pt x="982313" y="3670776"/>
                </a:lnTo>
                <a:lnTo>
                  <a:pt x="944103" y="3602214"/>
                </a:lnTo>
                <a:lnTo>
                  <a:pt x="919105" y="3557373"/>
                </a:lnTo>
                <a:lnTo>
                  <a:pt x="882144" y="3532228"/>
                </a:lnTo>
                <a:lnTo>
                  <a:pt x="866544" y="3521653"/>
                </a:lnTo>
                <a:lnTo>
                  <a:pt x="864733" y="3520434"/>
                </a:lnTo>
                <a:lnTo>
                  <a:pt x="768303" y="3455144"/>
                </a:lnTo>
                <a:lnTo>
                  <a:pt x="761000" y="3450200"/>
                </a:lnTo>
                <a:lnTo>
                  <a:pt x="714764" y="3411661"/>
                </a:lnTo>
                <a:lnTo>
                  <a:pt x="680680" y="3383252"/>
                </a:lnTo>
                <a:lnTo>
                  <a:pt x="666074" y="3372955"/>
                </a:lnTo>
                <a:lnTo>
                  <a:pt x="623365" y="3342836"/>
                </a:lnTo>
                <a:lnTo>
                  <a:pt x="584571" y="3356515"/>
                </a:lnTo>
                <a:lnTo>
                  <a:pt x="562092" y="3360481"/>
                </a:lnTo>
                <a:lnTo>
                  <a:pt x="560711" y="3360809"/>
                </a:lnTo>
                <a:lnTo>
                  <a:pt x="549786" y="3363395"/>
                </a:lnTo>
                <a:lnTo>
                  <a:pt x="548413" y="3363723"/>
                </a:lnTo>
                <a:lnTo>
                  <a:pt x="544316" y="3364695"/>
                </a:lnTo>
                <a:lnTo>
                  <a:pt x="524597" y="3365659"/>
                </a:lnTo>
                <a:lnTo>
                  <a:pt x="522633" y="3366294"/>
                </a:lnTo>
                <a:lnTo>
                  <a:pt x="515717" y="3370194"/>
                </a:lnTo>
                <a:lnTo>
                  <a:pt x="513825" y="3372721"/>
                </a:lnTo>
                <a:lnTo>
                  <a:pt x="513694" y="3375481"/>
                </a:lnTo>
                <a:lnTo>
                  <a:pt x="510524" y="3376708"/>
                </a:lnTo>
                <a:lnTo>
                  <a:pt x="507669" y="3379768"/>
                </a:lnTo>
                <a:lnTo>
                  <a:pt x="506405" y="3379023"/>
                </a:lnTo>
                <a:lnTo>
                  <a:pt x="506464" y="3376139"/>
                </a:lnTo>
                <a:lnTo>
                  <a:pt x="505770" y="3374678"/>
                </a:lnTo>
                <a:lnTo>
                  <a:pt x="499489" y="3372392"/>
                </a:lnTo>
                <a:lnTo>
                  <a:pt x="498730" y="3370800"/>
                </a:lnTo>
                <a:lnTo>
                  <a:pt x="498920" y="3366564"/>
                </a:lnTo>
                <a:lnTo>
                  <a:pt x="498284" y="3365995"/>
                </a:lnTo>
                <a:lnTo>
                  <a:pt x="497211" y="3366426"/>
                </a:lnTo>
                <a:lnTo>
                  <a:pt x="495239" y="3374722"/>
                </a:lnTo>
                <a:lnTo>
                  <a:pt x="495495" y="3378308"/>
                </a:lnTo>
                <a:lnTo>
                  <a:pt x="498416" y="3383968"/>
                </a:lnTo>
                <a:lnTo>
                  <a:pt x="498094" y="3389832"/>
                </a:lnTo>
                <a:lnTo>
                  <a:pt x="498796" y="3392666"/>
                </a:lnTo>
                <a:lnTo>
                  <a:pt x="499869" y="3393805"/>
                </a:lnTo>
                <a:lnTo>
                  <a:pt x="503995" y="3395485"/>
                </a:lnTo>
                <a:lnTo>
                  <a:pt x="505325" y="3396880"/>
                </a:lnTo>
                <a:lnTo>
                  <a:pt x="505135" y="3403051"/>
                </a:lnTo>
                <a:lnTo>
                  <a:pt x="499562" y="3409959"/>
                </a:lnTo>
                <a:lnTo>
                  <a:pt x="495181" y="3409726"/>
                </a:lnTo>
                <a:lnTo>
                  <a:pt x="493092" y="3410646"/>
                </a:lnTo>
                <a:lnTo>
                  <a:pt x="492201" y="3412917"/>
                </a:lnTo>
                <a:lnTo>
                  <a:pt x="492011" y="3418387"/>
                </a:lnTo>
                <a:lnTo>
                  <a:pt x="490806" y="3420878"/>
                </a:lnTo>
                <a:lnTo>
                  <a:pt x="487381" y="3422287"/>
                </a:lnTo>
                <a:lnTo>
                  <a:pt x="478953" y="3422477"/>
                </a:lnTo>
                <a:lnTo>
                  <a:pt x="473563" y="3423602"/>
                </a:lnTo>
                <a:lnTo>
                  <a:pt x="472358" y="3425201"/>
                </a:lnTo>
                <a:lnTo>
                  <a:pt x="472417" y="3428217"/>
                </a:lnTo>
                <a:lnTo>
                  <a:pt x="468816" y="3429802"/>
                </a:lnTo>
                <a:lnTo>
                  <a:pt x="467356" y="3432088"/>
                </a:lnTo>
                <a:lnTo>
                  <a:pt x="462470" y="3437186"/>
                </a:lnTo>
                <a:lnTo>
                  <a:pt x="463039" y="3442794"/>
                </a:lnTo>
                <a:lnTo>
                  <a:pt x="462090" y="3443795"/>
                </a:lnTo>
                <a:lnTo>
                  <a:pt x="459870" y="3443904"/>
                </a:lnTo>
                <a:lnTo>
                  <a:pt x="458285" y="3445153"/>
                </a:lnTo>
                <a:lnTo>
                  <a:pt x="456890" y="3447958"/>
                </a:lnTo>
                <a:lnTo>
                  <a:pt x="456131" y="3451704"/>
                </a:lnTo>
                <a:lnTo>
                  <a:pt x="454042" y="3450974"/>
                </a:lnTo>
                <a:lnTo>
                  <a:pt x="452202" y="3447731"/>
                </a:lnTo>
                <a:lnTo>
                  <a:pt x="450997" y="3447731"/>
                </a:lnTo>
                <a:lnTo>
                  <a:pt x="449602" y="3448681"/>
                </a:lnTo>
                <a:lnTo>
                  <a:pt x="448587" y="3451171"/>
                </a:lnTo>
                <a:lnTo>
                  <a:pt x="444913" y="3454165"/>
                </a:lnTo>
                <a:lnTo>
                  <a:pt x="444343" y="3457028"/>
                </a:lnTo>
                <a:lnTo>
                  <a:pt x="441868" y="3456458"/>
                </a:lnTo>
                <a:lnTo>
                  <a:pt x="438004" y="3456648"/>
                </a:lnTo>
                <a:lnTo>
                  <a:pt x="435718" y="3455399"/>
                </a:lnTo>
                <a:lnTo>
                  <a:pt x="440414" y="3452055"/>
                </a:lnTo>
                <a:lnTo>
                  <a:pt x="442503" y="3446979"/>
                </a:lnTo>
                <a:lnTo>
                  <a:pt x="442503" y="3443415"/>
                </a:lnTo>
                <a:lnTo>
                  <a:pt x="446374" y="3439135"/>
                </a:lnTo>
                <a:lnTo>
                  <a:pt x="446878" y="3436375"/>
                </a:lnTo>
                <a:lnTo>
                  <a:pt x="445994" y="3432701"/>
                </a:lnTo>
                <a:lnTo>
                  <a:pt x="446564" y="3430503"/>
                </a:lnTo>
                <a:lnTo>
                  <a:pt x="448462" y="3429298"/>
                </a:lnTo>
                <a:lnTo>
                  <a:pt x="450617" y="3426567"/>
                </a:lnTo>
                <a:lnTo>
                  <a:pt x="454802" y="3424303"/>
                </a:lnTo>
                <a:lnTo>
                  <a:pt x="455561" y="3423193"/>
                </a:lnTo>
                <a:lnTo>
                  <a:pt x="454736" y="3422258"/>
                </a:lnTo>
                <a:lnTo>
                  <a:pt x="448901" y="3420052"/>
                </a:lnTo>
                <a:lnTo>
                  <a:pt x="442437" y="3419892"/>
                </a:lnTo>
                <a:lnTo>
                  <a:pt x="437493" y="3421323"/>
                </a:lnTo>
                <a:lnTo>
                  <a:pt x="439392" y="3416649"/>
                </a:lnTo>
                <a:lnTo>
                  <a:pt x="444212" y="3413414"/>
                </a:lnTo>
                <a:lnTo>
                  <a:pt x="445855" y="3411449"/>
                </a:lnTo>
                <a:lnTo>
                  <a:pt x="446235" y="3409390"/>
                </a:lnTo>
                <a:lnTo>
                  <a:pt x="442496" y="3407024"/>
                </a:lnTo>
                <a:lnTo>
                  <a:pt x="435529" y="3408068"/>
                </a:lnTo>
                <a:lnTo>
                  <a:pt x="432483" y="3411537"/>
                </a:lnTo>
                <a:lnTo>
                  <a:pt x="425005" y="3417255"/>
                </a:lnTo>
                <a:lnTo>
                  <a:pt x="416190" y="3426238"/>
                </a:lnTo>
                <a:lnTo>
                  <a:pt x="412582" y="3423616"/>
                </a:lnTo>
                <a:lnTo>
                  <a:pt x="401357" y="3412340"/>
                </a:lnTo>
                <a:lnTo>
                  <a:pt x="400028" y="3413129"/>
                </a:lnTo>
                <a:lnTo>
                  <a:pt x="396603" y="3413428"/>
                </a:lnTo>
                <a:lnTo>
                  <a:pt x="391849" y="3417533"/>
                </a:lnTo>
                <a:lnTo>
                  <a:pt x="384619" y="3420198"/>
                </a:lnTo>
                <a:lnTo>
                  <a:pt x="371816" y="3419884"/>
                </a:lnTo>
                <a:lnTo>
                  <a:pt x="370859" y="3418789"/>
                </a:lnTo>
                <a:lnTo>
                  <a:pt x="370290" y="3415539"/>
                </a:lnTo>
                <a:lnTo>
                  <a:pt x="371561" y="3410909"/>
                </a:lnTo>
                <a:lnTo>
                  <a:pt x="371875" y="3400816"/>
                </a:lnTo>
                <a:lnTo>
                  <a:pt x="369340" y="3401159"/>
                </a:lnTo>
                <a:lnTo>
                  <a:pt x="366112" y="3403065"/>
                </a:lnTo>
                <a:lnTo>
                  <a:pt x="359708" y="3402766"/>
                </a:lnTo>
                <a:lnTo>
                  <a:pt x="357108" y="3402050"/>
                </a:lnTo>
                <a:lnTo>
                  <a:pt x="350265" y="3396339"/>
                </a:lnTo>
                <a:lnTo>
                  <a:pt x="344364" y="3400195"/>
                </a:lnTo>
                <a:lnTo>
                  <a:pt x="340121" y="3401159"/>
                </a:lnTo>
                <a:lnTo>
                  <a:pt x="330480" y="3411435"/>
                </a:lnTo>
                <a:lnTo>
                  <a:pt x="328961" y="3412034"/>
                </a:lnTo>
                <a:lnTo>
                  <a:pt x="327822" y="3411062"/>
                </a:lnTo>
                <a:lnTo>
                  <a:pt x="326683" y="3408550"/>
                </a:lnTo>
                <a:lnTo>
                  <a:pt x="325215" y="3398274"/>
                </a:lnTo>
                <a:lnTo>
                  <a:pt x="328136" y="3393725"/>
                </a:lnTo>
                <a:lnTo>
                  <a:pt x="330166" y="3388832"/>
                </a:lnTo>
                <a:lnTo>
                  <a:pt x="331817" y="3383201"/>
                </a:lnTo>
                <a:lnTo>
                  <a:pt x="331561" y="3378388"/>
                </a:lnTo>
                <a:lnTo>
                  <a:pt x="333394" y="3372845"/>
                </a:lnTo>
                <a:lnTo>
                  <a:pt x="330860" y="3373108"/>
                </a:lnTo>
                <a:lnTo>
                  <a:pt x="328326" y="3374408"/>
                </a:lnTo>
                <a:lnTo>
                  <a:pt x="321162" y="3385129"/>
                </a:lnTo>
                <a:lnTo>
                  <a:pt x="314063" y="3391190"/>
                </a:lnTo>
                <a:lnTo>
                  <a:pt x="308995" y="3393637"/>
                </a:lnTo>
                <a:lnTo>
                  <a:pt x="306453" y="3395580"/>
                </a:lnTo>
                <a:lnTo>
                  <a:pt x="297894" y="3403204"/>
                </a:lnTo>
                <a:lnTo>
                  <a:pt x="294724" y="3404205"/>
                </a:lnTo>
                <a:lnTo>
                  <a:pt x="289904" y="3403854"/>
                </a:lnTo>
                <a:lnTo>
                  <a:pt x="279132" y="3417387"/>
                </a:lnTo>
                <a:lnTo>
                  <a:pt x="275393" y="3420629"/>
                </a:lnTo>
                <a:lnTo>
                  <a:pt x="272092" y="3421557"/>
                </a:lnTo>
                <a:lnTo>
                  <a:pt x="263029" y="3421623"/>
                </a:lnTo>
                <a:lnTo>
                  <a:pt x="259669" y="3419592"/>
                </a:lnTo>
                <a:lnTo>
                  <a:pt x="257639" y="3415254"/>
                </a:lnTo>
                <a:lnTo>
                  <a:pt x="259669" y="3402050"/>
                </a:lnTo>
                <a:lnTo>
                  <a:pt x="258399" y="3400845"/>
                </a:lnTo>
                <a:lnTo>
                  <a:pt x="254338" y="3401904"/>
                </a:lnTo>
                <a:lnTo>
                  <a:pt x="250475" y="3410573"/>
                </a:lnTo>
                <a:lnTo>
                  <a:pt x="251044" y="3415787"/>
                </a:lnTo>
                <a:lnTo>
                  <a:pt x="249715" y="3418628"/>
                </a:lnTo>
                <a:lnTo>
                  <a:pt x="249715" y="3423368"/>
                </a:lnTo>
                <a:lnTo>
                  <a:pt x="248766" y="3428393"/>
                </a:lnTo>
                <a:lnTo>
                  <a:pt x="241032" y="3443934"/>
                </a:lnTo>
                <a:lnTo>
                  <a:pt x="240338" y="3447169"/>
                </a:lnTo>
                <a:lnTo>
                  <a:pt x="240082" y="3455779"/>
                </a:lnTo>
                <a:lnTo>
                  <a:pt x="234247" y="3461118"/>
                </a:lnTo>
                <a:lnTo>
                  <a:pt x="236592" y="3468728"/>
                </a:lnTo>
                <a:lnTo>
                  <a:pt x="236592" y="3471342"/>
                </a:lnTo>
                <a:lnTo>
                  <a:pt x="235262" y="3472847"/>
                </a:lnTo>
                <a:lnTo>
                  <a:pt x="227149" y="3474950"/>
                </a:lnTo>
                <a:lnTo>
                  <a:pt x="224037" y="3477367"/>
                </a:lnTo>
                <a:lnTo>
                  <a:pt x="223212" y="3480011"/>
                </a:lnTo>
                <a:lnTo>
                  <a:pt x="223022" y="3483867"/>
                </a:lnTo>
                <a:lnTo>
                  <a:pt x="220050" y="3493230"/>
                </a:lnTo>
                <a:lnTo>
                  <a:pt x="217698" y="3495318"/>
                </a:lnTo>
                <a:lnTo>
                  <a:pt x="214156" y="3495910"/>
                </a:lnTo>
                <a:lnTo>
                  <a:pt x="207496" y="3495830"/>
                </a:lnTo>
                <a:lnTo>
                  <a:pt x="192218" y="3497889"/>
                </a:lnTo>
                <a:lnTo>
                  <a:pt x="179284" y="3503768"/>
                </a:lnTo>
                <a:lnTo>
                  <a:pt x="162041" y="3507398"/>
                </a:lnTo>
                <a:lnTo>
                  <a:pt x="152533" y="3504827"/>
                </a:lnTo>
                <a:lnTo>
                  <a:pt x="150188" y="3503564"/>
                </a:lnTo>
                <a:lnTo>
                  <a:pt x="147077" y="3494164"/>
                </a:lnTo>
                <a:lnTo>
                  <a:pt x="142454" y="3489008"/>
                </a:lnTo>
                <a:lnTo>
                  <a:pt x="139789" y="3488030"/>
                </a:lnTo>
                <a:lnTo>
                  <a:pt x="135604" y="3488994"/>
                </a:lnTo>
                <a:lnTo>
                  <a:pt x="130791" y="3488979"/>
                </a:lnTo>
                <a:lnTo>
                  <a:pt x="130083" y="3487168"/>
                </a:lnTo>
                <a:lnTo>
                  <a:pt x="131675" y="3481384"/>
                </a:lnTo>
                <a:lnTo>
                  <a:pt x="131485" y="3479675"/>
                </a:lnTo>
                <a:lnTo>
                  <a:pt x="122422" y="3469531"/>
                </a:lnTo>
                <a:lnTo>
                  <a:pt x="107516" y="3467223"/>
                </a:lnTo>
                <a:lnTo>
                  <a:pt x="104164" y="3466004"/>
                </a:lnTo>
                <a:lnTo>
                  <a:pt x="97883" y="3462418"/>
                </a:lnTo>
                <a:lnTo>
                  <a:pt x="88944" y="3463411"/>
                </a:lnTo>
                <a:lnTo>
                  <a:pt x="88119" y="3464295"/>
                </a:lnTo>
                <a:lnTo>
                  <a:pt x="88813" y="3467158"/>
                </a:lnTo>
                <a:lnTo>
                  <a:pt x="86410" y="3470013"/>
                </a:lnTo>
                <a:lnTo>
                  <a:pt x="63084" y="3479660"/>
                </a:lnTo>
                <a:lnTo>
                  <a:pt x="62317" y="3480610"/>
                </a:lnTo>
                <a:lnTo>
                  <a:pt x="48178" y="3475907"/>
                </a:lnTo>
                <a:lnTo>
                  <a:pt x="42036" y="3471642"/>
                </a:lnTo>
                <a:lnTo>
                  <a:pt x="38735" y="3466734"/>
                </a:lnTo>
                <a:lnTo>
                  <a:pt x="35252" y="3458029"/>
                </a:lnTo>
                <a:lnTo>
                  <a:pt x="26817" y="3443970"/>
                </a:lnTo>
                <a:lnTo>
                  <a:pt x="21369" y="3440581"/>
                </a:lnTo>
                <a:lnTo>
                  <a:pt x="8238" y="3438442"/>
                </a:lnTo>
                <a:lnTo>
                  <a:pt x="0" y="3428137"/>
                </a:lnTo>
                <a:lnTo>
                  <a:pt x="15979" y="3396631"/>
                </a:lnTo>
                <a:lnTo>
                  <a:pt x="12050" y="3388371"/>
                </a:lnTo>
                <a:lnTo>
                  <a:pt x="10209" y="3381704"/>
                </a:lnTo>
                <a:lnTo>
                  <a:pt x="19141" y="3375825"/>
                </a:lnTo>
                <a:lnTo>
                  <a:pt x="31827" y="3377738"/>
                </a:lnTo>
                <a:lnTo>
                  <a:pt x="56613" y="3363176"/>
                </a:lnTo>
                <a:lnTo>
                  <a:pt x="79815" y="3345692"/>
                </a:lnTo>
                <a:lnTo>
                  <a:pt x="98767" y="3322731"/>
                </a:lnTo>
                <a:lnTo>
                  <a:pt x="140044" y="3269703"/>
                </a:lnTo>
                <a:lnTo>
                  <a:pt x="163560" y="3246479"/>
                </a:lnTo>
                <a:lnTo>
                  <a:pt x="165532" y="3243989"/>
                </a:lnTo>
                <a:lnTo>
                  <a:pt x="174084" y="3228141"/>
                </a:lnTo>
                <a:lnTo>
                  <a:pt x="161216" y="3214097"/>
                </a:lnTo>
                <a:lnTo>
                  <a:pt x="161917" y="3208474"/>
                </a:lnTo>
                <a:lnTo>
                  <a:pt x="169899" y="3205903"/>
                </a:lnTo>
                <a:lnTo>
                  <a:pt x="170915" y="3203259"/>
                </a:lnTo>
                <a:lnTo>
                  <a:pt x="171740" y="3189077"/>
                </a:lnTo>
                <a:lnTo>
                  <a:pt x="175669" y="3180853"/>
                </a:lnTo>
                <a:lnTo>
                  <a:pt x="183505" y="3173280"/>
                </a:lnTo>
                <a:lnTo>
                  <a:pt x="184382" y="3172440"/>
                </a:lnTo>
                <a:lnTo>
                  <a:pt x="184739" y="3172097"/>
                </a:lnTo>
                <a:lnTo>
                  <a:pt x="186383" y="3160105"/>
                </a:lnTo>
                <a:lnTo>
                  <a:pt x="190312" y="3153824"/>
                </a:lnTo>
                <a:lnTo>
                  <a:pt x="193196" y="3152597"/>
                </a:lnTo>
                <a:lnTo>
                  <a:pt x="207430" y="3146550"/>
                </a:lnTo>
                <a:lnTo>
                  <a:pt x="220240" y="3137312"/>
                </a:lnTo>
                <a:lnTo>
                  <a:pt x="228478" y="3132273"/>
                </a:lnTo>
                <a:lnTo>
                  <a:pt x="232816" y="3130462"/>
                </a:lnTo>
                <a:lnTo>
                  <a:pt x="233933" y="3129994"/>
                </a:lnTo>
                <a:lnTo>
                  <a:pt x="239579" y="3129249"/>
                </a:lnTo>
                <a:lnTo>
                  <a:pt x="244837" y="3131119"/>
                </a:lnTo>
                <a:lnTo>
                  <a:pt x="262459" y="3148391"/>
                </a:lnTo>
                <a:lnTo>
                  <a:pt x="264533" y="3149888"/>
                </a:lnTo>
                <a:lnTo>
                  <a:pt x="279008" y="3160404"/>
                </a:lnTo>
                <a:lnTo>
                  <a:pt x="302648" y="3174667"/>
                </a:lnTo>
                <a:lnTo>
                  <a:pt x="306453" y="3175726"/>
                </a:lnTo>
                <a:lnTo>
                  <a:pt x="309374" y="3176544"/>
                </a:lnTo>
                <a:lnTo>
                  <a:pt x="319519" y="3176917"/>
                </a:lnTo>
                <a:lnTo>
                  <a:pt x="325770" y="3175872"/>
                </a:lnTo>
                <a:lnTo>
                  <a:pt x="327172" y="3175639"/>
                </a:lnTo>
                <a:lnTo>
                  <a:pt x="342779" y="3173543"/>
                </a:lnTo>
                <a:lnTo>
                  <a:pt x="367946" y="3174288"/>
                </a:lnTo>
                <a:lnTo>
                  <a:pt x="369070" y="3174492"/>
                </a:lnTo>
                <a:lnTo>
                  <a:pt x="370662" y="3174784"/>
                </a:lnTo>
                <a:lnTo>
                  <a:pt x="371451" y="3174930"/>
                </a:lnTo>
                <a:lnTo>
                  <a:pt x="394573" y="3179173"/>
                </a:lnTo>
                <a:lnTo>
                  <a:pt x="421645" y="3188171"/>
                </a:lnTo>
                <a:lnTo>
                  <a:pt x="429606" y="3192312"/>
                </a:lnTo>
                <a:lnTo>
                  <a:pt x="449792" y="3202814"/>
                </a:lnTo>
                <a:lnTo>
                  <a:pt x="465661" y="3213089"/>
                </a:lnTo>
                <a:lnTo>
                  <a:pt x="468940" y="3215207"/>
                </a:lnTo>
                <a:lnTo>
                  <a:pt x="473388" y="3218815"/>
                </a:lnTo>
              </a:path>
            </a:pathLst>
          </a:custGeom>
          <a:noFill/>
          <a:ln w="19050">
            <a:solidFill>
              <a:srgbClr val="B9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0" y="400050"/>
            <a:ext cx="2076450" cy="825577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723900" y="666750"/>
            <a:ext cx="1181100" cy="266700"/>
          </a:xfrm>
          <a:prstGeom prst="roundRect">
            <a:avLst/>
          </a:prstGeom>
          <a:solidFill>
            <a:srgbClr val="F1EAF2"/>
          </a:solidFill>
          <a:ln w="9525">
            <a:solidFill>
              <a:srgbClr val="D2B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-text-001"/>
          <p:cNvSpPr txBox="1"/>
          <p:nvPr/>
        </p:nvSpPr>
        <p:spPr>
          <a:xfrm>
            <a:off x="819150" y="733425"/>
            <a:ext cx="9906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42" name="editable-text-002"/>
          <p:cNvSpPr txBox="1"/>
          <p:nvPr/>
        </p:nvSpPr>
        <p:spPr>
          <a:xfrm>
            <a:off x="723900" y="1485900"/>
            <a:ext cx="7000875" cy="975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基于多源数据的佛山市南海区</a:t>
            </a:r>
          </a:p>
          <a:p>
            <a:pPr algn="l">
              <a:lnSpc>
                <a:spcPct val="118000"/>
              </a:lnSpc>
            </a:pPr>
            <a:r>
              <a:rPr sz="30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旅游景点文旅融合潜力研究</a:t>
            </a:r>
          </a:p>
        </p:txBody>
      </p:sp>
      <p:sp>
        <p:nvSpPr>
          <p:cNvPr id="43" name="editable-text-003"/>
          <p:cNvSpPr txBox="1"/>
          <p:nvPr/>
        </p:nvSpPr>
        <p:spPr>
          <a:xfrm>
            <a:off x="762000" y="3009900"/>
            <a:ext cx="6191250" cy="4808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从文化记忆、空间载体与游客体验之间的错位出发，识别文旅融合的优先深化对象</a:t>
            </a:r>
          </a:p>
          <a:p>
            <a:pPr algn="l">
              <a:lnSpc>
                <a:spcPct val="118000"/>
              </a:lnSpc>
            </a:pPr>
            <a:r>
              <a:rPr sz="1350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。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2950" y="4343400"/>
            <a:ext cx="537210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editable-text-004"/>
          <p:cNvSpPr txBox="1"/>
          <p:nvPr/>
        </p:nvSpPr>
        <p:spPr>
          <a:xfrm>
            <a:off x="742950" y="4762500"/>
            <a:ext cx="390525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答辩人</a:t>
            </a:r>
          </a:p>
        </p:txBody>
      </p:sp>
      <p:sp>
        <p:nvSpPr>
          <p:cNvPr id="46" name="editable-text-005"/>
          <p:cNvSpPr txBox="1"/>
          <p:nvPr/>
        </p:nvSpPr>
        <p:spPr>
          <a:xfrm>
            <a:off x="742950" y="5010150"/>
            <a:ext cx="400050" cy="267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75" b="1">
                <a:rFonts latin="Arial" ea="Microsoft YaHei" cs="Microsoft YaHei"/>
                <a:solidFill>
                  <a:srgbClr val="5E7E6A"/>
                </a:solidFill>
                <a:latin typeface="Microsoft YaHei"/>
              </a:rPr>
              <a:t>孟帅</a:t>
            </a:r>
          </a:p>
        </p:txBody>
      </p:sp>
      <p:sp>
        <p:nvSpPr>
          <p:cNvPr id="47" name="editable-text-006"/>
          <p:cNvSpPr txBox="1"/>
          <p:nvPr/>
        </p:nvSpPr>
        <p:spPr>
          <a:xfrm>
            <a:off x="2124075" y="4762500"/>
            <a:ext cx="28575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学号</a:t>
            </a:r>
          </a:p>
        </p:txBody>
      </p:sp>
      <p:sp>
        <p:nvSpPr>
          <p:cNvPr id="48" name="editable-text-007"/>
          <p:cNvSpPr txBox="1"/>
          <p:nvPr/>
        </p:nvSpPr>
        <p:spPr>
          <a:xfrm>
            <a:off x="2124075" y="5010150"/>
            <a:ext cx="1076325" cy="267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75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2021010910</a:t>
            </a:r>
          </a:p>
        </p:txBody>
      </p:sp>
      <p:sp>
        <p:nvSpPr>
          <p:cNvPr id="49" name="editable-text-008"/>
          <p:cNvSpPr txBox="1"/>
          <p:nvPr/>
        </p:nvSpPr>
        <p:spPr>
          <a:xfrm>
            <a:off x="3505200" y="4762500"/>
            <a:ext cx="28575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导师</a:t>
            </a:r>
          </a:p>
        </p:txBody>
      </p:sp>
      <p:sp>
        <p:nvSpPr>
          <p:cNvPr id="50" name="editable-text-009"/>
          <p:cNvSpPr txBox="1"/>
          <p:nvPr/>
        </p:nvSpPr>
        <p:spPr>
          <a:xfrm>
            <a:off x="3505200" y="5010150"/>
            <a:ext cx="561975" cy="267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75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邬东璠</a:t>
            </a:r>
          </a:p>
        </p:txBody>
      </p:sp>
      <p:sp>
        <p:nvSpPr>
          <p:cNvPr id="51" name="editable-text-010"/>
          <p:cNvSpPr txBox="1"/>
          <p:nvPr/>
        </p:nvSpPr>
        <p:spPr>
          <a:xfrm>
            <a:off x="4886325" y="4762500"/>
            <a:ext cx="28575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时间</a:t>
            </a:r>
          </a:p>
        </p:txBody>
      </p:sp>
      <p:sp>
        <p:nvSpPr>
          <p:cNvPr id="52" name="editable-text-011"/>
          <p:cNvSpPr txBox="1"/>
          <p:nvPr/>
        </p:nvSpPr>
        <p:spPr>
          <a:xfrm>
            <a:off x="4886325" y="5010150"/>
            <a:ext cx="971550" cy="267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75" b="1">
                <a:rFonts latin="Arial" ea="Microsoft YaHei" cs="Microsoft YaHei"/>
                <a:solidFill>
                  <a:srgbClr val="5E7E6A"/>
                </a:solidFill>
                <a:latin typeface="Microsoft YaHei"/>
              </a:rPr>
              <a:t>2026.05.26</a:t>
            </a:r>
          </a:p>
        </p:txBody>
      </p:sp>
      <p:sp>
        <p:nvSpPr>
          <p:cNvPr id="53" name="editable-text-012"/>
          <p:cNvSpPr txBox="1"/>
          <p:nvPr/>
        </p:nvSpPr>
        <p:spPr>
          <a:xfrm>
            <a:off x="7524750" y="5600700"/>
            <a:ext cx="2714625" cy="2223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Nanhai District · Cultural Tourism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60960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研究演进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从双谱系设想到错位诊断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开题提出框架，中期完成数据与图谱，最终收敛为可计算、可落图的潜力诊断。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02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43000" y="3143250"/>
            <a:ext cx="9429750" cy="0"/>
          </a:xfrm>
          <a:prstGeom prst="line">
            <a:avLst/>
          </a:prstGeom>
          <a:ln w="38100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209675" y="3000375"/>
            <a:ext cx="285750" cy="285750"/>
          </a:xfrm>
          <a:prstGeom prst="ellipse">
            <a:avLst/>
          </a:prstGeom>
          <a:solidFill>
            <a:srgbClr val="5E7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352550" y="3286125"/>
            <a:ext cx="0" cy="485775"/>
          </a:xfrm>
          <a:prstGeom prst="line">
            <a:avLst/>
          </a:prstGeom>
          <a:ln w="19050">
            <a:solidFill>
              <a:srgbClr val="5E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editable-text-006"/>
          <p:cNvSpPr txBox="1"/>
          <p:nvPr/>
        </p:nvSpPr>
        <p:spPr>
          <a:xfrm>
            <a:off x="1123950" y="2197036"/>
            <a:ext cx="381000" cy="3684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rFonts latin="Arial" ea="Microsoft YaHei" cs="Microsoft YaHei"/>
                <a:solidFill>
                  <a:srgbClr val="5E7E6A"/>
                </a:solidFill>
                <a:latin typeface="Microsoft YaHei"/>
              </a:rPr>
              <a:t>01</a:t>
            </a:r>
          </a:p>
        </p:txBody>
      </p:sp>
      <p:sp>
        <p:nvSpPr>
          <p:cNvPr id="38" name="editable-text-007"/>
          <p:cNvSpPr txBox="1"/>
          <p:nvPr/>
        </p:nvSpPr>
        <p:spPr>
          <a:xfrm>
            <a:off x="209550" y="3771900"/>
            <a:ext cx="247650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开题阶段</a:t>
            </a:r>
          </a:p>
        </p:txBody>
      </p:sp>
      <p:sp>
        <p:nvSpPr>
          <p:cNvPr id="39" name="editable-text-008"/>
          <p:cNvSpPr txBox="1"/>
          <p:nvPr/>
        </p:nvSpPr>
        <p:spPr>
          <a:xfrm>
            <a:off x="209550" y="4095750"/>
            <a:ext cx="2476500" cy="3122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75" b="1">
                <a:rFonts latin="Arial" ea="Microsoft YaHei" cs="Microsoft YaHei"/>
                <a:solidFill>
                  <a:srgbClr val="5E7E6A"/>
                </a:solidFill>
                <a:latin typeface="Microsoft YaHei"/>
              </a:rPr>
              <a:t>文化谱系 × 景点谱系</a:t>
            </a:r>
          </a:p>
        </p:txBody>
      </p:sp>
      <p:sp>
        <p:nvSpPr>
          <p:cNvPr id="40" name="editable-text-009"/>
          <p:cNvSpPr txBox="1"/>
          <p:nvPr/>
        </p:nvSpPr>
        <p:spPr>
          <a:xfrm>
            <a:off x="19050" y="4495800"/>
            <a:ext cx="2667000" cy="410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提出双谱系对比：识别文化资源与旅游体验之间</a:t>
            </a:r>
          </a:p>
          <a:p>
            <a:pPr algn="ctr">
              <a:lnSpc>
                <a:spcPct val="135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的关联、错位和缺失。</a:t>
            </a:r>
          </a:p>
        </p:txBody>
      </p:sp>
      <p:sp>
        <p:nvSpPr>
          <p:cNvPr id="41" name="Oval 40"/>
          <p:cNvSpPr/>
          <p:nvPr/>
        </p:nvSpPr>
        <p:spPr>
          <a:xfrm>
            <a:off x="4638675" y="3000375"/>
            <a:ext cx="285750" cy="285750"/>
          </a:xfrm>
          <a:prstGeom prst="ellipse">
            <a:avLst/>
          </a:prstGeom>
          <a:solidFill>
            <a:srgbClr val="6F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4781550" y="3286125"/>
            <a:ext cx="0" cy="485775"/>
          </a:xfrm>
          <a:prstGeom prst="line">
            <a:avLst/>
          </a:prstGeom>
          <a:ln w="19050">
            <a:solidFill>
              <a:srgbClr val="6F9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editable-text-010"/>
          <p:cNvSpPr txBox="1"/>
          <p:nvPr/>
        </p:nvSpPr>
        <p:spPr>
          <a:xfrm>
            <a:off x="4552950" y="2197036"/>
            <a:ext cx="381000" cy="3684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02</a:t>
            </a:r>
          </a:p>
        </p:txBody>
      </p:sp>
      <p:sp>
        <p:nvSpPr>
          <p:cNvPr id="44" name="editable-text-011"/>
          <p:cNvSpPr txBox="1"/>
          <p:nvPr/>
        </p:nvSpPr>
        <p:spPr>
          <a:xfrm>
            <a:off x="3638550" y="3771900"/>
            <a:ext cx="247650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中期阶段</a:t>
            </a:r>
          </a:p>
        </p:txBody>
      </p:sp>
      <p:sp>
        <p:nvSpPr>
          <p:cNvPr id="45" name="editable-text-012"/>
          <p:cNvSpPr txBox="1"/>
          <p:nvPr/>
        </p:nvSpPr>
        <p:spPr>
          <a:xfrm>
            <a:off x="3638550" y="4095750"/>
            <a:ext cx="2476500" cy="3122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75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数据与图谱成型</a:t>
            </a:r>
          </a:p>
        </p:txBody>
      </p:sp>
      <p:sp>
        <p:nvSpPr>
          <p:cNvPr id="46" name="editable-text-013"/>
          <p:cNvSpPr txBox="1"/>
          <p:nvPr/>
        </p:nvSpPr>
        <p:spPr>
          <a:xfrm>
            <a:off x="3448050" y="4495800"/>
            <a:ext cx="2667000" cy="410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完成典籍 OCR、POI 清洗、评论匹配和知识图谱</a:t>
            </a:r>
          </a:p>
          <a:p>
            <a:pPr algn="ctr">
              <a:lnSpc>
                <a:spcPct val="135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构建，形成可计算底座。</a:t>
            </a:r>
          </a:p>
        </p:txBody>
      </p:sp>
      <p:sp>
        <p:nvSpPr>
          <p:cNvPr id="47" name="Oval 46"/>
          <p:cNvSpPr/>
          <p:nvPr/>
        </p:nvSpPr>
        <p:spPr>
          <a:xfrm>
            <a:off x="8067675" y="3000375"/>
            <a:ext cx="285750" cy="285750"/>
          </a:xfrm>
          <a:prstGeom prst="ellipse">
            <a:avLst/>
          </a:prstGeom>
          <a:solidFill>
            <a:srgbClr val="7C9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8210550" y="3286125"/>
            <a:ext cx="0" cy="485775"/>
          </a:xfrm>
          <a:prstGeom prst="line">
            <a:avLst/>
          </a:prstGeom>
          <a:ln w="19050">
            <a:solidFill>
              <a:srgbClr val="7C9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editable-text-014"/>
          <p:cNvSpPr txBox="1"/>
          <p:nvPr/>
        </p:nvSpPr>
        <p:spPr>
          <a:xfrm>
            <a:off x="7981950" y="2197036"/>
            <a:ext cx="381000" cy="3684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03</a:t>
            </a:r>
          </a:p>
        </p:txBody>
      </p:sp>
      <p:sp>
        <p:nvSpPr>
          <p:cNvPr id="50" name="editable-text-015"/>
          <p:cNvSpPr txBox="1"/>
          <p:nvPr/>
        </p:nvSpPr>
        <p:spPr>
          <a:xfrm>
            <a:off x="7067550" y="3771900"/>
            <a:ext cx="247650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定稿阶段</a:t>
            </a:r>
          </a:p>
        </p:txBody>
      </p:sp>
      <p:sp>
        <p:nvSpPr>
          <p:cNvPr id="51" name="editable-text-016"/>
          <p:cNvSpPr txBox="1"/>
          <p:nvPr/>
        </p:nvSpPr>
        <p:spPr>
          <a:xfrm>
            <a:off x="7067550" y="4095750"/>
            <a:ext cx="2476500" cy="3122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75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指数化错位诊断</a:t>
            </a:r>
          </a:p>
        </p:txBody>
      </p:sp>
      <p:sp>
        <p:nvSpPr>
          <p:cNvPr id="52" name="editable-text-017"/>
          <p:cNvSpPr txBox="1"/>
          <p:nvPr/>
        </p:nvSpPr>
        <p:spPr>
          <a:xfrm>
            <a:off x="6877050" y="4495800"/>
            <a:ext cx="2667000" cy="410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以 165 条景点级载体为桥梁，构建 CMI/OAI/T</a:t>
            </a:r>
          </a:p>
          <a:p>
            <a:pPr algn="ctr">
              <a:lnSpc>
                <a:spcPct val="135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HI/MI 并转译为规划建议。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657350" y="5391150"/>
            <a:ext cx="8877300" cy="5334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-text-018"/>
          <p:cNvSpPr txBox="1"/>
          <p:nvPr/>
        </p:nvSpPr>
        <p:spPr>
          <a:xfrm>
            <a:off x="2533650" y="5562600"/>
            <a:ext cx="7124700" cy="30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答辩主线：从“文化和景点是否对应”推进到“哪些载体和片区最值得优先深化”。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60960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研究背景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文化资源丰富，但不等于游客可感知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文旅融合的难点不是资源有没有，而是文化记忆能否进入游客可达、可看、可体验的空间。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03</a:t>
            </a:r>
          </a:p>
        </p:txBody>
      </p:sp>
      <p:sp>
        <p:nvSpPr>
          <p:cNvPr id="34" name="Freeform 33"/>
          <p:cNvSpPr/>
          <p:nvPr/>
        </p:nvSpPr>
        <p:spPr>
          <a:xfrm>
            <a:off x="0" y="1428750"/>
            <a:ext cx="5715000" cy="4019550"/>
          </a:xfrm>
          <a:custGeom>
            <a:avLst/>
            <a:gdLst/>
            <a:ahLst/>
            <a:cxnLst/>
            <a:rect l="l" t="t" r="r" b="b"/>
            <a:pathLst>
              <a:path w="5715000" h="4019550">
                <a:moveTo>
                  <a:pt x="0" y="0"/>
                </a:moveTo>
                <a:lnTo>
                  <a:pt x="5715000" y="0"/>
                </a:lnTo>
                <a:lnTo>
                  <a:pt x="5010150" y="4019550"/>
                </a:lnTo>
                <a:lnTo>
                  <a:pt x="0" y="4019550"/>
                </a:lnTo>
                <a:close/>
              </a:path>
            </a:pathLst>
          </a:custGeom>
          <a:solidFill>
            <a:srgbClr val="FA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791200" y="1428750"/>
            <a:ext cx="6400800" cy="4019550"/>
          </a:xfrm>
          <a:custGeom>
            <a:avLst/>
            <a:gdLst/>
            <a:ahLst/>
            <a:cxnLst/>
            <a:rect l="l" t="t" r="r" b="b"/>
            <a:pathLst>
              <a:path w="6400800" h="4019550">
                <a:moveTo>
                  <a:pt x="742950" y="0"/>
                </a:moveTo>
                <a:lnTo>
                  <a:pt x="6400800" y="0"/>
                </a:lnTo>
                <a:lnTo>
                  <a:pt x="6400800" y="4019550"/>
                </a:lnTo>
                <a:lnTo>
                  <a:pt x="0" y="4019550"/>
                </a:lnTo>
                <a:close/>
              </a:path>
            </a:pathLst>
          </a:custGeom>
          <a:solidFill>
            <a:srgbClr val="EF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9150" y="1981200"/>
            <a:ext cx="47625" cy="2381250"/>
          </a:xfrm>
          <a:prstGeom prst="roundRect">
            <a:avLst/>
          </a:prstGeom>
          <a:solidFill>
            <a:srgbClr val="7C9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-text-006"/>
          <p:cNvSpPr txBox="1"/>
          <p:nvPr/>
        </p:nvSpPr>
        <p:spPr>
          <a:xfrm>
            <a:off x="1104900" y="2000250"/>
            <a:ext cx="1257300" cy="424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325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文化家底</a:t>
            </a:r>
          </a:p>
        </p:txBody>
      </p:sp>
      <p:sp>
        <p:nvSpPr>
          <p:cNvPr id="38" name="editable-text-007"/>
          <p:cNvSpPr txBox="1"/>
          <p:nvPr/>
        </p:nvSpPr>
        <p:spPr>
          <a:xfrm>
            <a:off x="1104900" y="2552700"/>
            <a:ext cx="3429000" cy="7168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地方典籍、非遗名录、文物保护单位、历</a:t>
            </a:r>
          </a:p>
          <a:p>
            <a:pPr algn="l">
              <a:lnSpc>
                <a:spcPct val="118000"/>
              </a:lnSpc>
            </a:pPr>
            <a:r>
              <a:rPr sz="14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史村落和传统空间，构成南海丰厚的文化</a:t>
            </a:r>
          </a:p>
          <a:p>
            <a:pPr algn="l">
              <a:lnSpc>
                <a:spcPct val="118000"/>
              </a:lnSpc>
            </a:pPr>
            <a:r>
              <a:rPr sz="14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记忆。</a:t>
            </a:r>
          </a:p>
        </p:txBody>
      </p:sp>
      <p:sp>
        <p:nvSpPr>
          <p:cNvPr id="39" name="editable-text-008"/>
          <p:cNvSpPr txBox="1"/>
          <p:nvPr/>
        </p:nvSpPr>
        <p:spPr>
          <a:xfrm>
            <a:off x="1104900" y="3733800"/>
            <a:ext cx="34290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开题阶段称为“文化谱系”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00900" y="1981200"/>
            <a:ext cx="47625" cy="2381250"/>
          </a:xfrm>
          <a:prstGeom prst="roundRect">
            <a:avLst/>
          </a:prstGeom>
          <a:solidFill>
            <a:srgbClr val="6F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-text-009"/>
          <p:cNvSpPr txBox="1"/>
          <p:nvPr/>
        </p:nvSpPr>
        <p:spPr>
          <a:xfrm>
            <a:off x="7486650" y="2000250"/>
            <a:ext cx="1257300" cy="424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325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旅游体验</a:t>
            </a:r>
          </a:p>
        </p:txBody>
      </p:sp>
      <p:sp>
        <p:nvSpPr>
          <p:cNvPr id="42" name="editable-text-010"/>
          <p:cNvSpPr txBox="1"/>
          <p:nvPr/>
        </p:nvSpPr>
        <p:spPr>
          <a:xfrm>
            <a:off x="7486650" y="2552700"/>
            <a:ext cx="3429000" cy="5033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POI、评分、评论和游客到访行为，反映现</a:t>
            </a:r>
          </a:p>
          <a:p>
            <a:pPr algn="l">
              <a:lnSpc>
                <a:spcPct val="118000"/>
              </a:lnSpc>
            </a:pPr>
            <a:r>
              <a:rPr sz="14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实旅游供给与市场可见度。</a:t>
            </a:r>
          </a:p>
        </p:txBody>
      </p:sp>
      <p:sp>
        <p:nvSpPr>
          <p:cNvPr id="43" name="editable-text-011"/>
          <p:cNvSpPr txBox="1"/>
          <p:nvPr/>
        </p:nvSpPr>
        <p:spPr>
          <a:xfrm>
            <a:off x="7486650" y="3733800"/>
            <a:ext cx="34290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开题阶段称为“景点谱系”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10150" y="2705100"/>
            <a:ext cx="2171700" cy="838200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D2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-text-012"/>
          <p:cNvSpPr txBox="1"/>
          <p:nvPr/>
        </p:nvSpPr>
        <p:spPr>
          <a:xfrm>
            <a:off x="5791200" y="2905125"/>
            <a:ext cx="609600" cy="3909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错位</a:t>
            </a:r>
          </a:p>
        </p:txBody>
      </p:sp>
      <p:sp>
        <p:nvSpPr>
          <p:cNvPr id="46" name="editable-text-013"/>
          <p:cNvSpPr txBox="1"/>
          <p:nvPr/>
        </p:nvSpPr>
        <p:spPr>
          <a:xfrm>
            <a:off x="5543550" y="3276600"/>
            <a:ext cx="11049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对应、缺失、浅连接</a:t>
            </a:r>
          </a:p>
        </p:txBody>
      </p:sp>
      <p:sp>
        <p:nvSpPr>
          <p:cNvPr id="47" name="editable-text-014"/>
          <p:cNvSpPr txBox="1"/>
          <p:nvPr/>
        </p:nvSpPr>
        <p:spPr>
          <a:xfrm>
            <a:off x="1809750" y="5753100"/>
            <a:ext cx="8572500" cy="570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研究切入点：不判断南海是否“有文化”，而是判断文化是否进入现实旅游产品和游客体验</a:t>
            </a:r>
          </a:p>
          <a:p>
            <a:pPr algn="ctr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60960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研究对象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把“大景区”拆成景点级载体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研究对象下沉到 165 条可定位、可匹配、可比较的文旅空间载体。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04</a:t>
            </a:r>
          </a:p>
        </p:txBody>
      </p:sp>
      <p:sp>
        <p:nvSpPr>
          <p:cNvPr id="34" name="Freeform 33"/>
          <p:cNvSpPr/>
          <p:nvPr/>
        </p:nvSpPr>
        <p:spPr>
          <a:xfrm>
            <a:off x="1373109" y="1592580"/>
            <a:ext cx="3102132" cy="3768090"/>
          </a:xfrm>
          <a:custGeom>
            <a:avLst/>
            <a:gdLst/>
            <a:ahLst/>
            <a:cxnLst/>
            <a:rect l="l" t="t" r="r" b="b"/>
            <a:pathLst>
              <a:path w="3102132" h="3768090">
                <a:moveTo>
                  <a:pt x="473388" y="3218815"/>
                </a:moveTo>
                <a:lnTo>
                  <a:pt x="498985" y="3239600"/>
                </a:lnTo>
                <a:lnTo>
                  <a:pt x="503864" y="3245982"/>
                </a:lnTo>
                <a:lnTo>
                  <a:pt x="508750" y="3257258"/>
                </a:lnTo>
                <a:lnTo>
                  <a:pt x="519215" y="3286909"/>
                </a:lnTo>
                <a:lnTo>
                  <a:pt x="524466" y="3297039"/>
                </a:lnTo>
                <a:lnTo>
                  <a:pt x="530871" y="3305291"/>
                </a:lnTo>
                <a:lnTo>
                  <a:pt x="543235" y="3318429"/>
                </a:lnTo>
                <a:lnTo>
                  <a:pt x="562004" y="3333459"/>
                </a:lnTo>
                <a:lnTo>
                  <a:pt x="573667" y="3340587"/>
                </a:lnTo>
                <a:lnTo>
                  <a:pt x="580832" y="3343589"/>
                </a:lnTo>
                <a:lnTo>
                  <a:pt x="588310" y="3344662"/>
                </a:lnTo>
                <a:lnTo>
                  <a:pt x="619881" y="3327054"/>
                </a:lnTo>
                <a:lnTo>
                  <a:pt x="577728" y="3264058"/>
                </a:lnTo>
                <a:lnTo>
                  <a:pt x="571323" y="3231091"/>
                </a:lnTo>
                <a:lnTo>
                  <a:pt x="564173" y="3199053"/>
                </a:lnTo>
                <a:lnTo>
                  <a:pt x="560836" y="3184088"/>
                </a:lnTo>
                <a:lnTo>
                  <a:pt x="560565" y="3182891"/>
                </a:lnTo>
                <a:lnTo>
                  <a:pt x="560529" y="3182701"/>
                </a:lnTo>
                <a:lnTo>
                  <a:pt x="560405" y="3182139"/>
                </a:lnTo>
                <a:lnTo>
                  <a:pt x="560310" y="3181722"/>
                </a:lnTo>
                <a:lnTo>
                  <a:pt x="560266" y="3181510"/>
                </a:lnTo>
                <a:lnTo>
                  <a:pt x="560222" y="3181313"/>
                </a:lnTo>
                <a:lnTo>
                  <a:pt x="560003" y="3180342"/>
                </a:lnTo>
                <a:lnTo>
                  <a:pt x="543739" y="3114643"/>
                </a:lnTo>
                <a:lnTo>
                  <a:pt x="534654" y="3105113"/>
                </a:lnTo>
                <a:lnTo>
                  <a:pt x="518521" y="3088184"/>
                </a:lnTo>
                <a:lnTo>
                  <a:pt x="474944" y="3042488"/>
                </a:lnTo>
                <a:lnTo>
                  <a:pt x="460111" y="3026940"/>
                </a:lnTo>
                <a:lnTo>
                  <a:pt x="435215" y="3000853"/>
                </a:lnTo>
                <a:lnTo>
                  <a:pt x="425049" y="2990987"/>
                </a:lnTo>
                <a:lnTo>
                  <a:pt x="413174" y="2979448"/>
                </a:lnTo>
                <a:lnTo>
                  <a:pt x="376943" y="2944269"/>
                </a:lnTo>
                <a:lnTo>
                  <a:pt x="353880" y="2925865"/>
                </a:lnTo>
                <a:lnTo>
                  <a:pt x="330532" y="2907234"/>
                </a:lnTo>
                <a:lnTo>
                  <a:pt x="302444" y="2875093"/>
                </a:lnTo>
                <a:lnTo>
                  <a:pt x="280038" y="2849496"/>
                </a:lnTo>
                <a:lnTo>
                  <a:pt x="273604" y="2842156"/>
                </a:lnTo>
                <a:lnTo>
                  <a:pt x="255660" y="2807021"/>
                </a:lnTo>
                <a:lnTo>
                  <a:pt x="253695" y="2797352"/>
                </a:lnTo>
                <a:lnTo>
                  <a:pt x="229413" y="2721691"/>
                </a:lnTo>
                <a:lnTo>
                  <a:pt x="230851" y="2694480"/>
                </a:lnTo>
                <a:lnTo>
                  <a:pt x="234992" y="2616263"/>
                </a:lnTo>
                <a:lnTo>
                  <a:pt x="313252" y="2597619"/>
                </a:lnTo>
                <a:lnTo>
                  <a:pt x="317342" y="2596647"/>
                </a:lnTo>
                <a:lnTo>
                  <a:pt x="348600" y="2580851"/>
                </a:lnTo>
                <a:lnTo>
                  <a:pt x="348797" y="2600949"/>
                </a:lnTo>
                <a:lnTo>
                  <a:pt x="384290" y="2585605"/>
                </a:lnTo>
                <a:lnTo>
                  <a:pt x="392725" y="2594376"/>
                </a:lnTo>
                <a:lnTo>
                  <a:pt x="401730" y="2589746"/>
                </a:lnTo>
                <a:lnTo>
                  <a:pt x="406039" y="2582727"/>
                </a:lnTo>
                <a:lnTo>
                  <a:pt x="407813" y="2570633"/>
                </a:lnTo>
                <a:lnTo>
                  <a:pt x="401730" y="2571159"/>
                </a:lnTo>
                <a:lnTo>
                  <a:pt x="400335" y="2581756"/>
                </a:lnTo>
                <a:lnTo>
                  <a:pt x="395515" y="2581113"/>
                </a:lnTo>
                <a:lnTo>
                  <a:pt x="396596" y="2575227"/>
                </a:lnTo>
                <a:lnTo>
                  <a:pt x="397355" y="2567537"/>
                </a:lnTo>
                <a:lnTo>
                  <a:pt x="401160" y="2566704"/>
                </a:lnTo>
                <a:lnTo>
                  <a:pt x="417190" y="2563345"/>
                </a:lnTo>
                <a:lnTo>
                  <a:pt x="431906" y="2560263"/>
                </a:lnTo>
                <a:lnTo>
                  <a:pt x="440400" y="2553245"/>
                </a:lnTo>
                <a:lnTo>
                  <a:pt x="454093" y="2549885"/>
                </a:lnTo>
                <a:lnTo>
                  <a:pt x="457642" y="2546986"/>
                </a:lnTo>
                <a:lnTo>
                  <a:pt x="460878" y="2542882"/>
                </a:lnTo>
                <a:lnTo>
                  <a:pt x="455554" y="2533957"/>
                </a:lnTo>
                <a:lnTo>
                  <a:pt x="455254" y="2528494"/>
                </a:lnTo>
                <a:lnTo>
                  <a:pt x="454604" y="2516459"/>
                </a:lnTo>
                <a:lnTo>
                  <a:pt x="463543" y="2512471"/>
                </a:lnTo>
                <a:lnTo>
                  <a:pt x="458146" y="2506381"/>
                </a:lnTo>
                <a:lnTo>
                  <a:pt x="454086" y="2501721"/>
                </a:lnTo>
                <a:lnTo>
                  <a:pt x="457956" y="2497332"/>
                </a:lnTo>
                <a:lnTo>
                  <a:pt x="461696" y="2496302"/>
                </a:lnTo>
                <a:lnTo>
                  <a:pt x="472409" y="2493374"/>
                </a:lnTo>
                <a:lnTo>
                  <a:pt x="480779" y="2488744"/>
                </a:lnTo>
                <a:lnTo>
                  <a:pt x="479829" y="2486954"/>
                </a:lnTo>
                <a:lnTo>
                  <a:pt x="464171" y="2488072"/>
                </a:lnTo>
                <a:lnTo>
                  <a:pt x="466326" y="2480834"/>
                </a:lnTo>
                <a:lnTo>
                  <a:pt x="456562" y="2483719"/>
                </a:lnTo>
                <a:lnTo>
                  <a:pt x="443818" y="2485048"/>
                </a:lnTo>
                <a:lnTo>
                  <a:pt x="443818" y="2481214"/>
                </a:lnTo>
                <a:lnTo>
                  <a:pt x="451238" y="2479213"/>
                </a:lnTo>
                <a:lnTo>
                  <a:pt x="458336" y="2474568"/>
                </a:lnTo>
                <a:lnTo>
                  <a:pt x="468802" y="2472341"/>
                </a:lnTo>
                <a:lnTo>
                  <a:pt x="483824" y="2476664"/>
                </a:lnTo>
                <a:lnTo>
                  <a:pt x="489784" y="2483230"/>
                </a:lnTo>
                <a:lnTo>
                  <a:pt x="502717" y="2473619"/>
                </a:lnTo>
                <a:lnTo>
                  <a:pt x="502140" y="2467126"/>
                </a:lnTo>
                <a:lnTo>
                  <a:pt x="485730" y="2455982"/>
                </a:lnTo>
                <a:lnTo>
                  <a:pt x="485475" y="2450658"/>
                </a:lnTo>
                <a:lnTo>
                  <a:pt x="489652" y="2447758"/>
                </a:lnTo>
                <a:lnTo>
                  <a:pt x="505186" y="2454448"/>
                </a:lnTo>
                <a:lnTo>
                  <a:pt x="507216" y="2447072"/>
                </a:lnTo>
                <a:lnTo>
                  <a:pt x="503630" y="2440930"/>
                </a:lnTo>
                <a:lnTo>
                  <a:pt x="499738" y="2434284"/>
                </a:lnTo>
                <a:lnTo>
                  <a:pt x="492763" y="2428580"/>
                </a:lnTo>
                <a:lnTo>
                  <a:pt x="481473" y="2417816"/>
                </a:lnTo>
                <a:lnTo>
                  <a:pt x="487877" y="2412857"/>
                </a:lnTo>
                <a:lnTo>
                  <a:pt x="499738" y="2412411"/>
                </a:lnTo>
                <a:lnTo>
                  <a:pt x="501067" y="2407102"/>
                </a:lnTo>
                <a:lnTo>
                  <a:pt x="497897" y="2405006"/>
                </a:lnTo>
                <a:lnTo>
                  <a:pt x="488009" y="2405459"/>
                </a:lnTo>
                <a:lnTo>
                  <a:pt x="483313" y="2397133"/>
                </a:lnTo>
                <a:lnTo>
                  <a:pt x="485665" y="2389180"/>
                </a:lnTo>
                <a:lnTo>
                  <a:pt x="489849" y="2385697"/>
                </a:lnTo>
                <a:lnTo>
                  <a:pt x="492508" y="2381585"/>
                </a:lnTo>
                <a:lnTo>
                  <a:pt x="497393" y="2371302"/>
                </a:lnTo>
                <a:lnTo>
                  <a:pt x="488520" y="2368242"/>
                </a:lnTo>
                <a:lnTo>
                  <a:pt x="483634" y="2354001"/>
                </a:lnTo>
                <a:lnTo>
                  <a:pt x="480399" y="2351014"/>
                </a:lnTo>
                <a:lnTo>
                  <a:pt x="484649" y="2325322"/>
                </a:lnTo>
                <a:lnTo>
                  <a:pt x="483569" y="2316069"/>
                </a:lnTo>
                <a:lnTo>
                  <a:pt x="478668" y="2311855"/>
                </a:lnTo>
                <a:lnTo>
                  <a:pt x="474447" y="2308232"/>
                </a:lnTo>
                <a:lnTo>
                  <a:pt x="453903" y="2308335"/>
                </a:lnTo>
                <a:lnTo>
                  <a:pt x="453261" y="2308400"/>
                </a:lnTo>
                <a:lnTo>
                  <a:pt x="452895" y="2308335"/>
                </a:lnTo>
                <a:lnTo>
                  <a:pt x="402110" y="2308568"/>
                </a:lnTo>
                <a:lnTo>
                  <a:pt x="389877" y="2292217"/>
                </a:lnTo>
                <a:lnTo>
                  <a:pt x="384991" y="2280882"/>
                </a:lnTo>
                <a:lnTo>
                  <a:pt x="384356" y="2276734"/>
                </a:lnTo>
                <a:lnTo>
                  <a:pt x="355705" y="2257797"/>
                </a:lnTo>
                <a:lnTo>
                  <a:pt x="321410" y="2258060"/>
                </a:lnTo>
                <a:lnTo>
                  <a:pt x="304547" y="2224093"/>
                </a:lnTo>
                <a:lnTo>
                  <a:pt x="304489" y="2218966"/>
                </a:lnTo>
                <a:lnTo>
                  <a:pt x="304094" y="2184744"/>
                </a:lnTo>
                <a:lnTo>
                  <a:pt x="309046" y="2165902"/>
                </a:lnTo>
                <a:lnTo>
                  <a:pt x="312420" y="2153194"/>
                </a:lnTo>
                <a:lnTo>
                  <a:pt x="314494" y="2145380"/>
                </a:lnTo>
                <a:lnTo>
                  <a:pt x="307337" y="2095828"/>
                </a:lnTo>
                <a:lnTo>
                  <a:pt x="300903" y="2089124"/>
                </a:lnTo>
                <a:lnTo>
                  <a:pt x="282674" y="2070114"/>
                </a:lnTo>
                <a:lnTo>
                  <a:pt x="263022" y="2036856"/>
                </a:lnTo>
                <a:lnTo>
                  <a:pt x="238921" y="1987581"/>
                </a:lnTo>
                <a:lnTo>
                  <a:pt x="237220" y="1984112"/>
                </a:lnTo>
                <a:lnTo>
                  <a:pt x="242799" y="1976327"/>
                </a:lnTo>
                <a:lnTo>
                  <a:pt x="245910" y="1972150"/>
                </a:lnTo>
                <a:lnTo>
                  <a:pt x="247663" y="1970017"/>
                </a:lnTo>
                <a:lnTo>
                  <a:pt x="250467" y="1966599"/>
                </a:lnTo>
                <a:lnTo>
                  <a:pt x="254974" y="1961056"/>
                </a:lnTo>
                <a:lnTo>
                  <a:pt x="258012" y="1955477"/>
                </a:lnTo>
                <a:lnTo>
                  <a:pt x="261123" y="1944318"/>
                </a:lnTo>
                <a:lnTo>
                  <a:pt x="262583" y="1933188"/>
                </a:lnTo>
                <a:lnTo>
                  <a:pt x="262642" y="1921985"/>
                </a:lnTo>
                <a:lnTo>
                  <a:pt x="262131" y="1917449"/>
                </a:lnTo>
                <a:lnTo>
                  <a:pt x="247429" y="1877750"/>
                </a:lnTo>
                <a:lnTo>
                  <a:pt x="257427" y="1838561"/>
                </a:lnTo>
                <a:lnTo>
                  <a:pt x="259889" y="1828914"/>
                </a:lnTo>
                <a:lnTo>
                  <a:pt x="264037" y="1812664"/>
                </a:lnTo>
                <a:lnTo>
                  <a:pt x="269667" y="1777427"/>
                </a:lnTo>
                <a:lnTo>
                  <a:pt x="271574" y="1765493"/>
                </a:lnTo>
                <a:lnTo>
                  <a:pt x="271026" y="1763441"/>
                </a:lnTo>
                <a:lnTo>
                  <a:pt x="270989" y="1763281"/>
                </a:lnTo>
                <a:lnTo>
                  <a:pt x="270938" y="1763120"/>
                </a:lnTo>
                <a:lnTo>
                  <a:pt x="260042" y="1722485"/>
                </a:lnTo>
                <a:lnTo>
                  <a:pt x="236708" y="1667909"/>
                </a:lnTo>
                <a:lnTo>
                  <a:pt x="225732" y="1649622"/>
                </a:lnTo>
                <a:lnTo>
                  <a:pt x="222832" y="1644787"/>
                </a:lnTo>
                <a:lnTo>
                  <a:pt x="191261" y="1608184"/>
                </a:lnTo>
                <a:lnTo>
                  <a:pt x="176742" y="1576605"/>
                </a:lnTo>
                <a:lnTo>
                  <a:pt x="177378" y="1560933"/>
                </a:lnTo>
                <a:lnTo>
                  <a:pt x="223650" y="1576627"/>
                </a:lnTo>
                <a:lnTo>
                  <a:pt x="247298" y="1571165"/>
                </a:lnTo>
                <a:lnTo>
                  <a:pt x="258523" y="1568572"/>
                </a:lnTo>
                <a:lnTo>
                  <a:pt x="267790" y="1552271"/>
                </a:lnTo>
                <a:lnTo>
                  <a:pt x="268221" y="1551519"/>
                </a:lnTo>
                <a:lnTo>
                  <a:pt x="290664" y="1538344"/>
                </a:lnTo>
                <a:lnTo>
                  <a:pt x="288122" y="1511483"/>
                </a:lnTo>
                <a:lnTo>
                  <a:pt x="281608" y="1490283"/>
                </a:lnTo>
                <a:lnTo>
                  <a:pt x="276087" y="1472302"/>
                </a:lnTo>
                <a:lnTo>
                  <a:pt x="279191" y="1467584"/>
                </a:lnTo>
                <a:lnTo>
                  <a:pt x="283748" y="1460661"/>
                </a:lnTo>
                <a:lnTo>
                  <a:pt x="291358" y="1453687"/>
                </a:lnTo>
                <a:lnTo>
                  <a:pt x="297383" y="1450860"/>
                </a:lnTo>
                <a:lnTo>
                  <a:pt x="306446" y="1448136"/>
                </a:lnTo>
                <a:lnTo>
                  <a:pt x="315516" y="1446727"/>
                </a:lnTo>
                <a:lnTo>
                  <a:pt x="324645" y="1445383"/>
                </a:lnTo>
                <a:lnTo>
                  <a:pt x="336688" y="1446778"/>
                </a:lnTo>
                <a:lnTo>
                  <a:pt x="350323" y="1446807"/>
                </a:lnTo>
                <a:lnTo>
                  <a:pt x="363885" y="1448217"/>
                </a:lnTo>
                <a:lnTo>
                  <a:pt x="378973" y="1448202"/>
                </a:lnTo>
                <a:lnTo>
                  <a:pt x="395588" y="1449663"/>
                </a:lnTo>
                <a:lnTo>
                  <a:pt x="406557" y="1449663"/>
                </a:lnTo>
                <a:lnTo>
                  <a:pt x="412254" y="1449655"/>
                </a:lnTo>
                <a:lnTo>
                  <a:pt x="420491" y="1449692"/>
                </a:lnTo>
                <a:lnTo>
                  <a:pt x="428868" y="1449721"/>
                </a:lnTo>
                <a:lnTo>
                  <a:pt x="431212" y="1449531"/>
                </a:lnTo>
                <a:lnTo>
                  <a:pt x="448579" y="1457937"/>
                </a:lnTo>
                <a:lnTo>
                  <a:pt x="463602" y="1459186"/>
                </a:lnTo>
                <a:lnTo>
                  <a:pt x="474067" y="1456126"/>
                </a:lnTo>
                <a:lnTo>
                  <a:pt x="489090" y="1456301"/>
                </a:lnTo>
                <a:lnTo>
                  <a:pt x="493793" y="1456695"/>
                </a:lnTo>
                <a:lnTo>
                  <a:pt x="493910" y="1456717"/>
                </a:lnTo>
                <a:lnTo>
                  <a:pt x="494012" y="1456710"/>
                </a:lnTo>
                <a:lnTo>
                  <a:pt x="504112" y="1457557"/>
                </a:lnTo>
                <a:lnTo>
                  <a:pt x="505814" y="1458675"/>
                </a:lnTo>
                <a:lnTo>
                  <a:pt x="505923" y="1458748"/>
                </a:lnTo>
                <a:lnTo>
                  <a:pt x="506011" y="1458799"/>
                </a:lnTo>
                <a:lnTo>
                  <a:pt x="519018" y="1467358"/>
                </a:lnTo>
                <a:lnTo>
                  <a:pt x="528015" y="1484571"/>
                </a:lnTo>
                <a:lnTo>
                  <a:pt x="541709" y="1495431"/>
                </a:lnTo>
                <a:lnTo>
                  <a:pt x="554613" y="1497980"/>
                </a:lnTo>
                <a:lnTo>
                  <a:pt x="559017" y="1498856"/>
                </a:lnTo>
                <a:lnTo>
                  <a:pt x="553547" y="1485258"/>
                </a:lnTo>
                <a:lnTo>
                  <a:pt x="551531" y="1480248"/>
                </a:lnTo>
                <a:lnTo>
                  <a:pt x="537714" y="1464904"/>
                </a:lnTo>
                <a:lnTo>
                  <a:pt x="518251" y="1449181"/>
                </a:lnTo>
                <a:lnTo>
                  <a:pt x="504580" y="1437999"/>
                </a:lnTo>
                <a:lnTo>
                  <a:pt x="501768" y="1435699"/>
                </a:lnTo>
                <a:lnTo>
                  <a:pt x="481421" y="1413271"/>
                </a:lnTo>
                <a:lnTo>
                  <a:pt x="480406" y="1412110"/>
                </a:lnTo>
                <a:lnTo>
                  <a:pt x="475908" y="1405143"/>
                </a:lnTo>
                <a:lnTo>
                  <a:pt x="462338" y="1388419"/>
                </a:lnTo>
                <a:lnTo>
                  <a:pt x="452559" y="1375331"/>
                </a:lnTo>
                <a:lnTo>
                  <a:pt x="448769" y="1370278"/>
                </a:lnTo>
                <a:lnTo>
                  <a:pt x="435835" y="1346973"/>
                </a:lnTo>
                <a:lnTo>
                  <a:pt x="430110" y="1336764"/>
                </a:lnTo>
                <a:lnTo>
                  <a:pt x="419038" y="1317016"/>
                </a:lnTo>
                <a:lnTo>
                  <a:pt x="412633" y="1299430"/>
                </a:lnTo>
                <a:lnTo>
                  <a:pt x="409975" y="1270181"/>
                </a:lnTo>
                <a:lnTo>
                  <a:pt x="425969" y="1254479"/>
                </a:lnTo>
                <a:lnTo>
                  <a:pt x="432797" y="1247775"/>
                </a:lnTo>
                <a:lnTo>
                  <a:pt x="445600" y="1235257"/>
                </a:lnTo>
                <a:lnTo>
                  <a:pt x="455554" y="1227261"/>
                </a:lnTo>
                <a:lnTo>
                  <a:pt x="466523" y="1218453"/>
                </a:lnTo>
                <a:lnTo>
                  <a:pt x="478157" y="1221571"/>
                </a:lnTo>
                <a:lnTo>
                  <a:pt x="498408" y="1226998"/>
                </a:lnTo>
                <a:lnTo>
                  <a:pt x="503287" y="1251879"/>
                </a:lnTo>
                <a:lnTo>
                  <a:pt x="505062" y="1251894"/>
                </a:lnTo>
                <a:lnTo>
                  <a:pt x="517243" y="1249141"/>
                </a:lnTo>
                <a:lnTo>
                  <a:pt x="527825" y="1247739"/>
                </a:lnTo>
                <a:lnTo>
                  <a:pt x="538408" y="1243590"/>
                </a:lnTo>
                <a:lnTo>
                  <a:pt x="548997" y="1238055"/>
                </a:lnTo>
                <a:lnTo>
                  <a:pt x="558068" y="1231102"/>
                </a:lnTo>
                <a:lnTo>
                  <a:pt x="566948" y="1220666"/>
                </a:lnTo>
                <a:lnTo>
                  <a:pt x="568716" y="1218577"/>
                </a:lnTo>
                <a:lnTo>
                  <a:pt x="579364" y="1203226"/>
                </a:lnTo>
                <a:lnTo>
                  <a:pt x="583044" y="1198391"/>
                </a:lnTo>
                <a:lnTo>
                  <a:pt x="611570" y="1190752"/>
                </a:lnTo>
                <a:lnTo>
                  <a:pt x="636438" y="1168113"/>
                </a:lnTo>
                <a:lnTo>
                  <a:pt x="636576" y="1167974"/>
                </a:lnTo>
                <a:lnTo>
                  <a:pt x="636752" y="1167828"/>
                </a:lnTo>
                <a:lnTo>
                  <a:pt x="645471" y="1159889"/>
                </a:lnTo>
                <a:lnTo>
                  <a:pt x="645581" y="1159809"/>
                </a:lnTo>
                <a:lnTo>
                  <a:pt x="645742" y="1159634"/>
                </a:lnTo>
                <a:lnTo>
                  <a:pt x="646056" y="1159349"/>
                </a:lnTo>
                <a:lnTo>
                  <a:pt x="646180" y="1159152"/>
                </a:lnTo>
                <a:lnTo>
                  <a:pt x="646253" y="1158998"/>
                </a:lnTo>
                <a:lnTo>
                  <a:pt x="646348" y="1158852"/>
                </a:lnTo>
                <a:lnTo>
                  <a:pt x="650116" y="1152447"/>
                </a:lnTo>
                <a:lnTo>
                  <a:pt x="650226" y="1152287"/>
                </a:lnTo>
                <a:lnTo>
                  <a:pt x="650335" y="1152075"/>
                </a:lnTo>
                <a:lnTo>
                  <a:pt x="657339" y="1140149"/>
                </a:lnTo>
                <a:lnTo>
                  <a:pt x="671675" y="1139755"/>
                </a:lnTo>
                <a:lnTo>
                  <a:pt x="693796" y="1132539"/>
                </a:lnTo>
                <a:lnTo>
                  <a:pt x="691635" y="1120730"/>
                </a:lnTo>
                <a:lnTo>
                  <a:pt x="668060" y="1077196"/>
                </a:lnTo>
                <a:lnTo>
                  <a:pt x="670339" y="1055959"/>
                </a:lnTo>
                <a:lnTo>
                  <a:pt x="674399" y="1018976"/>
                </a:lnTo>
                <a:lnTo>
                  <a:pt x="686062" y="976187"/>
                </a:lnTo>
                <a:lnTo>
                  <a:pt x="692022" y="967905"/>
                </a:lnTo>
                <a:lnTo>
                  <a:pt x="701559" y="956497"/>
                </a:lnTo>
                <a:lnTo>
                  <a:pt x="707855" y="948953"/>
                </a:lnTo>
                <a:lnTo>
                  <a:pt x="712500" y="943395"/>
                </a:lnTo>
                <a:lnTo>
                  <a:pt x="728537" y="917835"/>
                </a:lnTo>
                <a:lnTo>
                  <a:pt x="736651" y="903776"/>
                </a:lnTo>
                <a:lnTo>
                  <a:pt x="749081" y="891017"/>
                </a:lnTo>
                <a:lnTo>
                  <a:pt x="761503" y="884299"/>
                </a:lnTo>
                <a:lnTo>
                  <a:pt x="772276" y="877251"/>
                </a:lnTo>
                <a:lnTo>
                  <a:pt x="793075" y="857766"/>
                </a:lnTo>
                <a:lnTo>
                  <a:pt x="813677" y="829525"/>
                </a:lnTo>
                <a:lnTo>
                  <a:pt x="816591" y="816080"/>
                </a:lnTo>
                <a:lnTo>
                  <a:pt x="816905" y="809398"/>
                </a:lnTo>
                <a:lnTo>
                  <a:pt x="819381" y="757823"/>
                </a:lnTo>
                <a:lnTo>
                  <a:pt x="793776" y="725426"/>
                </a:lnTo>
                <a:lnTo>
                  <a:pt x="758086" y="706460"/>
                </a:lnTo>
                <a:lnTo>
                  <a:pt x="778688" y="670434"/>
                </a:lnTo>
                <a:lnTo>
                  <a:pt x="815510" y="662488"/>
                </a:lnTo>
                <a:lnTo>
                  <a:pt x="830292" y="659304"/>
                </a:lnTo>
                <a:lnTo>
                  <a:pt x="882334" y="649189"/>
                </a:lnTo>
                <a:lnTo>
                  <a:pt x="913109" y="646538"/>
                </a:lnTo>
                <a:lnTo>
                  <a:pt x="913277" y="646509"/>
                </a:lnTo>
                <a:lnTo>
                  <a:pt x="913511" y="646502"/>
                </a:lnTo>
                <a:lnTo>
                  <a:pt x="924743" y="645538"/>
                </a:lnTo>
                <a:lnTo>
                  <a:pt x="957906" y="621569"/>
                </a:lnTo>
                <a:lnTo>
                  <a:pt x="949917" y="583468"/>
                </a:lnTo>
                <a:lnTo>
                  <a:pt x="950990" y="560062"/>
                </a:lnTo>
                <a:lnTo>
                  <a:pt x="959907" y="566226"/>
                </a:lnTo>
                <a:lnTo>
                  <a:pt x="975083" y="576735"/>
                </a:lnTo>
                <a:lnTo>
                  <a:pt x="985768" y="586799"/>
                </a:lnTo>
                <a:lnTo>
                  <a:pt x="991910" y="592575"/>
                </a:lnTo>
                <a:lnTo>
                  <a:pt x="997781" y="598111"/>
                </a:lnTo>
                <a:lnTo>
                  <a:pt x="1002463" y="602522"/>
                </a:lnTo>
                <a:lnTo>
                  <a:pt x="1002908" y="608547"/>
                </a:lnTo>
                <a:lnTo>
                  <a:pt x="1005888" y="648722"/>
                </a:lnTo>
                <a:lnTo>
                  <a:pt x="1006333" y="650876"/>
                </a:lnTo>
                <a:lnTo>
                  <a:pt x="1007794" y="663430"/>
                </a:lnTo>
                <a:lnTo>
                  <a:pt x="1009247" y="675962"/>
                </a:lnTo>
                <a:lnTo>
                  <a:pt x="1013753" y="687092"/>
                </a:lnTo>
                <a:lnTo>
                  <a:pt x="1018186" y="696915"/>
                </a:lnTo>
                <a:lnTo>
                  <a:pt x="1024211" y="708060"/>
                </a:lnTo>
                <a:lnTo>
                  <a:pt x="1029915" y="714384"/>
                </a:lnTo>
                <a:lnTo>
                  <a:pt x="1040819" y="714654"/>
                </a:lnTo>
                <a:lnTo>
                  <a:pt x="1047859" y="716349"/>
                </a:lnTo>
                <a:lnTo>
                  <a:pt x="1055593" y="718788"/>
                </a:lnTo>
                <a:lnTo>
                  <a:pt x="1071127" y="722666"/>
                </a:lnTo>
                <a:lnTo>
                  <a:pt x="1096804" y="727756"/>
                </a:lnTo>
                <a:lnTo>
                  <a:pt x="1111951" y="730341"/>
                </a:lnTo>
                <a:lnTo>
                  <a:pt x="1124819" y="731211"/>
                </a:lnTo>
                <a:lnTo>
                  <a:pt x="1164504" y="721293"/>
                </a:lnTo>
                <a:lnTo>
                  <a:pt x="1181754" y="718072"/>
                </a:lnTo>
                <a:lnTo>
                  <a:pt x="1198990" y="716319"/>
                </a:lnTo>
                <a:lnTo>
                  <a:pt x="1217825" y="715502"/>
                </a:lnTo>
                <a:lnTo>
                  <a:pt x="1234556" y="711704"/>
                </a:lnTo>
                <a:lnTo>
                  <a:pt x="1235951" y="711383"/>
                </a:lnTo>
                <a:lnTo>
                  <a:pt x="1242034" y="710024"/>
                </a:lnTo>
                <a:lnTo>
                  <a:pt x="1248125" y="708578"/>
                </a:lnTo>
                <a:lnTo>
                  <a:pt x="1254143" y="708659"/>
                </a:lnTo>
                <a:lnTo>
                  <a:pt x="1261694" y="707234"/>
                </a:lnTo>
                <a:lnTo>
                  <a:pt x="1267719" y="708629"/>
                </a:lnTo>
                <a:lnTo>
                  <a:pt x="1273803" y="710105"/>
                </a:lnTo>
                <a:lnTo>
                  <a:pt x="1278294" y="711470"/>
                </a:lnTo>
                <a:lnTo>
                  <a:pt x="1284392" y="714253"/>
                </a:lnTo>
                <a:lnTo>
                  <a:pt x="1285846" y="719876"/>
                </a:lnTo>
                <a:lnTo>
                  <a:pt x="1288825" y="725441"/>
                </a:lnTo>
                <a:lnTo>
                  <a:pt x="1290345" y="729633"/>
                </a:lnTo>
                <a:lnTo>
                  <a:pt x="1294851" y="733825"/>
                </a:lnTo>
                <a:lnTo>
                  <a:pt x="1303906" y="740807"/>
                </a:lnTo>
                <a:lnTo>
                  <a:pt x="1315957" y="746423"/>
                </a:lnTo>
                <a:lnTo>
                  <a:pt x="1325589" y="749724"/>
                </a:lnTo>
                <a:lnTo>
                  <a:pt x="1352728" y="775796"/>
                </a:lnTo>
                <a:lnTo>
                  <a:pt x="1370029" y="773853"/>
                </a:lnTo>
                <a:lnTo>
                  <a:pt x="1432164" y="766857"/>
                </a:lnTo>
                <a:lnTo>
                  <a:pt x="1431580" y="764944"/>
                </a:lnTo>
                <a:lnTo>
                  <a:pt x="1431536" y="764746"/>
                </a:lnTo>
                <a:lnTo>
                  <a:pt x="1431470" y="764586"/>
                </a:lnTo>
                <a:lnTo>
                  <a:pt x="1421896" y="732898"/>
                </a:lnTo>
                <a:lnTo>
                  <a:pt x="1421888" y="695031"/>
                </a:lnTo>
                <a:lnTo>
                  <a:pt x="1421041" y="689963"/>
                </a:lnTo>
                <a:lnTo>
                  <a:pt x="1420997" y="689773"/>
                </a:lnTo>
                <a:lnTo>
                  <a:pt x="1420975" y="689561"/>
                </a:lnTo>
                <a:lnTo>
                  <a:pt x="1418785" y="676569"/>
                </a:lnTo>
                <a:lnTo>
                  <a:pt x="1414344" y="649766"/>
                </a:lnTo>
                <a:lnTo>
                  <a:pt x="1453394" y="658471"/>
                </a:lnTo>
                <a:lnTo>
                  <a:pt x="1491180" y="668353"/>
                </a:lnTo>
                <a:lnTo>
                  <a:pt x="1511848" y="668353"/>
                </a:lnTo>
                <a:lnTo>
                  <a:pt x="1536102" y="661897"/>
                </a:lnTo>
                <a:lnTo>
                  <a:pt x="1541901" y="660356"/>
                </a:lnTo>
                <a:lnTo>
                  <a:pt x="1555214" y="653418"/>
                </a:lnTo>
                <a:lnTo>
                  <a:pt x="1566242" y="643873"/>
                </a:lnTo>
                <a:lnTo>
                  <a:pt x="1577657" y="637752"/>
                </a:lnTo>
                <a:lnTo>
                  <a:pt x="1594578" y="629610"/>
                </a:lnTo>
                <a:lnTo>
                  <a:pt x="1595659" y="619130"/>
                </a:lnTo>
                <a:lnTo>
                  <a:pt x="1596353" y="614865"/>
                </a:lnTo>
                <a:lnTo>
                  <a:pt x="1597937" y="610673"/>
                </a:lnTo>
                <a:lnTo>
                  <a:pt x="1597945" y="605122"/>
                </a:lnTo>
                <a:lnTo>
                  <a:pt x="1594899" y="600930"/>
                </a:lnTo>
                <a:lnTo>
                  <a:pt x="1590393" y="595336"/>
                </a:lnTo>
                <a:lnTo>
                  <a:pt x="1584368" y="591107"/>
                </a:lnTo>
                <a:lnTo>
                  <a:pt x="1579877" y="585513"/>
                </a:lnTo>
                <a:lnTo>
                  <a:pt x="1569346" y="574369"/>
                </a:lnTo>
                <a:lnTo>
                  <a:pt x="1560283" y="563166"/>
                </a:lnTo>
                <a:lnTo>
                  <a:pt x="1551285" y="552043"/>
                </a:lnTo>
                <a:lnTo>
                  <a:pt x="1542280" y="539474"/>
                </a:lnTo>
                <a:lnTo>
                  <a:pt x="1528711" y="522692"/>
                </a:lnTo>
                <a:lnTo>
                  <a:pt x="1522818" y="496233"/>
                </a:lnTo>
                <a:lnTo>
                  <a:pt x="1522942" y="469759"/>
                </a:lnTo>
                <a:lnTo>
                  <a:pt x="1527513" y="465581"/>
                </a:lnTo>
                <a:lnTo>
                  <a:pt x="1533531" y="461382"/>
                </a:lnTo>
                <a:lnTo>
                  <a:pt x="1538096" y="458680"/>
                </a:lnTo>
                <a:lnTo>
                  <a:pt x="1545640" y="455868"/>
                </a:lnTo>
                <a:lnTo>
                  <a:pt x="1554703" y="455919"/>
                </a:lnTo>
                <a:lnTo>
                  <a:pt x="1565292" y="457314"/>
                </a:lnTo>
                <a:lnTo>
                  <a:pt x="1575882" y="458768"/>
                </a:lnTo>
                <a:lnTo>
                  <a:pt x="1586464" y="460162"/>
                </a:lnTo>
                <a:lnTo>
                  <a:pt x="1588940" y="460951"/>
                </a:lnTo>
                <a:lnTo>
                  <a:pt x="1591029" y="461608"/>
                </a:lnTo>
                <a:lnTo>
                  <a:pt x="1595593" y="462989"/>
                </a:lnTo>
                <a:lnTo>
                  <a:pt x="1600099" y="462974"/>
                </a:lnTo>
                <a:lnTo>
                  <a:pt x="1606117" y="463054"/>
                </a:lnTo>
                <a:lnTo>
                  <a:pt x="1613727" y="461645"/>
                </a:lnTo>
                <a:lnTo>
                  <a:pt x="1622790" y="458914"/>
                </a:lnTo>
                <a:lnTo>
                  <a:pt x="1631926" y="457519"/>
                </a:lnTo>
                <a:lnTo>
                  <a:pt x="1640924" y="456190"/>
                </a:lnTo>
                <a:lnTo>
                  <a:pt x="1648533" y="458994"/>
                </a:lnTo>
                <a:lnTo>
                  <a:pt x="1657597" y="463193"/>
                </a:lnTo>
                <a:lnTo>
                  <a:pt x="1666594" y="467407"/>
                </a:lnTo>
                <a:lnTo>
                  <a:pt x="1675723" y="471606"/>
                </a:lnTo>
                <a:lnTo>
                  <a:pt x="1680229" y="474367"/>
                </a:lnTo>
                <a:lnTo>
                  <a:pt x="1686247" y="477223"/>
                </a:lnTo>
                <a:lnTo>
                  <a:pt x="1692338" y="480005"/>
                </a:lnTo>
                <a:lnTo>
                  <a:pt x="1698290" y="480005"/>
                </a:lnTo>
                <a:lnTo>
                  <a:pt x="1707426" y="480071"/>
                </a:lnTo>
                <a:lnTo>
                  <a:pt x="1716489" y="478676"/>
                </a:lnTo>
                <a:lnTo>
                  <a:pt x="1725560" y="477347"/>
                </a:lnTo>
                <a:lnTo>
                  <a:pt x="1736142" y="474586"/>
                </a:lnTo>
                <a:lnTo>
                  <a:pt x="1745205" y="474572"/>
                </a:lnTo>
                <a:lnTo>
                  <a:pt x="1754400" y="471869"/>
                </a:lnTo>
                <a:lnTo>
                  <a:pt x="1761878" y="470504"/>
                </a:lnTo>
                <a:lnTo>
                  <a:pt x="1769554" y="464939"/>
                </a:lnTo>
                <a:lnTo>
                  <a:pt x="1772533" y="458001"/>
                </a:lnTo>
                <a:lnTo>
                  <a:pt x="1775571" y="449602"/>
                </a:lnTo>
                <a:lnTo>
                  <a:pt x="1775637" y="439831"/>
                </a:lnTo>
                <a:lnTo>
                  <a:pt x="1777222" y="428723"/>
                </a:lnTo>
                <a:lnTo>
                  <a:pt x="1777288" y="418958"/>
                </a:lnTo>
                <a:lnTo>
                  <a:pt x="1778807" y="407850"/>
                </a:lnTo>
                <a:lnTo>
                  <a:pt x="1778865" y="396706"/>
                </a:lnTo>
                <a:lnTo>
                  <a:pt x="1777412" y="385546"/>
                </a:lnTo>
                <a:lnTo>
                  <a:pt x="1772971" y="375804"/>
                </a:lnTo>
                <a:lnTo>
                  <a:pt x="1769495" y="367135"/>
                </a:lnTo>
                <a:lnTo>
                  <a:pt x="1769386" y="366858"/>
                </a:lnTo>
                <a:lnTo>
                  <a:pt x="1768473" y="364594"/>
                </a:lnTo>
                <a:lnTo>
                  <a:pt x="1762455" y="354837"/>
                </a:lnTo>
                <a:lnTo>
                  <a:pt x="1756430" y="343678"/>
                </a:lnTo>
                <a:lnTo>
                  <a:pt x="1750405" y="338135"/>
                </a:lnTo>
                <a:lnTo>
                  <a:pt x="1745906" y="331153"/>
                </a:lnTo>
                <a:lnTo>
                  <a:pt x="1741466" y="324171"/>
                </a:lnTo>
                <a:lnTo>
                  <a:pt x="1738420" y="315758"/>
                </a:lnTo>
                <a:lnTo>
                  <a:pt x="1735448" y="307410"/>
                </a:lnTo>
                <a:lnTo>
                  <a:pt x="1733987" y="297639"/>
                </a:lnTo>
                <a:lnTo>
                  <a:pt x="1730942" y="289299"/>
                </a:lnTo>
                <a:lnTo>
                  <a:pt x="1730051" y="283033"/>
                </a:lnTo>
                <a:lnTo>
                  <a:pt x="1729547" y="279520"/>
                </a:lnTo>
                <a:lnTo>
                  <a:pt x="1722010" y="269726"/>
                </a:lnTo>
                <a:lnTo>
                  <a:pt x="1715985" y="259962"/>
                </a:lnTo>
                <a:lnTo>
                  <a:pt x="1709960" y="251578"/>
                </a:lnTo>
                <a:lnTo>
                  <a:pt x="1704001" y="240419"/>
                </a:lnTo>
                <a:lnTo>
                  <a:pt x="1701021" y="237614"/>
                </a:lnTo>
                <a:lnTo>
                  <a:pt x="1701021" y="233466"/>
                </a:lnTo>
                <a:lnTo>
                  <a:pt x="1701021" y="229311"/>
                </a:lnTo>
                <a:lnTo>
                  <a:pt x="1702547" y="225111"/>
                </a:lnTo>
                <a:lnTo>
                  <a:pt x="1704059" y="223746"/>
                </a:lnTo>
                <a:lnTo>
                  <a:pt x="1707112" y="220963"/>
                </a:lnTo>
                <a:lnTo>
                  <a:pt x="1710150" y="219546"/>
                </a:lnTo>
                <a:lnTo>
                  <a:pt x="1714714" y="218217"/>
                </a:lnTo>
                <a:lnTo>
                  <a:pt x="1731387" y="216852"/>
                </a:lnTo>
                <a:lnTo>
                  <a:pt x="1745300" y="216888"/>
                </a:lnTo>
                <a:lnTo>
                  <a:pt x="1747995" y="216888"/>
                </a:lnTo>
                <a:lnTo>
                  <a:pt x="1766128" y="215603"/>
                </a:lnTo>
                <a:lnTo>
                  <a:pt x="1779690" y="214624"/>
                </a:lnTo>
                <a:lnTo>
                  <a:pt x="1785080" y="214157"/>
                </a:lnTo>
                <a:lnTo>
                  <a:pt x="1795100" y="212893"/>
                </a:lnTo>
                <a:lnTo>
                  <a:pt x="1798963" y="211192"/>
                </a:lnTo>
                <a:lnTo>
                  <a:pt x="1803403" y="209563"/>
                </a:lnTo>
                <a:lnTo>
                  <a:pt x="1808275" y="207723"/>
                </a:lnTo>
                <a:lnTo>
                  <a:pt x="1810247" y="206985"/>
                </a:lnTo>
                <a:lnTo>
                  <a:pt x="1815578" y="204875"/>
                </a:lnTo>
                <a:lnTo>
                  <a:pt x="1826795" y="199090"/>
                </a:lnTo>
                <a:lnTo>
                  <a:pt x="1829841" y="194840"/>
                </a:lnTo>
                <a:lnTo>
                  <a:pt x="1831908" y="191174"/>
                </a:lnTo>
                <a:lnTo>
                  <a:pt x="1831937" y="191101"/>
                </a:lnTo>
                <a:lnTo>
                  <a:pt x="1832017" y="190977"/>
                </a:lnTo>
                <a:lnTo>
                  <a:pt x="1833010" y="189217"/>
                </a:lnTo>
                <a:lnTo>
                  <a:pt x="1835866" y="185098"/>
                </a:lnTo>
                <a:lnTo>
                  <a:pt x="1840489" y="179635"/>
                </a:lnTo>
                <a:lnTo>
                  <a:pt x="1849939" y="175282"/>
                </a:lnTo>
                <a:lnTo>
                  <a:pt x="1858688" y="171287"/>
                </a:lnTo>
                <a:lnTo>
                  <a:pt x="1869278" y="168534"/>
                </a:lnTo>
                <a:lnTo>
                  <a:pt x="1879027" y="166321"/>
                </a:lnTo>
                <a:lnTo>
                  <a:pt x="1881386" y="165795"/>
                </a:lnTo>
                <a:lnTo>
                  <a:pt x="1892034" y="165869"/>
                </a:lnTo>
                <a:lnTo>
                  <a:pt x="1902551" y="167263"/>
                </a:lnTo>
                <a:lnTo>
                  <a:pt x="1950927" y="177371"/>
                </a:lnTo>
                <a:lnTo>
                  <a:pt x="1977678" y="143857"/>
                </a:lnTo>
                <a:lnTo>
                  <a:pt x="1984207" y="135648"/>
                </a:lnTo>
                <a:lnTo>
                  <a:pt x="1984273" y="131493"/>
                </a:lnTo>
                <a:lnTo>
                  <a:pt x="1982754" y="125862"/>
                </a:lnTo>
                <a:lnTo>
                  <a:pt x="1981293" y="118924"/>
                </a:lnTo>
                <a:lnTo>
                  <a:pt x="1976787" y="110540"/>
                </a:lnTo>
                <a:lnTo>
                  <a:pt x="1973873" y="102127"/>
                </a:lnTo>
                <a:lnTo>
                  <a:pt x="1970893" y="95152"/>
                </a:lnTo>
                <a:lnTo>
                  <a:pt x="1952263" y="93706"/>
                </a:lnTo>
                <a:lnTo>
                  <a:pt x="1951430" y="86374"/>
                </a:lnTo>
                <a:lnTo>
                  <a:pt x="1957616" y="80466"/>
                </a:lnTo>
                <a:lnTo>
                  <a:pt x="2005948" y="34295"/>
                </a:lnTo>
                <a:lnTo>
                  <a:pt x="2010264" y="52393"/>
                </a:lnTo>
                <a:lnTo>
                  <a:pt x="2011725" y="52217"/>
                </a:lnTo>
                <a:lnTo>
                  <a:pt x="2011937" y="53028"/>
                </a:lnTo>
                <a:lnTo>
                  <a:pt x="2014325" y="62040"/>
                </a:lnTo>
                <a:lnTo>
                  <a:pt x="2087422" y="58147"/>
                </a:lnTo>
                <a:lnTo>
                  <a:pt x="2092045" y="47938"/>
                </a:lnTo>
                <a:lnTo>
                  <a:pt x="2113852" y="0"/>
                </a:lnTo>
                <a:lnTo>
                  <a:pt x="2163236" y="47799"/>
                </a:lnTo>
                <a:lnTo>
                  <a:pt x="2204827" y="76230"/>
                </a:lnTo>
                <a:lnTo>
                  <a:pt x="2208814" y="78494"/>
                </a:lnTo>
                <a:lnTo>
                  <a:pt x="2230461" y="81539"/>
                </a:lnTo>
                <a:lnTo>
                  <a:pt x="2247112" y="83876"/>
                </a:lnTo>
                <a:lnTo>
                  <a:pt x="2266254" y="103412"/>
                </a:lnTo>
                <a:lnTo>
                  <a:pt x="2274944" y="112322"/>
                </a:lnTo>
                <a:lnTo>
                  <a:pt x="2277982" y="116536"/>
                </a:lnTo>
                <a:lnTo>
                  <a:pt x="2280896" y="120750"/>
                </a:lnTo>
                <a:lnTo>
                  <a:pt x="2279377" y="129097"/>
                </a:lnTo>
                <a:lnTo>
                  <a:pt x="2277851" y="136057"/>
                </a:lnTo>
                <a:lnTo>
                  <a:pt x="2274813" y="142995"/>
                </a:lnTo>
                <a:lnTo>
                  <a:pt x="2274747" y="149926"/>
                </a:lnTo>
                <a:lnTo>
                  <a:pt x="2274689" y="159675"/>
                </a:lnTo>
                <a:lnTo>
                  <a:pt x="2276200" y="169469"/>
                </a:lnTo>
                <a:lnTo>
                  <a:pt x="2279122" y="179211"/>
                </a:lnTo>
                <a:lnTo>
                  <a:pt x="2283620" y="186208"/>
                </a:lnTo>
                <a:lnTo>
                  <a:pt x="2288126" y="191817"/>
                </a:lnTo>
                <a:lnTo>
                  <a:pt x="2294151" y="197455"/>
                </a:lnTo>
                <a:lnTo>
                  <a:pt x="2300169" y="200230"/>
                </a:lnTo>
                <a:lnTo>
                  <a:pt x="2309240" y="201683"/>
                </a:lnTo>
                <a:lnTo>
                  <a:pt x="2319756" y="203085"/>
                </a:lnTo>
                <a:lnTo>
                  <a:pt x="2331865" y="203195"/>
                </a:lnTo>
                <a:lnTo>
                  <a:pt x="2342454" y="203202"/>
                </a:lnTo>
                <a:lnTo>
                  <a:pt x="2354497" y="203246"/>
                </a:lnTo>
                <a:lnTo>
                  <a:pt x="2357543" y="204670"/>
                </a:lnTo>
                <a:lnTo>
                  <a:pt x="2362041" y="207431"/>
                </a:lnTo>
                <a:lnTo>
                  <a:pt x="2365087" y="210235"/>
                </a:lnTo>
                <a:lnTo>
                  <a:pt x="2368066" y="213054"/>
                </a:lnTo>
                <a:lnTo>
                  <a:pt x="2369520" y="224228"/>
                </a:lnTo>
                <a:lnTo>
                  <a:pt x="2370988" y="233919"/>
                </a:lnTo>
                <a:lnTo>
                  <a:pt x="2372441" y="245078"/>
                </a:lnTo>
                <a:lnTo>
                  <a:pt x="2376940" y="253462"/>
                </a:lnTo>
                <a:lnTo>
                  <a:pt x="2381438" y="259078"/>
                </a:lnTo>
                <a:lnTo>
                  <a:pt x="2388982" y="261883"/>
                </a:lnTo>
                <a:lnTo>
                  <a:pt x="2396468" y="264687"/>
                </a:lnTo>
                <a:lnTo>
                  <a:pt x="2405590" y="266126"/>
                </a:lnTo>
                <a:lnTo>
                  <a:pt x="2416179" y="267594"/>
                </a:lnTo>
                <a:lnTo>
                  <a:pt x="2426769" y="268981"/>
                </a:lnTo>
                <a:lnTo>
                  <a:pt x="2437300" y="270442"/>
                </a:lnTo>
                <a:lnTo>
                  <a:pt x="2446363" y="273261"/>
                </a:lnTo>
                <a:lnTo>
                  <a:pt x="2458406" y="285830"/>
                </a:lnTo>
                <a:lnTo>
                  <a:pt x="2468930" y="298435"/>
                </a:lnTo>
                <a:lnTo>
                  <a:pt x="2477861" y="315181"/>
                </a:lnTo>
                <a:lnTo>
                  <a:pt x="2478219" y="316262"/>
                </a:lnTo>
                <a:lnTo>
                  <a:pt x="2483828" y="333249"/>
                </a:lnTo>
                <a:lnTo>
                  <a:pt x="2486852" y="344583"/>
                </a:lnTo>
                <a:lnTo>
                  <a:pt x="2489787" y="355611"/>
                </a:lnTo>
                <a:lnTo>
                  <a:pt x="2494220" y="376520"/>
                </a:lnTo>
                <a:lnTo>
                  <a:pt x="2494644" y="378689"/>
                </a:lnTo>
                <a:lnTo>
                  <a:pt x="2498595" y="398787"/>
                </a:lnTo>
                <a:lnTo>
                  <a:pt x="2504554" y="419703"/>
                </a:lnTo>
                <a:lnTo>
                  <a:pt x="2506015" y="430862"/>
                </a:lnTo>
                <a:lnTo>
                  <a:pt x="2507468" y="440641"/>
                </a:lnTo>
                <a:lnTo>
                  <a:pt x="2508995" y="450354"/>
                </a:lnTo>
                <a:lnTo>
                  <a:pt x="2508929" y="460126"/>
                </a:lnTo>
                <a:lnTo>
                  <a:pt x="2505759" y="481027"/>
                </a:lnTo>
                <a:lnTo>
                  <a:pt x="2503839" y="493947"/>
                </a:lnTo>
                <a:lnTo>
                  <a:pt x="2503160" y="498445"/>
                </a:lnTo>
                <a:lnTo>
                  <a:pt x="2502648" y="501893"/>
                </a:lnTo>
                <a:lnTo>
                  <a:pt x="2498018" y="521348"/>
                </a:lnTo>
                <a:lnTo>
                  <a:pt x="2491810" y="539438"/>
                </a:lnTo>
                <a:lnTo>
                  <a:pt x="2488385" y="561676"/>
                </a:lnTo>
                <a:lnTo>
                  <a:pt x="2484135" y="563202"/>
                </a:lnTo>
                <a:lnTo>
                  <a:pt x="2481250" y="564239"/>
                </a:lnTo>
                <a:lnTo>
                  <a:pt x="2469047" y="568621"/>
                </a:lnTo>
                <a:lnTo>
                  <a:pt x="2467469" y="572806"/>
                </a:lnTo>
                <a:lnTo>
                  <a:pt x="2469054" y="579926"/>
                </a:lnTo>
                <a:lnTo>
                  <a:pt x="2474064" y="602690"/>
                </a:lnTo>
                <a:lnTo>
                  <a:pt x="2473984" y="602844"/>
                </a:lnTo>
                <a:lnTo>
                  <a:pt x="2474130" y="602968"/>
                </a:lnTo>
                <a:lnTo>
                  <a:pt x="2474268" y="603618"/>
                </a:lnTo>
                <a:lnTo>
                  <a:pt x="2474349" y="603764"/>
                </a:lnTo>
                <a:lnTo>
                  <a:pt x="2474334" y="603917"/>
                </a:lnTo>
                <a:lnTo>
                  <a:pt x="2480147" y="630303"/>
                </a:lnTo>
                <a:lnTo>
                  <a:pt x="2478110" y="655725"/>
                </a:lnTo>
                <a:lnTo>
                  <a:pt x="2475897" y="683258"/>
                </a:lnTo>
                <a:lnTo>
                  <a:pt x="2494754" y="698609"/>
                </a:lnTo>
                <a:lnTo>
                  <a:pt x="2495601" y="699311"/>
                </a:lnTo>
                <a:lnTo>
                  <a:pt x="2514457" y="714669"/>
                </a:lnTo>
                <a:lnTo>
                  <a:pt x="2526230" y="724258"/>
                </a:lnTo>
                <a:lnTo>
                  <a:pt x="2543349" y="724974"/>
                </a:lnTo>
                <a:lnTo>
                  <a:pt x="2543524" y="724718"/>
                </a:lnTo>
                <a:lnTo>
                  <a:pt x="2543801" y="724996"/>
                </a:lnTo>
                <a:lnTo>
                  <a:pt x="2575555" y="726317"/>
                </a:lnTo>
                <a:lnTo>
                  <a:pt x="2577074" y="729107"/>
                </a:lnTo>
                <a:lnTo>
                  <a:pt x="2584619" y="743049"/>
                </a:lnTo>
                <a:lnTo>
                  <a:pt x="2591213" y="752338"/>
                </a:lnTo>
                <a:lnTo>
                  <a:pt x="2593623" y="755625"/>
                </a:lnTo>
                <a:lnTo>
                  <a:pt x="2604147" y="766784"/>
                </a:lnTo>
                <a:lnTo>
                  <a:pt x="2613145" y="776578"/>
                </a:lnTo>
                <a:lnTo>
                  <a:pt x="2618067" y="779981"/>
                </a:lnTo>
                <a:lnTo>
                  <a:pt x="2625253" y="784962"/>
                </a:lnTo>
                <a:lnTo>
                  <a:pt x="2637296" y="793367"/>
                </a:lnTo>
                <a:lnTo>
                  <a:pt x="2649412" y="801759"/>
                </a:lnTo>
                <a:lnTo>
                  <a:pt x="2657080" y="807623"/>
                </a:lnTo>
                <a:lnTo>
                  <a:pt x="2670518" y="821265"/>
                </a:lnTo>
                <a:lnTo>
                  <a:pt x="2672329" y="822967"/>
                </a:lnTo>
                <a:lnTo>
                  <a:pt x="2676543" y="826896"/>
                </a:lnTo>
                <a:lnTo>
                  <a:pt x="2680786" y="840392"/>
                </a:lnTo>
                <a:lnTo>
                  <a:pt x="2686117" y="849287"/>
                </a:lnTo>
                <a:lnTo>
                  <a:pt x="2688710" y="854728"/>
                </a:lnTo>
                <a:lnTo>
                  <a:pt x="2694932" y="867392"/>
                </a:lnTo>
                <a:lnTo>
                  <a:pt x="2702856" y="882130"/>
                </a:lnTo>
                <a:lnTo>
                  <a:pt x="2706522" y="892383"/>
                </a:lnTo>
                <a:lnTo>
                  <a:pt x="2706464" y="906281"/>
                </a:lnTo>
                <a:lnTo>
                  <a:pt x="2706376" y="916162"/>
                </a:lnTo>
                <a:lnTo>
                  <a:pt x="2706340" y="920201"/>
                </a:lnTo>
                <a:lnTo>
                  <a:pt x="2706274" y="932777"/>
                </a:lnTo>
                <a:lnTo>
                  <a:pt x="2701461" y="945367"/>
                </a:lnTo>
                <a:lnTo>
                  <a:pt x="2699489" y="954562"/>
                </a:lnTo>
                <a:lnTo>
                  <a:pt x="2699497" y="956147"/>
                </a:lnTo>
                <a:lnTo>
                  <a:pt x="2703930" y="975975"/>
                </a:lnTo>
                <a:lnTo>
                  <a:pt x="2707348" y="991326"/>
                </a:lnTo>
                <a:lnTo>
                  <a:pt x="2708092" y="994671"/>
                </a:lnTo>
                <a:lnTo>
                  <a:pt x="2709823" y="1002485"/>
                </a:lnTo>
                <a:lnTo>
                  <a:pt x="2705368" y="1009175"/>
                </a:lnTo>
                <a:lnTo>
                  <a:pt x="2695889" y="1023394"/>
                </a:lnTo>
                <a:lnTo>
                  <a:pt x="2693910" y="1026366"/>
                </a:lnTo>
                <a:lnTo>
                  <a:pt x="2692391" y="1028616"/>
                </a:lnTo>
                <a:lnTo>
                  <a:pt x="2653538" y="1045179"/>
                </a:lnTo>
                <a:lnTo>
                  <a:pt x="2625319" y="1057207"/>
                </a:lnTo>
                <a:lnTo>
                  <a:pt x="2624625" y="1057149"/>
                </a:lnTo>
                <a:lnTo>
                  <a:pt x="2619359" y="1061976"/>
                </a:lnTo>
                <a:lnTo>
                  <a:pt x="2613210" y="1067490"/>
                </a:lnTo>
                <a:lnTo>
                  <a:pt x="2603242" y="1075604"/>
                </a:lnTo>
                <a:lnTo>
                  <a:pt x="2599583" y="1078591"/>
                </a:lnTo>
                <a:lnTo>
                  <a:pt x="2587408" y="1089699"/>
                </a:lnTo>
                <a:lnTo>
                  <a:pt x="2577783" y="1099624"/>
                </a:lnTo>
                <a:lnTo>
                  <a:pt x="2564652" y="1113317"/>
                </a:lnTo>
                <a:lnTo>
                  <a:pt x="2550958" y="1134138"/>
                </a:lnTo>
                <a:lnTo>
                  <a:pt x="2547884" y="1142581"/>
                </a:lnTo>
                <a:lnTo>
                  <a:pt x="2546394" y="1146663"/>
                </a:lnTo>
                <a:lnTo>
                  <a:pt x="2544795" y="1160320"/>
                </a:lnTo>
                <a:lnTo>
                  <a:pt x="2544787" y="1161744"/>
                </a:lnTo>
                <a:lnTo>
                  <a:pt x="2544670" y="1186129"/>
                </a:lnTo>
                <a:lnTo>
                  <a:pt x="2544663" y="1187546"/>
                </a:lnTo>
                <a:lnTo>
                  <a:pt x="2544663" y="1188554"/>
                </a:lnTo>
                <a:lnTo>
                  <a:pt x="2544656" y="1189971"/>
                </a:lnTo>
                <a:lnTo>
                  <a:pt x="2544583" y="1206994"/>
                </a:lnTo>
                <a:lnTo>
                  <a:pt x="2544576" y="1208411"/>
                </a:lnTo>
                <a:lnTo>
                  <a:pt x="2544554" y="1213421"/>
                </a:lnTo>
                <a:lnTo>
                  <a:pt x="2545744" y="1215619"/>
                </a:lnTo>
                <a:lnTo>
                  <a:pt x="2546416" y="1216868"/>
                </a:lnTo>
                <a:lnTo>
                  <a:pt x="2547475" y="1218833"/>
                </a:lnTo>
                <a:lnTo>
                  <a:pt x="2547760" y="1219344"/>
                </a:lnTo>
                <a:lnTo>
                  <a:pt x="2547825" y="1219454"/>
                </a:lnTo>
                <a:lnTo>
                  <a:pt x="2548154" y="1220074"/>
                </a:lnTo>
                <a:lnTo>
                  <a:pt x="2548724" y="1221141"/>
                </a:lnTo>
                <a:lnTo>
                  <a:pt x="2556596" y="1235710"/>
                </a:lnTo>
                <a:lnTo>
                  <a:pt x="2557816" y="1236316"/>
                </a:lnTo>
                <a:lnTo>
                  <a:pt x="2559094" y="1236945"/>
                </a:lnTo>
                <a:lnTo>
                  <a:pt x="2582267" y="1248359"/>
                </a:lnTo>
                <a:lnTo>
                  <a:pt x="2589855" y="1248381"/>
                </a:lnTo>
                <a:lnTo>
                  <a:pt x="2591279" y="1248381"/>
                </a:lnTo>
                <a:lnTo>
                  <a:pt x="2604761" y="1248410"/>
                </a:lnTo>
                <a:lnTo>
                  <a:pt x="2606177" y="1248410"/>
                </a:lnTo>
                <a:lnTo>
                  <a:pt x="2609683" y="1248425"/>
                </a:lnTo>
                <a:lnTo>
                  <a:pt x="2611100" y="1248425"/>
                </a:lnTo>
                <a:lnTo>
                  <a:pt x="2612787" y="1248425"/>
                </a:lnTo>
                <a:lnTo>
                  <a:pt x="2614203" y="1248432"/>
                </a:lnTo>
                <a:lnTo>
                  <a:pt x="2619995" y="1248440"/>
                </a:lnTo>
                <a:lnTo>
                  <a:pt x="2620550" y="1248447"/>
                </a:lnTo>
                <a:lnTo>
                  <a:pt x="2621419" y="1248447"/>
                </a:lnTo>
                <a:lnTo>
                  <a:pt x="2621974" y="1248447"/>
                </a:lnTo>
                <a:lnTo>
                  <a:pt x="2624282" y="1248454"/>
                </a:lnTo>
                <a:lnTo>
                  <a:pt x="2625589" y="1248454"/>
                </a:lnTo>
                <a:lnTo>
                  <a:pt x="2625706" y="1248454"/>
                </a:lnTo>
                <a:lnTo>
                  <a:pt x="2627006" y="1248454"/>
                </a:lnTo>
                <a:lnTo>
                  <a:pt x="2629343" y="1248462"/>
                </a:lnTo>
                <a:lnTo>
                  <a:pt x="2629781" y="1248462"/>
                </a:lnTo>
                <a:lnTo>
                  <a:pt x="2630760" y="1248469"/>
                </a:lnTo>
                <a:lnTo>
                  <a:pt x="2631198" y="1248462"/>
                </a:lnTo>
                <a:lnTo>
                  <a:pt x="2659797" y="1248527"/>
                </a:lnTo>
                <a:lnTo>
                  <a:pt x="2660702" y="1248527"/>
                </a:lnTo>
                <a:lnTo>
                  <a:pt x="2661214" y="1248535"/>
                </a:lnTo>
                <a:lnTo>
                  <a:pt x="2662119" y="1248527"/>
                </a:lnTo>
                <a:lnTo>
                  <a:pt x="2664800" y="1248535"/>
                </a:lnTo>
                <a:lnTo>
                  <a:pt x="2665449" y="1248542"/>
                </a:lnTo>
                <a:lnTo>
                  <a:pt x="2666209" y="1248608"/>
                </a:lnTo>
                <a:lnTo>
                  <a:pt x="2682159" y="1250112"/>
                </a:lnTo>
                <a:lnTo>
                  <a:pt x="2683561" y="1250251"/>
                </a:lnTo>
                <a:lnTo>
                  <a:pt x="2697306" y="1251543"/>
                </a:lnTo>
                <a:lnTo>
                  <a:pt x="2698708" y="1251668"/>
                </a:lnTo>
                <a:lnTo>
                  <a:pt x="2700921" y="1251879"/>
                </a:lnTo>
                <a:lnTo>
                  <a:pt x="2701344" y="1251923"/>
                </a:lnTo>
                <a:lnTo>
                  <a:pt x="2702323" y="1252011"/>
                </a:lnTo>
                <a:lnTo>
                  <a:pt x="2702754" y="1252047"/>
                </a:lnTo>
                <a:lnTo>
                  <a:pt x="2724904" y="1254143"/>
                </a:lnTo>
                <a:lnTo>
                  <a:pt x="2725992" y="1254238"/>
                </a:lnTo>
                <a:lnTo>
                  <a:pt x="2726219" y="1254574"/>
                </a:lnTo>
                <a:lnTo>
                  <a:pt x="2729578" y="1259570"/>
                </a:lnTo>
                <a:lnTo>
                  <a:pt x="2729797" y="1259891"/>
                </a:lnTo>
                <a:lnTo>
                  <a:pt x="2733405" y="1265237"/>
                </a:lnTo>
                <a:lnTo>
                  <a:pt x="2731886" y="1300204"/>
                </a:lnTo>
                <a:lnTo>
                  <a:pt x="2730550" y="1311736"/>
                </a:lnTo>
                <a:lnTo>
                  <a:pt x="2729447" y="1321317"/>
                </a:lnTo>
                <a:lnTo>
                  <a:pt x="2726913" y="1343256"/>
                </a:lnTo>
                <a:lnTo>
                  <a:pt x="2725605" y="1354474"/>
                </a:lnTo>
                <a:lnTo>
                  <a:pt x="2717871" y="1394721"/>
                </a:lnTo>
                <a:lnTo>
                  <a:pt x="2711788" y="1405851"/>
                </a:lnTo>
                <a:lnTo>
                  <a:pt x="2694027" y="1405807"/>
                </a:lnTo>
                <a:lnTo>
                  <a:pt x="2667918" y="1405742"/>
                </a:lnTo>
                <a:lnTo>
                  <a:pt x="2668867" y="1409276"/>
                </a:lnTo>
                <a:lnTo>
                  <a:pt x="2672577" y="1423028"/>
                </a:lnTo>
                <a:lnTo>
                  <a:pt x="2673483" y="1435458"/>
                </a:lnTo>
                <a:lnTo>
                  <a:pt x="2674739" y="1436247"/>
                </a:lnTo>
                <a:lnTo>
                  <a:pt x="2671811" y="1441169"/>
                </a:lnTo>
                <a:lnTo>
                  <a:pt x="2671080" y="1442396"/>
                </a:lnTo>
                <a:lnTo>
                  <a:pt x="2670554" y="1443280"/>
                </a:lnTo>
                <a:lnTo>
                  <a:pt x="2665610" y="1445018"/>
                </a:lnTo>
                <a:lnTo>
                  <a:pt x="2667253" y="1448647"/>
                </a:lnTo>
                <a:lnTo>
                  <a:pt x="2668787" y="1452146"/>
                </a:lnTo>
                <a:lnTo>
                  <a:pt x="2670160" y="1454548"/>
                </a:lnTo>
                <a:lnTo>
                  <a:pt x="2674498" y="1461800"/>
                </a:lnTo>
                <a:lnTo>
                  <a:pt x="2681619" y="1471572"/>
                </a:lnTo>
                <a:lnTo>
                  <a:pt x="2681582" y="1475968"/>
                </a:lnTo>
                <a:lnTo>
                  <a:pt x="2677923" y="1484659"/>
                </a:lnTo>
                <a:lnTo>
                  <a:pt x="2671321" y="1484688"/>
                </a:lnTo>
                <a:lnTo>
                  <a:pt x="2669510" y="1480730"/>
                </a:lnTo>
                <a:lnTo>
                  <a:pt x="2656598" y="1484645"/>
                </a:lnTo>
                <a:lnTo>
                  <a:pt x="2658059" y="1494548"/>
                </a:lnTo>
                <a:lnTo>
                  <a:pt x="2677025" y="1499309"/>
                </a:lnTo>
                <a:lnTo>
                  <a:pt x="2678559" y="1500281"/>
                </a:lnTo>
                <a:lnTo>
                  <a:pt x="2680005" y="1501171"/>
                </a:lnTo>
                <a:lnTo>
                  <a:pt x="2682948" y="1502764"/>
                </a:lnTo>
                <a:lnTo>
                  <a:pt x="2685234" y="1503764"/>
                </a:lnTo>
                <a:lnTo>
                  <a:pt x="2686979" y="1505400"/>
                </a:lnTo>
                <a:lnTo>
                  <a:pt x="2687892" y="1506481"/>
                </a:lnTo>
                <a:lnTo>
                  <a:pt x="2688849" y="1507759"/>
                </a:lnTo>
                <a:lnTo>
                  <a:pt x="2690426" y="1509490"/>
                </a:lnTo>
                <a:lnTo>
                  <a:pt x="2692332" y="1520715"/>
                </a:lnTo>
                <a:lnTo>
                  <a:pt x="2695955" y="1542047"/>
                </a:lnTo>
                <a:lnTo>
                  <a:pt x="2699467" y="1562744"/>
                </a:lnTo>
                <a:lnTo>
                  <a:pt x="2699708" y="1564146"/>
                </a:lnTo>
                <a:lnTo>
                  <a:pt x="2700307" y="1567681"/>
                </a:lnTo>
                <a:lnTo>
                  <a:pt x="2727380" y="1568433"/>
                </a:lnTo>
                <a:lnTo>
                  <a:pt x="2733909" y="1568214"/>
                </a:lnTo>
                <a:lnTo>
                  <a:pt x="2742030" y="1566754"/>
                </a:lnTo>
                <a:lnTo>
                  <a:pt x="2751290" y="1562635"/>
                </a:lnTo>
                <a:lnTo>
                  <a:pt x="2754394" y="1561254"/>
                </a:lnTo>
                <a:lnTo>
                  <a:pt x="2756351" y="1560385"/>
                </a:lnTo>
                <a:lnTo>
                  <a:pt x="2758572" y="1562328"/>
                </a:lnTo>
                <a:lnTo>
                  <a:pt x="2761675" y="1566461"/>
                </a:lnTo>
                <a:lnTo>
                  <a:pt x="2762946" y="1570193"/>
                </a:lnTo>
                <a:lnTo>
                  <a:pt x="2763136" y="1575043"/>
                </a:lnTo>
                <a:lnTo>
                  <a:pt x="2760346" y="1588875"/>
                </a:lnTo>
                <a:lnTo>
                  <a:pt x="2759273" y="1590584"/>
                </a:lnTo>
                <a:lnTo>
                  <a:pt x="2757367" y="1591891"/>
                </a:lnTo>
                <a:lnTo>
                  <a:pt x="2752422" y="1594140"/>
                </a:lnTo>
                <a:lnTo>
                  <a:pt x="2742154" y="1595024"/>
                </a:lnTo>
                <a:lnTo>
                  <a:pt x="2736575" y="1596908"/>
                </a:lnTo>
                <a:lnTo>
                  <a:pt x="2735056" y="1598376"/>
                </a:lnTo>
                <a:lnTo>
                  <a:pt x="2734479" y="1600560"/>
                </a:lnTo>
                <a:lnTo>
                  <a:pt x="2734931" y="1605278"/>
                </a:lnTo>
                <a:lnTo>
                  <a:pt x="2737648" y="1607454"/>
                </a:lnTo>
                <a:lnTo>
                  <a:pt x="2737904" y="1611916"/>
                </a:lnTo>
                <a:lnTo>
                  <a:pt x="2737970" y="1613326"/>
                </a:lnTo>
                <a:lnTo>
                  <a:pt x="2737758" y="1618701"/>
                </a:lnTo>
                <a:lnTo>
                  <a:pt x="2737714" y="1618766"/>
                </a:lnTo>
                <a:lnTo>
                  <a:pt x="2737458" y="1619183"/>
                </a:lnTo>
                <a:lnTo>
                  <a:pt x="2737393" y="1619314"/>
                </a:lnTo>
                <a:lnTo>
                  <a:pt x="2736940" y="1620059"/>
                </a:lnTo>
                <a:lnTo>
                  <a:pt x="2736896" y="1620117"/>
                </a:lnTo>
                <a:lnTo>
                  <a:pt x="2736567" y="1620665"/>
                </a:lnTo>
                <a:lnTo>
                  <a:pt x="2729096" y="1631131"/>
                </a:lnTo>
                <a:lnTo>
                  <a:pt x="2728461" y="1634161"/>
                </a:lnTo>
                <a:lnTo>
                  <a:pt x="2729286" y="1635790"/>
                </a:lnTo>
                <a:lnTo>
                  <a:pt x="2736764" y="1642319"/>
                </a:lnTo>
                <a:lnTo>
                  <a:pt x="2737079" y="1644999"/>
                </a:lnTo>
                <a:lnTo>
                  <a:pt x="2734354" y="1649213"/>
                </a:lnTo>
                <a:lnTo>
                  <a:pt x="2732193" y="1650542"/>
                </a:lnTo>
                <a:lnTo>
                  <a:pt x="2716287" y="1656728"/>
                </a:lnTo>
                <a:lnTo>
                  <a:pt x="2710897" y="1660927"/>
                </a:lnTo>
                <a:lnTo>
                  <a:pt x="2708677" y="1666010"/>
                </a:lnTo>
                <a:lnTo>
                  <a:pt x="2708173" y="1669406"/>
                </a:lnTo>
                <a:lnTo>
                  <a:pt x="2708553" y="1670611"/>
                </a:lnTo>
                <a:lnTo>
                  <a:pt x="2711342" y="1673576"/>
                </a:lnTo>
                <a:lnTo>
                  <a:pt x="2713687" y="1674577"/>
                </a:lnTo>
                <a:lnTo>
                  <a:pt x="2716542" y="1674365"/>
                </a:lnTo>
                <a:lnTo>
                  <a:pt x="2712613" y="1681968"/>
                </a:lnTo>
                <a:lnTo>
                  <a:pt x="2710371" y="1683516"/>
                </a:lnTo>
                <a:lnTo>
                  <a:pt x="2710006" y="1683764"/>
                </a:lnTo>
                <a:lnTo>
                  <a:pt x="2709370" y="1684509"/>
                </a:lnTo>
                <a:lnTo>
                  <a:pt x="2707092" y="1686079"/>
                </a:lnTo>
                <a:lnTo>
                  <a:pt x="2701140" y="1685999"/>
                </a:lnTo>
                <a:lnTo>
                  <a:pt x="2691945" y="1683691"/>
                </a:lnTo>
                <a:lnTo>
                  <a:pt x="2681991" y="1683202"/>
                </a:lnTo>
                <a:lnTo>
                  <a:pt x="2680866" y="1683143"/>
                </a:lnTo>
                <a:lnTo>
                  <a:pt x="2680574" y="1683129"/>
                </a:lnTo>
                <a:lnTo>
                  <a:pt x="2679457" y="1683070"/>
                </a:lnTo>
                <a:lnTo>
                  <a:pt x="2664281" y="1682771"/>
                </a:lnTo>
                <a:lnTo>
                  <a:pt x="2605849" y="1681588"/>
                </a:lnTo>
                <a:lnTo>
                  <a:pt x="2594310" y="1683180"/>
                </a:lnTo>
                <a:lnTo>
                  <a:pt x="2584195" y="1688811"/>
                </a:lnTo>
                <a:lnTo>
                  <a:pt x="2580492" y="1690877"/>
                </a:lnTo>
                <a:lnTo>
                  <a:pt x="2562468" y="1702614"/>
                </a:lnTo>
                <a:lnTo>
                  <a:pt x="2558671" y="1705082"/>
                </a:lnTo>
                <a:lnTo>
                  <a:pt x="2537703" y="1718724"/>
                </a:lnTo>
                <a:lnTo>
                  <a:pt x="2534840" y="1720075"/>
                </a:lnTo>
                <a:lnTo>
                  <a:pt x="2525346" y="1724530"/>
                </a:lnTo>
                <a:lnTo>
                  <a:pt x="2519380" y="1727327"/>
                </a:lnTo>
                <a:lnTo>
                  <a:pt x="2510499" y="1728839"/>
                </a:lnTo>
                <a:lnTo>
                  <a:pt x="2504606" y="1729832"/>
                </a:lnTo>
                <a:lnTo>
                  <a:pt x="2481345" y="1728693"/>
                </a:lnTo>
                <a:lnTo>
                  <a:pt x="2475451" y="1729599"/>
                </a:lnTo>
                <a:lnTo>
                  <a:pt x="2473355" y="1732549"/>
                </a:lnTo>
                <a:lnTo>
                  <a:pt x="2473859" y="1735938"/>
                </a:lnTo>
                <a:lnTo>
                  <a:pt x="2486099" y="1749982"/>
                </a:lnTo>
                <a:lnTo>
                  <a:pt x="2486647" y="1751844"/>
                </a:lnTo>
                <a:lnTo>
                  <a:pt x="2487173" y="1753611"/>
                </a:lnTo>
                <a:lnTo>
                  <a:pt x="2485406" y="1759490"/>
                </a:lnTo>
                <a:lnTo>
                  <a:pt x="2481279" y="1765150"/>
                </a:lnTo>
                <a:lnTo>
                  <a:pt x="2479505" y="1773074"/>
                </a:lnTo>
                <a:lnTo>
                  <a:pt x="2477606" y="1781933"/>
                </a:lnTo>
                <a:lnTo>
                  <a:pt x="2476656" y="1787877"/>
                </a:lnTo>
                <a:lnTo>
                  <a:pt x="2479183" y="1799161"/>
                </a:lnTo>
                <a:lnTo>
                  <a:pt x="2487034" y="1813256"/>
                </a:lnTo>
                <a:lnTo>
                  <a:pt x="2498902" y="1834588"/>
                </a:lnTo>
                <a:lnTo>
                  <a:pt x="2512215" y="1846909"/>
                </a:lnTo>
                <a:lnTo>
                  <a:pt x="2525960" y="1857308"/>
                </a:lnTo>
                <a:lnTo>
                  <a:pt x="2529838" y="1860244"/>
                </a:lnTo>
                <a:lnTo>
                  <a:pt x="2544152" y="1866233"/>
                </a:lnTo>
                <a:lnTo>
                  <a:pt x="2554311" y="1870476"/>
                </a:lnTo>
                <a:lnTo>
                  <a:pt x="2575548" y="1874777"/>
                </a:lnTo>
                <a:lnTo>
                  <a:pt x="2602723" y="1883256"/>
                </a:lnTo>
                <a:lnTo>
                  <a:pt x="2604030" y="1883665"/>
                </a:lnTo>
                <a:lnTo>
                  <a:pt x="2609785" y="1885462"/>
                </a:lnTo>
                <a:lnTo>
                  <a:pt x="2638245" y="1905377"/>
                </a:lnTo>
                <a:lnTo>
                  <a:pt x="2665187" y="1926045"/>
                </a:lnTo>
                <a:lnTo>
                  <a:pt x="2679559" y="1940936"/>
                </a:lnTo>
                <a:lnTo>
                  <a:pt x="2681451" y="1942894"/>
                </a:lnTo>
                <a:lnTo>
                  <a:pt x="2708238" y="1970638"/>
                </a:lnTo>
                <a:lnTo>
                  <a:pt x="2726299" y="1979088"/>
                </a:lnTo>
                <a:lnTo>
                  <a:pt x="2746777" y="1981498"/>
                </a:lnTo>
                <a:lnTo>
                  <a:pt x="2748581" y="1981637"/>
                </a:lnTo>
                <a:lnTo>
                  <a:pt x="2749216" y="1981688"/>
                </a:lnTo>
                <a:lnTo>
                  <a:pt x="2776143" y="1983747"/>
                </a:lnTo>
                <a:lnTo>
                  <a:pt x="2794642" y="1985157"/>
                </a:lnTo>
                <a:lnTo>
                  <a:pt x="2829003" y="1989597"/>
                </a:lnTo>
                <a:lnTo>
                  <a:pt x="2887012" y="1982294"/>
                </a:lnTo>
                <a:lnTo>
                  <a:pt x="2927135" y="1980490"/>
                </a:lnTo>
                <a:lnTo>
                  <a:pt x="2972341" y="1978474"/>
                </a:lnTo>
                <a:lnTo>
                  <a:pt x="2985859" y="1976963"/>
                </a:lnTo>
                <a:lnTo>
                  <a:pt x="3008667" y="1974414"/>
                </a:lnTo>
                <a:lnTo>
                  <a:pt x="3060227" y="1954790"/>
                </a:lnTo>
                <a:lnTo>
                  <a:pt x="3063273" y="1953629"/>
                </a:lnTo>
                <a:lnTo>
                  <a:pt x="3060110" y="1959026"/>
                </a:lnTo>
                <a:lnTo>
                  <a:pt x="3051011" y="1974516"/>
                </a:lnTo>
                <a:lnTo>
                  <a:pt x="3041758" y="2002341"/>
                </a:lnTo>
                <a:lnTo>
                  <a:pt x="3041692" y="2014026"/>
                </a:lnTo>
                <a:lnTo>
                  <a:pt x="3047337" y="2034592"/>
                </a:lnTo>
                <a:lnTo>
                  <a:pt x="3057094" y="2070143"/>
                </a:lnTo>
                <a:lnTo>
                  <a:pt x="3068407" y="2124588"/>
                </a:lnTo>
                <a:lnTo>
                  <a:pt x="3069991" y="2134053"/>
                </a:lnTo>
                <a:lnTo>
                  <a:pt x="3075001" y="2138844"/>
                </a:lnTo>
                <a:lnTo>
                  <a:pt x="3086475" y="2137062"/>
                </a:lnTo>
                <a:lnTo>
                  <a:pt x="3093697" y="2135952"/>
                </a:lnTo>
                <a:lnTo>
                  <a:pt x="3102132" y="2140786"/>
                </a:lnTo>
                <a:lnTo>
                  <a:pt x="3096049" y="2149346"/>
                </a:lnTo>
                <a:lnTo>
                  <a:pt x="3089834" y="2164989"/>
                </a:lnTo>
                <a:lnTo>
                  <a:pt x="3086416" y="2167304"/>
                </a:lnTo>
                <a:lnTo>
                  <a:pt x="3077024" y="2166384"/>
                </a:lnTo>
                <a:lnTo>
                  <a:pt x="3067713" y="2165464"/>
                </a:lnTo>
                <a:lnTo>
                  <a:pt x="3061023" y="2159088"/>
                </a:lnTo>
                <a:lnTo>
                  <a:pt x="3027173" y="2150755"/>
                </a:lnTo>
                <a:lnTo>
                  <a:pt x="3026092" y="2165683"/>
                </a:lnTo>
                <a:lnTo>
                  <a:pt x="3029963" y="2188519"/>
                </a:lnTo>
                <a:lnTo>
                  <a:pt x="3036046" y="2201658"/>
                </a:lnTo>
                <a:lnTo>
                  <a:pt x="3035039" y="2206266"/>
                </a:lnTo>
                <a:lnTo>
                  <a:pt x="3029510" y="2209647"/>
                </a:lnTo>
                <a:lnTo>
                  <a:pt x="3025092" y="2212350"/>
                </a:lnTo>
                <a:lnTo>
                  <a:pt x="3019505" y="2215767"/>
                </a:lnTo>
                <a:lnTo>
                  <a:pt x="3017854" y="2217462"/>
                </a:lnTo>
                <a:lnTo>
                  <a:pt x="3006381" y="2229074"/>
                </a:lnTo>
                <a:lnTo>
                  <a:pt x="3004146" y="2243841"/>
                </a:lnTo>
                <a:lnTo>
                  <a:pt x="3004015" y="2244681"/>
                </a:lnTo>
                <a:lnTo>
                  <a:pt x="3003526" y="2247916"/>
                </a:lnTo>
                <a:lnTo>
                  <a:pt x="3002386" y="2264384"/>
                </a:lnTo>
                <a:lnTo>
                  <a:pt x="3003840" y="2280152"/>
                </a:lnTo>
                <a:lnTo>
                  <a:pt x="3008667" y="2296730"/>
                </a:lnTo>
                <a:lnTo>
                  <a:pt x="3019505" y="2306304"/>
                </a:lnTo>
                <a:lnTo>
                  <a:pt x="3055188" y="2311219"/>
                </a:lnTo>
                <a:lnTo>
                  <a:pt x="3059563" y="2316120"/>
                </a:lnTo>
                <a:lnTo>
                  <a:pt x="3063966" y="2323919"/>
                </a:lnTo>
                <a:lnTo>
                  <a:pt x="3063966" y="2332574"/>
                </a:lnTo>
                <a:lnTo>
                  <a:pt x="3063433" y="2333070"/>
                </a:lnTo>
                <a:lnTo>
                  <a:pt x="3061454" y="2334918"/>
                </a:lnTo>
                <a:lnTo>
                  <a:pt x="3054560" y="2341367"/>
                </a:lnTo>
                <a:lnTo>
                  <a:pt x="3044985" y="2347246"/>
                </a:lnTo>
                <a:lnTo>
                  <a:pt x="3040421" y="2349042"/>
                </a:lnTo>
                <a:lnTo>
                  <a:pt x="3029832" y="2356469"/>
                </a:lnTo>
                <a:lnTo>
                  <a:pt x="3019373" y="2366533"/>
                </a:lnTo>
                <a:lnTo>
                  <a:pt x="3013728" y="2381227"/>
                </a:lnTo>
                <a:lnTo>
                  <a:pt x="3016394" y="2397644"/>
                </a:lnTo>
                <a:lnTo>
                  <a:pt x="3018300" y="2413353"/>
                </a:lnTo>
                <a:lnTo>
                  <a:pt x="3018044" y="2421913"/>
                </a:lnTo>
                <a:lnTo>
                  <a:pt x="3017445" y="2423410"/>
                </a:lnTo>
                <a:lnTo>
                  <a:pt x="3009229" y="2443866"/>
                </a:lnTo>
                <a:lnTo>
                  <a:pt x="3006250" y="2448949"/>
                </a:lnTo>
                <a:lnTo>
                  <a:pt x="3004417" y="2456113"/>
                </a:lnTo>
                <a:lnTo>
                  <a:pt x="2988306" y="2458173"/>
                </a:lnTo>
                <a:lnTo>
                  <a:pt x="2975693" y="2458253"/>
                </a:lnTo>
                <a:lnTo>
                  <a:pt x="2970180" y="2447510"/>
                </a:lnTo>
                <a:lnTo>
                  <a:pt x="2955537" y="2450395"/>
                </a:lnTo>
                <a:lnTo>
                  <a:pt x="2947737" y="2443924"/>
                </a:lnTo>
                <a:lnTo>
                  <a:pt x="2937469" y="2425842"/>
                </a:lnTo>
                <a:lnTo>
                  <a:pt x="2923016" y="2431166"/>
                </a:lnTo>
                <a:lnTo>
                  <a:pt x="2909513" y="2437855"/>
                </a:lnTo>
                <a:lnTo>
                  <a:pt x="2894673" y="2425447"/>
                </a:lnTo>
                <a:lnTo>
                  <a:pt x="2890240" y="2427288"/>
                </a:lnTo>
                <a:lnTo>
                  <a:pt x="2876736" y="2432897"/>
                </a:lnTo>
                <a:lnTo>
                  <a:pt x="2875378" y="2433072"/>
                </a:lnTo>
                <a:lnTo>
                  <a:pt x="2872230" y="2433481"/>
                </a:lnTo>
                <a:lnTo>
                  <a:pt x="2871471" y="2429946"/>
                </a:lnTo>
                <a:lnTo>
                  <a:pt x="2867790" y="2412579"/>
                </a:lnTo>
                <a:lnTo>
                  <a:pt x="2864058" y="2414478"/>
                </a:lnTo>
                <a:lnTo>
                  <a:pt x="2857208" y="2402464"/>
                </a:lnTo>
                <a:lnTo>
                  <a:pt x="2851694" y="2389531"/>
                </a:lnTo>
                <a:lnTo>
                  <a:pt x="2855375" y="2387866"/>
                </a:lnTo>
                <a:lnTo>
                  <a:pt x="2859866" y="2399404"/>
                </a:lnTo>
                <a:lnTo>
                  <a:pt x="2864942" y="2398579"/>
                </a:lnTo>
                <a:lnTo>
                  <a:pt x="2856638" y="2378518"/>
                </a:lnTo>
                <a:lnTo>
                  <a:pt x="2854739" y="2378277"/>
                </a:lnTo>
                <a:lnTo>
                  <a:pt x="2848020" y="2379511"/>
                </a:lnTo>
                <a:lnTo>
                  <a:pt x="2845289" y="2369717"/>
                </a:lnTo>
                <a:lnTo>
                  <a:pt x="2847896" y="2367629"/>
                </a:lnTo>
                <a:lnTo>
                  <a:pt x="2852073" y="2364284"/>
                </a:lnTo>
                <a:lnTo>
                  <a:pt x="2845859" y="2359675"/>
                </a:lnTo>
                <a:lnTo>
                  <a:pt x="2843836" y="2358638"/>
                </a:lnTo>
                <a:lnTo>
                  <a:pt x="2830456" y="2355330"/>
                </a:lnTo>
                <a:lnTo>
                  <a:pt x="2831975" y="2350904"/>
                </a:lnTo>
                <a:lnTo>
                  <a:pt x="2823292" y="2348012"/>
                </a:lnTo>
                <a:lnTo>
                  <a:pt x="2808773" y="2343280"/>
                </a:lnTo>
                <a:lnTo>
                  <a:pt x="2808394" y="2338270"/>
                </a:lnTo>
                <a:lnTo>
                  <a:pt x="2808649" y="2334443"/>
                </a:lnTo>
                <a:lnTo>
                  <a:pt x="2811059" y="2320334"/>
                </a:lnTo>
                <a:lnTo>
                  <a:pt x="2806933" y="2316054"/>
                </a:lnTo>
                <a:lnTo>
                  <a:pt x="2803070" y="2305830"/>
                </a:lnTo>
                <a:lnTo>
                  <a:pt x="2802756" y="2298227"/>
                </a:lnTo>
                <a:lnTo>
                  <a:pt x="2804340" y="2289828"/>
                </a:lnTo>
                <a:lnTo>
                  <a:pt x="2802887" y="2284198"/>
                </a:lnTo>
                <a:lnTo>
                  <a:pt x="2802938" y="2277260"/>
                </a:lnTo>
                <a:lnTo>
                  <a:pt x="2801485" y="2270241"/>
                </a:lnTo>
                <a:lnTo>
                  <a:pt x="2798505" y="2264640"/>
                </a:lnTo>
                <a:lnTo>
                  <a:pt x="2792487" y="2261857"/>
                </a:lnTo>
                <a:lnTo>
                  <a:pt x="2787981" y="2257695"/>
                </a:lnTo>
                <a:lnTo>
                  <a:pt x="2780437" y="2256256"/>
                </a:lnTo>
                <a:lnTo>
                  <a:pt x="2774419" y="2253400"/>
                </a:lnTo>
                <a:lnTo>
                  <a:pt x="2770468" y="2252802"/>
                </a:lnTo>
                <a:lnTo>
                  <a:pt x="2765349" y="2252013"/>
                </a:lnTo>
                <a:lnTo>
                  <a:pt x="2756278" y="2250574"/>
                </a:lnTo>
                <a:lnTo>
                  <a:pt x="2747223" y="2249121"/>
                </a:lnTo>
                <a:lnTo>
                  <a:pt x="2743016" y="2250932"/>
                </a:lnTo>
                <a:lnTo>
                  <a:pt x="2742534" y="2251136"/>
                </a:lnTo>
                <a:lnTo>
                  <a:pt x="2713424" y="2263661"/>
                </a:lnTo>
                <a:lnTo>
                  <a:pt x="2661192" y="2257322"/>
                </a:lnTo>
                <a:lnTo>
                  <a:pt x="2658899" y="2254766"/>
                </a:lnTo>
                <a:lnTo>
                  <a:pt x="2653691" y="2248989"/>
                </a:lnTo>
                <a:lnTo>
                  <a:pt x="2642050" y="2236034"/>
                </a:lnTo>
                <a:lnTo>
                  <a:pt x="2637106" y="2237502"/>
                </a:lnTo>
                <a:lnTo>
                  <a:pt x="2617446" y="2244454"/>
                </a:lnTo>
                <a:lnTo>
                  <a:pt x="2599320" y="2251429"/>
                </a:lnTo>
                <a:lnTo>
                  <a:pt x="2591710" y="2255555"/>
                </a:lnTo>
                <a:lnTo>
                  <a:pt x="2584166" y="2258381"/>
                </a:lnTo>
                <a:lnTo>
                  <a:pt x="2581244" y="2261120"/>
                </a:lnTo>
                <a:lnTo>
                  <a:pt x="2560715" y="2267108"/>
                </a:lnTo>
                <a:lnTo>
                  <a:pt x="2543276" y="2278983"/>
                </a:lnTo>
                <a:lnTo>
                  <a:pt x="2533577" y="2293998"/>
                </a:lnTo>
                <a:lnTo>
                  <a:pt x="2530327" y="2307341"/>
                </a:lnTo>
                <a:lnTo>
                  <a:pt x="2528187" y="2316105"/>
                </a:lnTo>
                <a:lnTo>
                  <a:pt x="2527238" y="2323605"/>
                </a:lnTo>
                <a:lnTo>
                  <a:pt x="2521593" y="2325504"/>
                </a:lnTo>
                <a:lnTo>
                  <a:pt x="2522162" y="2333633"/>
                </a:lnTo>
                <a:lnTo>
                  <a:pt x="2505299" y="2339767"/>
                </a:lnTo>
                <a:lnTo>
                  <a:pt x="2500421" y="2347560"/>
                </a:lnTo>
                <a:lnTo>
                  <a:pt x="2492753" y="2347706"/>
                </a:lnTo>
                <a:lnTo>
                  <a:pt x="2486786" y="2353519"/>
                </a:lnTo>
                <a:lnTo>
                  <a:pt x="2484573" y="2362078"/>
                </a:lnTo>
                <a:lnTo>
                  <a:pt x="2478482" y="2360033"/>
                </a:lnTo>
                <a:lnTo>
                  <a:pt x="2478234" y="2356769"/>
                </a:lnTo>
                <a:lnTo>
                  <a:pt x="2470434" y="2356659"/>
                </a:lnTo>
                <a:lnTo>
                  <a:pt x="2469361" y="2363648"/>
                </a:lnTo>
                <a:lnTo>
                  <a:pt x="2467462" y="2373668"/>
                </a:lnTo>
                <a:lnTo>
                  <a:pt x="2451738" y="2373456"/>
                </a:lnTo>
                <a:lnTo>
                  <a:pt x="2439630" y="2373493"/>
                </a:lnTo>
                <a:lnTo>
                  <a:pt x="2435058" y="2366504"/>
                </a:lnTo>
                <a:lnTo>
                  <a:pt x="2433480" y="2356805"/>
                </a:lnTo>
                <a:lnTo>
                  <a:pt x="2421876" y="2347786"/>
                </a:lnTo>
                <a:lnTo>
                  <a:pt x="2413105" y="2341001"/>
                </a:lnTo>
                <a:lnTo>
                  <a:pt x="2408883" y="2337737"/>
                </a:lnTo>
                <a:lnTo>
                  <a:pt x="2403742" y="2324372"/>
                </a:lnTo>
                <a:lnTo>
                  <a:pt x="2379021" y="2327228"/>
                </a:lnTo>
                <a:lnTo>
                  <a:pt x="2375026" y="2326592"/>
                </a:lnTo>
                <a:lnTo>
                  <a:pt x="2374135" y="2326461"/>
                </a:lnTo>
                <a:lnTo>
                  <a:pt x="2358667" y="2324014"/>
                </a:lnTo>
                <a:lnTo>
                  <a:pt x="2348530" y="2325577"/>
                </a:lnTo>
                <a:lnTo>
                  <a:pt x="2340095" y="2323759"/>
                </a:lnTo>
                <a:lnTo>
                  <a:pt x="2336926" y="2322240"/>
                </a:lnTo>
                <a:lnTo>
                  <a:pt x="2335976" y="2316134"/>
                </a:lnTo>
                <a:lnTo>
                  <a:pt x="2335151" y="2314805"/>
                </a:lnTo>
                <a:lnTo>
                  <a:pt x="2334896" y="2314214"/>
                </a:lnTo>
                <a:lnTo>
                  <a:pt x="2334582" y="2313615"/>
                </a:lnTo>
                <a:lnTo>
                  <a:pt x="2333062" y="2312161"/>
                </a:lnTo>
                <a:lnTo>
                  <a:pt x="2331982" y="2311300"/>
                </a:lnTo>
                <a:lnTo>
                  <a:pt x="2330966" y="2310124"/>
                </a:lnTo>
                <a:lnTo>
                  <a:pt x="2330075" y="2309145"/>
                </a:lnTo>
                <a:lnTo>
                  <a:pt x="2329696" y="2308890"/>
                </a:lnTo>
                <a:lnTo>
                  <a:pt x="2329258" y="2308911"/>
                </a:lnTo>
                <a:lnTo>
                  <a:pt x="2327863" y="2309591"/>
                </a:lnTo>
                <a:lnTo>
                  <a:pt x="2325577" y="2310270"/>
                </a:lnTo>
                <a:lnTo>
                  <a:pt x="2323802" y="2310606"/>
                </a:lnTo>
                <a:lnTo>
                  <a:pt x="2322794" y="2310620"/>
                </a:lnTo>
                <a:lnTo>
                  <a:pt x="2321962" y="2310759"/>
                </a:lnTo>
                <a:lnTo>
                  <a:pt x="2321706" y="2310854"/>
                </a:lnTo>
                <a:lnTo>
                  <a:pt x="2321202" y="2311314"/>
                </a:lnTo>
                <a:lnTo>
                  <a:pt x="2320947" y="2311738"/>
                </a:lnTo>
                <a:lnTo>
                  <a:pt x="2320947" y="2312249"/>
                </a:lnTo>
                <a:lnTo>
                  <a:pt x="2321078" y="2313330"/>
                </a:lnTo>
                <a:lnTo>
                  <a:pt x="2321078" y="2314374"/>
                </a:lnTo>
                <a:lnTo>
                  <a:pt x="2321012" y="2314798"/>
                </a:lnTo>
                <a:lnTo>
                  <a:pt x="2320822" y="2316098"/>
                </a:lnTo>
                <a:lnTo>
                  <a:pt x="2319048" y="2322313"/>
                </a:lnTo>
                <a:lnTo>
                  <a:pt x="2315374" y="2322269"/>
                </a:lnTo>
                <a:lnTo>
                  <a:pt x="2302565" y="2325533"/>
                </a:lnTo>
                <a:lnTo>
                  <a:pt x="2300162" y="2326483"/>
                </a:lnTo>
                <a:lnTo>
                  <a:pt x="2293940" y="2333026"/>
                </a:lnTo>
                <a:lnTo>
                  <a:pt x="2292121" y="2333925"/>
                </a:lnTo>
                <a:lnTo>
                  <a:pt x="2288112" y="2335897"/>
                </a:lnTo>
                <a:lnTo>
                  <a:pt x="2283613" y="2334604"/>
                </a:lnTo>
                <a:lnTo>
                  <a:pt x="2276880" y="2327878"/>
                </a:lnTo>
                <a:lnTo>
                  <a:pt x="2272395" y="2323408"/>
                </a:lnTo>
                <a:lnTo>
                  <a:pt x="2269730" y="2321173"/>
                </a:lnTo>
                <a:lnTo>
                  <a:pt x="2271687" y="2316134"/>
                </a:lnTo>
                <a:lnTo>
                  <a:pt x="2272425" y="2311168"/>
                </a:lnTo>
                <a:lnTo>
                  <a:pt x="2272899" y="2307962"/>
                </a:lnTo>
                <a:lnTo>
                  <a:pt x="2265728" y="2301243"/>
                </a:lnTo>
                <a:lnTo>
                  <a:pt x="2265574" y="2301053"/>
                </a:lnTo>
                <a:lnTo>
                  <a:pt x="2265348" y="2300893"/>
                </a:lnTo>
                <a:lnTo>
                  <a:pt x="2254072" y="2290332"/>
                </a:lnTo>
                <a:lnTo>
                  <a:pt x="2251771" y="2286666"/>
                </a:lnTo>
                <a:lnTo>
                  <a:pt x="2251034" y="2285498"/>
                </a:lnTo>
                <a:lnTo>
                  <a:pt x="2249880" y="2283650"/>
                </a:lnTo>
                <a:lnTo>
                  <a:pt x="2246586" y="2278399"/>
                </a:lnTo>
                <a:lnTo>
                  <a:pt x="2241204" y="2258235"/>
                </a:lnTo>
                <a:lnTo>
                  <a:pt x="2233798" y="2257388"/>
                </a:lnTo>
                <a:lnTo>
                  <a:pt x="2232133" y="2257191"/>
                </a:lnTo>
                <a:lnTo>
                  <a:pt x="2219207" y="2255701"/>
                </a:lnTo>
                <a:lnTo>
                  <a:pt x="2201446" y="2249077"/>
                </a:lnTo>
                <a:lnTo>
                  <a:pt x="2200613" y="2246733"/>
                </a:lnTo>
                <a:lnTo>
                  <a:pt x="2197144" y="2236939"/>
                </a:lnTo>
                <a:lnTo>
                  <a:pt x="2200818" y="2230410"/>
                </a:lnTo>
                <a:lnTo>
                  <a:pt x="2206967" y="2219499"/>
                </a:lnTo>
                <a:lnTo>
                  <a:pt x="2217680" y="2210772"/>
                </a:lnTo>
                <a:lnTo>
                  <a:pt x="2233660" y="2209363"/>
                </a:lnTo>
                <a:lnTo>
                  <a:pt x="2266495" y="2207237"/>
                </a:lnTo>
                <a:lnTo>
                  <a:pt x="2276573" y="2206843"/>
                </a:lnTo>
                <a:lnTo>
                  <a:pt x="2290770" y="2204418"/>
                </a:lnTo>
                <a:lnTo>
                  <a:pt x="2296247" y="2187796"/>
                </a:lnTo>
                <a:lnTo>
                  <a:pt x="2297562" y="2183838"/>
                </a:lnTo>
                <a:lnTo>
                  <a:pt x="2297372" y="2170181"/>
                </a:lnTo>
                <a:lnTo>
                  <a:pt x="2298248" y="2168845"/>
                </a:lnTo>
                <a:lnTo>
                  <a:pt x="2303266" y="2161191"/>
                </a:lnTo>
                <a:lnTo>
                  <a:pt x="2310489" y="2154728"/>
                </a:lnTo>
                <a:lnTo>
                  <a:pt x="2312073" y="2152661"/>
                </a:lnTo>
                <a:lnTo>
                  <a:pt x="2321399" y="2140428"/>
                </a:lnTo>
                <a:lnTo>
                  <a:pt x="2328491" y="2138055"/>
                </a:lnTo>
                <a:lnTo>
                  <a:pt x="2322035" y="2129342"/>
                </a:lnTo>
                <a:lnTo>
                  <a:pt x="2316514" y="2122448"/>
                </a:lnTo>
                <a:lnTo>
                  <a:pt x="2314805" y="2122477"/>
                </a:lnTo>
                <a:lnTo>
                  <a:pt x="2312665" y="2122521"/>
                </a:lnTo>
                <a:lnTo>
                  <a:pt x="2311124" y="2122558"/>
                </a:lnTo>
                <a:lnTo>
                  <a:pt x="2301995" y="2130891"/>
                </a:lnTo>
                <a:lnTo>
                  <a:pt x="2293268" y="2138011"/>
                </a:lnTo>
                <a:lnTo>
                  <a:pt x="2285008" y="2144759"/>
                </a:lnTo>
                <a:lnTo>
                  <a:pt x="2275623" y="2151383"/>
                </a:lnTo>
                <a:lnTo>
                  <a:pt x="2268839" y="2152654"/>
                </a:lnTo>
                <a:lnTo>
                  <a:pt x="2263581" y="2151975"/>
                </a:lnTo>
                <a:lnTo>
                  <a:pt x="2251472" y="2144460"/>
                </a:lnTo>
                <a:lnTo>
                  <a:pt x="2242533" y="2136594"/>
                </a:lnTo>
                <a:lnTo>
                  <a:pt x="2236486" y="2132424"/>
                </a:lnTo>
                <a:lnTo>
                  <a:pt x="2231695" y="2129116"/>
                </a:lnTo>
                <a:lnTo>
                  <a:pt x="2228080" y="2127064"/>
                </a:lnTo>
                <a:lnTo>
                  <a:pt x="2225926" y="2125837"/>
                </a:lnTo>
                <a:lnTo>
                  <a:pt x="2217556" y="2123463"/>
                </a:lnTo>
                <a:lnTo>
                  <a:pt x="2211276" y="2122667"/>
                </a:lnTo>
                <a:lnTo>
                  <a:pt x="2208362" y="2121608"/>
                </a:lnTo>
                <a:lnTo>
                  <a:pt x="2205258" y="2119286"/>
                </a:lnTo>
                <a:lnTo>
                  <a:pt x="2203162" y="2116343"/>
                </a:lnTo>
                <a:lnTo>
                  <a:pt x="2201132" y="2112604"/>
                </a:lnTo>
                <a:lnTo>
                  <a:pt x="2199423" y="2107623"/>
                </a:lnTo>
                <a:lnTo>
                  <a:pt x="2196253" y="2095865"/>
                </a:lnTo>
                <a:lnTo>
                  <a:pt x="2195903" y="2093944"/>
                </a:lnTo>
                <a:lnTo>
                  <a:pt x="2193529" y="2081018"/>
                </a:lnTo>
                <a:lnTo>
                  <a:pt x="2192324" y="2077308"/>
                </a:lnTo>
                <a:lnTo>
                  <a:pt x="2190863" y="2074189"/>
                </a:lnTo>
                <a:lnTo>
                  <a:pt x="2190301" y="2073320"/>
                </a:lnTo>
                <a:lnTo>
                  <a:pt x="2190089" y="2072984"/>
                </a:lnTo>
                <a:lnTo>
                  <a:pt x="2187431" y="2068865"/>
                </a:lnTo>
                <a:lnTo>
                  <a:pt x="2187153" y="2068434"/>
                </a:lnTo>
                <a:lnTo>
                  <a:pt x="2186423" y="2067288"/>
                </a:lnTo>
                <a:lnTo>
                  <a:pt x="2184729" y="2064936"/>
                </a:lnTo>
                <a:lnTo>
                  <a:pt x="2184152" y="2064133"/>
                </a:lnTo>
                <a:lnTo>
                  <a:pt x="2182436" y="2061745"/>
                </a:lnTo>
                <a:lnTo>
                  <a:pt x="2179704" y="2059115"/>
                </a:lnTo>
                <a:lnTo>
                  <a:pt x="2176286" y="2056954"/>
                </a:lnTo>
                <a:lnTo>
                  <a:pt x="2167471" y="2052711"/>
                </a:lnTo>
                <a:lnTo>
                  <a:pt x="2164243" y="2050016"/>
                </a:lnTo>
                <a:lnTo>
                  <a:pt x="2163637" y="2049227"/>
                </a:lnTo>
                <a:lnTo>
                  <a:pt x="2161980" y="2047073"/>
                </a:lnTo>
                <a:lnTo>
                  <a:pt x="2161651" y="2046649"/>
                </a:lnTo>
                <a:lnTo>
                  <a:pt x="2159679" y="2044086"/>
                </a:lnTo>
                <a:lnTo>
                  <a:pt x="2157649" y="2040485"/>
                </a:lnTo>
                <a:lnTo>
                  <a:pt x="2156699" y="2038462"/>
                </a:lnTo>
                <a:lnTo>
                  <a:pt x="2156057" y="2037067"/>
                </a:lnTo>
                <a:lnTo>
                  <a:pt x="2155297" y="2033496"/>
                </a:lnTo>
                <a:lnTo>
                  <a:pt x="2155297" y="2030013"/>
                </a:lnTo>
                <a:lnTo>
                  <a:pt x="2156122" y="2027062"/>
                </a:lnTo>
                <a:lnTo>
                  <a:pt x="2158408" y="2023688"/>
                </a:lnTo>
                <a:lnTo>
                  <a:pt x="2161768" y="2020095"/>
                </a:lnTo>
                <a:lnTo>
                  <a:pt x="2164360" y="2018225"/>
                </a:lnTo>
                <a:lnTo>
                  <a:pt x="2167727" y="2016670"/>
                </a:lnTo>
                <a:lnTo>
                  <a:pt x="2170641" y="2016020"/>
                </a:lnTo>
                <a:lnTo>
                  <a:pt x="2177046" y="2015925"/>
                </a:lnTo>
                <a:lnTo>
                  <a:pt x="2185357" y="2009571"/>
                </a:lnTo>
                <a:lnTo>
                  <a:pt x="2188731" y="2003342"/>
                </a:lnTo>
                <a:lnTo>
                  <a:pt x="2188767" y="2002808"/>
                </a:lnTo>
                <a:lnTo>
                  <a:pt x="2189198" y="2002487"/>
                </a:lnTo>
                <a:lnTo>
                  <a:pt x="2192324" y="1996747"/>
                </a:lnTo>
                <a:lnTo>
                  <a:pt x="2191835" y="1992394"/>
                </a:lnTo>
                <a:lnTo>
                  <a:pt x="2191659" y="1990839"/>
                </a:lnTo>
                <a:lnTo>
                  <a:pt x="2190966" y="1984609"/>
                </a:lnTo>
                <a:lnTo>
                  <a:pt x="2190863" y="1983652"/>
                </a:lnTo>
                <a:lnTo>
                  <a:pt x="2186934" y="1980125"/>
                </a:lnTo>
                <a:lnTo>
                  <a:pt x="2186387" y="1979643"/>
                </a:lnTo>
                <a:lnTo>
                  <a:pt x="2184904" y="1978314"/>
                </a:lnTo>
                <a:lnTo>
                  <a:pt x="2175841" y="1973749"/>
                </a:lnTo>
                <a:lnTo>
                  <a:pt x="2171707" y="1972164"/>
                </a:lnTo>
                <a:lnTo>
                  <a:pt x="2169042" y="1971149"/>
                </a:lnTo>
                <a:lnTo>
                  <a:pt x="2167333" y="1970492"/>
                </a:lnTo>
                <a:lnTo>
                  <a:pt x="2167267" y="1970463"/>
                </a:lnTo>
                <a:lnTo>
                  <a:pt x="2161001" y="1968060"/>
                </a:lnTo>
                <a:lnTo>
                  <a:pt x="2155589" y="1964525"/>
                </a:lnTo>
                <a:lnTo>
                  <a:pt x="2150974" y="1961509"/>
                </a:lnTo>
                <a:lnTo>
                  <a:pt x="2146490" y="1958581"/>
                </a:lnTo>
                <a:lnTo>
                  <a:pt x="2137675" y="1956120"/>
                </a:lnTo>
                <a:lnTo>
                  <a:pt x="2134264" y="1957098"/>
                </a:lnTo>
                <a:lnTo>
                  <a:pt x="2130715" y="1958106"/>
                </a:lnTo>
                <a:lnTo>
                  <a:pt x="2128487" y="1958756"/>
                </a:lnTo>
                <a:lnTo>
                  <a:pt x="2124295" y="1959946"/>
                </a:lnTo>
                <a:lnTo>
                  <a:pt x="2119125" y="1961436"/>
                </a:lnTo>
                <a:lnTo>
                  <a:pt x="2117138" y="1962006"/>
                </a:lnTo>
                <a:lnTo>
                  <a:pt x="2111383" y="1962422"/>
                </a:lnTo>
                <a:lnTo>
                  <a:pt x="2111201" y="1962327"/>
                </a:lnTo>
                <a:lnTo>
                  <a:pt x="2110704" y="1962320"/>
                </a:lnTo>
                <a:lnTo>
                  <a:pt x="2109025" y="1962386"/>
                </a:lnTo>
                <a:lnTo>
                  <a:pt x="2108572" y="1962627"/>
                </a:lnTo>
                <a:lnTo>
                  <a:pt x="2104270" y="1962941"/>
                </a:lnTo>
                <a:lnTo>
                  <a:pt x="2100020" y="1963240"/>
                </a:lnTo>
                <a:lnTo>
                  <a:pt x="2090767" y="1952928"/>
                </a:lnTo>
                <a:lnTo>
                  <a:pt x="2088824" y="1944756"/>
                </a:lnTo>
                <a:lnTo>
                  <a:pt x="2087597" y="1939563"/>
                </a:lnTo>
                <a:lnTo>
                  <a:pt x="2087648" y="1938972"/>
                </a:lnTo>
                <a:lnTo>
                  <a:pt x="2087933" y="1935561"/>
                </a:lnTo>
                <a:lnTo>
                  <a:pt x="2087992" y="1935298"/>
                </a:lnTo>
                <a:lnTo>
                  <a:pt x="2087984" y="1935225"/>
                </a:lnTo>
                <a:lnTo>
                  <a:pt x="2087977" y="1935065"/>
                </a:lnTo>
                <a:lnTo>
                  <a:pt x="2088466" y="1929346"/>
                </a:lnTo>
                <a:lnTo>
                  <a:pt x="2088547" y="1928411"/>
                </a:lnTo>
                <a:lnTo>
                  <a:pt x="2085100" y="1920356"/>
                </a:lnTo>
                <a:lnTo>
                  <a:pt x="2079608" y="1907554"/>
                </a:lnTo>
                <a:lnTo>
                  <a:pt x="2074284" y="1895679"/>
                </a:lnTo>
                <a:lnTo>
                  <a:pt x="2071618" y="1888215"/>
                </a:lnTo>
                <a:lnTo>
                  <a:pt x="2068324" y="1878962"/>
                </a:lnTo>
                <a:lnTo>
                  <a:pt x="2062299" y="1862216"/>
                </a:lnTo>
                <a:lnTo>
                  <a:pt x="2059320" y="1853898"/>
                </a:lnTo>
                <a:lnTo>
                  <a:pt x="2055902" y="1851101"/>
                </a:lnTo>
                <a:lnTo>
                  <a:pt x="2054887" y="1847434"/>
                </a:lnTo>
                <a:lnTo>
                  <a:pt x="2054879" y="1847274"/>
                </a:lnTo>
                <a:lnTo>
                  <a:pt x="2054806" y="1847142"/>
                </a:lnTo>
                <a:lnTo>
                  <a:pt x="2053484" y="1842395"/>
                </a:lnTo>
                <a:lnTo>
                  <a:pt x="2053126" y="1842388"/>
                </a:lnTo>
                <a:lnTo>
                  <a:pt x="2052703" y="1842381"/>
                </a:lnTo>
                <a:lnTo>
                  <a:pt x="2047094" y="1842308"/>
                </a:lnTo>
                <a:lnTo>
                  <a:pt x="2045626" y="1842286"/>
                </a:lnTo>
                <a:lnTo>
                  <a:pt x="2044677" y="1842790"/>
                </a:lnTo>
                <a:lnTo>
                  <a:pt x="2027536" y="1851911"/>
                </a:lnTo>
                <a:lnTo>
                  <a:pt x="2026959" y="1852218"/>
                </a:lnTo>
                <a:lnTo>
                  <a:pt x="2025805" y="1852831"/>
                </a:lnTo>
                <a:lnTo>
                  <a:pt x="2018429" y="1856761"/>
                </a:lnTo>
                <a:lnTo>
                  <a:pt x="2013193" y="1859543"/>
                </a:lnTo>
                <a:lnTo>
                  <a:pt x="2011776" y="1860303"/>
                </a:lnTo>
                <a:lnTo>
                  <a:pt x="2007584" y="1858564"/>
                </a:lnTo>
                <a:lnTo>
                  <a:pt x="2004546" y="1857294"/>
                </a:lnTo>
                <a:lnTo>
                  <a:pt x="2003553" y="1856877"/>
                </a:lnTo>
                <a:lnTo>
                  <a:pt x="1990729" y="1851531"/>
                </a:lnTo>
                <a:lnTo>
                  <a:pt x="1984265" y="1848837"/>
                </a:lnTo>
                <a:lnTo>
                  <a:pt x="1983725" y="1848895"/>
                </a:lnTo>
                <a:lnTo>
                  <a:pt x="1983279" y="1848428"/>
                </a:lnTo>
                <a:lnTo>
                  <a:pt x="1972347" y="1843871"/>
                </a:lnTo>
                <a:lnTo>
                  <a:pt x="1971646" y="1844199"/>
                </a:lnTo>
                <a:lnTo>
                  <a:pt x="1963305" y="1845514"/>
                </a:lnTo>
                <a:lnTo>
                  <a:pt x="1962517" y="1845638"/>
                </a:lnTo>
                <a:lnTo>
                  <a:pt x="1955038" y="1845638"/>
                </a:lnTo>
                <a:lnTo>
                  <a:pt x="1953198" y="1845967"/>
                </a:lnTo>
                <a:lnTo>
                  <a:pt x="1952336" y="1849187"/>
                </a:lnTo>
                <a:lnTo>
                  <a:pt x="1952007" y="1849567"/>
                </a:lnTo>
                <a:lnTo>
                  <a:pt x="1951993" y="1850465"/>
                </a:lnTo>
                <a:lnTo>
                  <a:pt x="1950620" y="1855599"/>
                </a:lnTo>
                <a:lnTo>
                  <a:pt x="1948947" y="1861880"/>
                </a:lnTo>
                <a:lnTo>
                  <a:pt x="1948626" y="1862369"/>
                </a:lnTo>
                <a:lnTo>
                  <a:pt x="1948604" y="1863509"/>
                </a:lnTo>
                <a:lnTo>
                  <a:pt x="1948378" y="1863983"/>
                </a:lnTo>
                <a:lnTo>
                  <a:pt x="1946479" y="1871111"/>
                </a:lnTo>
                <a:lnTo>
                  <a:pt x="1932019" y="1889354"/>
                </a:lnTo>
                <a:lnTo>
                  <a:pt x="1928477" y="1893824"/>
                </a:lnTo>
                <a:lnTo>
                  <a:pt x="1923116" y="1893524"/>
                </a:lnTo>
                <a:lnTo>
                  <a:pt x="1922233" y="1893473"/>
                </a:lnTo>
                <a:lnTo>
                  <a:pt x="1916850" y="1893167"/>
                </a:lnTo>
                <a:lnTo>
                  <a:pt x="1916609" y="1893145"/>
                </a:lnTo>
                <a:lnTo>
                  <a:pt x="1916390" y="1893137"/>
                </a:lnTo>
                <a:lnTo>
                  <a:pt x="1889865" y="1891618"/>
                </a:lnTo>
                <a:lnTo>
                  <a:pt x="1885177" y="1891626"/>
                </a:lnTo>
                <a:lnTo>
                  <a:pt x="1874587" y="1892984"/>
                </a:lnTo>
                <a:lnTo>
                  <a:pt x="1865524" y="1892999"/>
                </a:lnTo>
                <a:lnTo>
                  <a:pt x="1858557" y="1896205"/>
                </a:lnTo>
                <a:lnTo>
                  <a:pt x="1856453" y="1897169"/>
                </a:lnTo>
                <a:lnTo>
                  <a:pt x="1850070" y="1899455"/>
                </a:lnTo>
                <a:lnTo>
                  <a:pt x="1848851" y="1899893"/>
                </a:lnTo>
                <a:lnTo>
                  <a:pt x="1841372" y="1902704"/>
                </a:lnTo>
                <a:lnTo>
                  <a:pt x="1841110" y="1902756"/>
                </a:lnTo>
                <a:lnTo>
                  <a:pt x="1840832" y="1902814"/>
                </a:lnTo>
                <a:lnTo>
                  <a:pt x="1835282" y="1904063"/>
                </a:lnTo>
                <a:lnTo>
                  <a:pt x="1833763" y="1904063"/>
                </a:lnTo>
                <a:lnTo>
                  <a:pt x="1830023" y="1902909"/>
                </a:lnTo>
                <a:lnTo>
                  <a:pt x="1820515" y="1899959"/>
                </a:lnTo>
                <a:lnTo>
                  <a:pt x="1801870" y="1894204"/>
                </a:lnTo>
                <a:lnTo>
                  <a:pt x="1781779" y="1890450"/>
                </a:lnTo>
                <a:lnTo>
                  <a:pt x="1781501" y="1891078"/>
                </a:lnTo>
                <a:lnTo>
                  <a:pt x="1781845" y="1891407"/>
                </a:lnTo>
                <a:lnTo>
                  <a:pt x="1783787" y="1920371"/>
                </a:lnTo>
                <a:lnTo>
                  <a:pt x="1783817" y="1920765"/>
                </a:lnTo>
                <a:lnTo>
                  <a:pt x="1784189" y="1926345"/>
                </a:lnTo>
                <a:lnTo>
                  <a:pt x="1772088" y="1931296"/>
                </a:lnTo>
                <a:lnTo>
                  <a:pt x="1771328" y="1931406"/>
                </a:lnTo>
                <a:lnTo>
                  <a:pt x="1771241" y="1931647"/>
                </a:lnTo>
                <a:lnTo>
                  <a:pt x="1766179" y="1933714"/>
                </a:lnTo>
                <a:lnTo>
                  <a:pt x="1739026" y="1931647"/>
                </a:lnTo>
                <a:lnTo>
                  <a:pt x="1727619" y="1930778"/>
                </a:lnTo>
                <a:lnTo>
                  <a:pt x="1713502" y="1929704"/>
                </a:lnTo>
                <a:lnTo>
                  <a:pt x="1691060" y="1924446"/>
                </a:lnTo>
                <a:lnTo>
                  <a:pt x="1685823" y="1923957"/>
                </a:lnTo>
                <a:lnTo>
                  <a:pt x="1660313" y="1921554"/>
                </a:lnTo>
                <a:lnTo>
                  <a:pt x="1656275" y="1921276"/>
                </a:lnTo>
                <a:lnTo>
                  <a:pt x="1653354" y="1921079"/>
                </a:lnTo>
                <a:lnTo>
                  <a:pt x="1627092" y="1919283"/>
                </a:lnTo>
                <a:lnTo>
                  <a:pt x="1624426" y="1919100"/>
                </a:lnTo>
                <a:lnTo>
                  <a:pt x="1599515" y="1918574"/>
                </a:lnTo>
                <a:lnTo>
                  <a:pt x="1583222" y="1921656"/>
                </a:lnTo>
                <a:lnTo>
                  <a:pt x="1572194" y="1925665"/>
                </a:lnTo>
                <a:lnTo>
                  <a:pt x="1566936" y="1930924"/>
                </a:lnTo>
                <a:lnTo>
                  <a:pt x="1563890" y="1939483"/>
                </a:lnTo>
                <a:lnTo>
                  <a:pt x="1563255" y="1946246"/>
                </a:lnTo>
                <a:lnTo>
                  <a:pt x="1563518" y="1947750"/>
                </a:lnTo>
                <a:lnTo>
                  <a:pt x="1564759" y="1954900"/>
                </a:lnTo>
                <a:lnTo>
                  <a:pt x="1567564" y="1971040"/>
                </a:lnTo>
                <a:lnTo>
                  <a:pt x="1567308" y="1989853"/>
                </a:lnTo>
                <a:lnTo>
                  <a:pt x="1561984" y="2007125"/>
                </a:lnTo>
                <a:lnTo>
                  <a:pt x="1553045" y="2021249"/>
                </a:lnTo>
                <a:lnTo>
                  <a:pt x="1547969" y="2027858"/>
                </a:lnTo>
                <a:lnTo>
                  <a:pt x="1542960" y="2034372"/>
                </a:lnTo>
                <a:lnTo>
                  <a:pt x="1539228" y="2039236"/>
                </a:lnTo>
                <a:lnTo>
                  <a:pt x="1530478" y="2046350"/>
                </a:lnTo>
                <a:lnTo>
                  <a:pt x="1529661" y="2046817"/>
                </a:lnTo>
                <a:lnTo>
                  <a:pt x="1516595" y="2054310"/>
                </a:lnTo>
                <a:lnTo>
                  <a:pt x="1504107" y="2057494"/>
                </a:lnTo>
                <a:lnTo>
                  <a:pt x="1467080" y="2050206"/>
                </a:lnTo>
                <a:lnTo>
                  <a:pt x="1450568" y="2045386"/>
                </a:lnTo>
                <a:lnTo>
                  <a:pt x="1444703" y="2043669"/>
                </a:lnTo>
                <a:lnTo>
                  <a:pt x="1436086" y="2040880"/>
                </a:lnTo>
                <a:lnTo>
                  <a:pt x="1429425" y="2041902"/>
                </a:lnTo>
                <a:lnTo>
                  <a:pt x="1424357" y="2044801"/>
                </a:lnTo>
                <a:lnTo>
                  <a:pt x="1416236" y="2055844"/>
                </a:lnTo>
                <a:lnTo>
                  <a:pt x="1405909" y="2070903"/>
                </a:lnTo>
                <a:lnTo>
                  <a:pt x="1396138" y="2095105"/>
                </a:lnTo>
                <a:lnTo>
                  <a:pt x="1392464" y="2104183"/>
                </a:lnTo>
                <a:lnTo>
                  <a:pt x="1388250" y="2100772"/>
                </a:lnTo>
                <a:lnTo>
                  <a:pt x="1373067" y="2088467"/>
                </a:lnTo>
                <a:lnTo>
                  <a:pt x="1345089" y="2078461"/>
                </a:lnTo>
                <a:lnTo>
                  <a:pt x="1320711" y="2069749"/>
                </a:lnTo>
                <a:lnTo>
                  <a:pt x="1285451" y="2062168"/>
                </a:lnTo>
                <a:lnTo>
                  <a:pt x="1247906" y="2062446"/>
                </a:lnTo>
                <a:lnTo>
                  <a:pt x="1229984" y="2062577"/>
                </a:lnTo>
                <a:lnTo>
                  <a:pt x="1190555" y="2080718"/>
                </a:lnTo>
                <a:lnTo>
                  <a:pt x="1183135" y="2084961"/>
                </a:lnTo>
                <a:lnTo>
                  <a:pt x="1163738" y="2105928"/>
                </a:lnTo>
                <a:lnTo>
                  <a:pt x="1127981" y="2109427"/>
                </a:lnTo>
                <a:lnTo>
                  <a:pt x="1085317" y="2080302"/>
                </a:lnTo>
                <a:lnTo>
                  <a:pt x="1084995" y="2118001"/>
                </a:lnTo>
                <a:lnTo>
                  <a:pt x="1084951" y="2122813"/>
                </a:lnTo>
                <a:lnTo>
                  <a:pt x="1084557" y="2167560"/>
                </a:lnTo>
                <a:lnTo>
                  <a:pt x="1082782" y="2215015"/>
                </a:lnTo>
                <a:lnTo>
                  <a:pt x="1099324" y="2266174"/>
                </a:lnTo>
                <a:lnTo>
                  <a:pt x="1096169" y="2275376"/>
                </a:lnTo>
                <a:lnTo>
                  <a:pt x="1088128" y="2298767"/>
                </a:lnTo>
                <a:lnTo>
                  <a:pt x="1082147" y="2316163"/>
                </a:lnTo>
                <a:lnTo>
                  <a:pt x="1079584" y="2326768"/>
                </a:lnTo>
                <a:lnTo>
                  <a:pt x="1078349" y="2331887"/>
                </a:lnTo>
                <a:lnTo>
                  <a:pt x="1035429" y="2388150"/>
                </a:lnTo>
                <a:lnTo>
                  <a:pt x="1027819" y="2434620"/>
                </a:lnTo>
                <a:lnTo>
                  <a:pt x="1039329" y="2451534"/>
                </a:lnTo>
                <a:lnTo>
                  <a:pt x="1042586" y="2456332"/>
                </a:lnTo>
                <a:lnTo>
                  <a:pt x="1098185" y="2479724"/>
                </a:lnTo>
                <a:lnTo>
                  <a:pt x="1104356" y="2487122"/>
                </a:lnTo>
                <a:lnTo>
                  <a:pt x="1126652" y="2513830"/>
                </a:lnTo>
                <a:lnTo>
                  <a:pt x="1145012" y="2538792"/>
                </a:lnTo>
                <a:lnTo>
                  <a:pt x="1159933" y="2559080"/>
                </a:lnTo>
                <a:lnTo>
                  <a:pt x="1177635" y="2600313"/>
                </a:lnTo>
                <a:lnTo>
                  <a:pt x="1184216" y="2615854"/>
                </a:lnTo>
                <a:lnTo>
                  <a:pt x="1190365" y="2626970"/>
                </a:lnTo>
                <a:lnTo>
                  <a:pt x="1200231" y="2663347"/>
                </a:lnTo>
                <a:lnTo>
                  <a:pt x="1201064" y="2666421"/>
                </a:lnTo>
                <a:lnTo>
                  <a:pt x="1202152" y="2670453"/>
                </a:lnTo>
                <a:lnTo>
                  <a:pt x="1205417" y="2676514"/>
                </a:lnTo>
                <a:lnTo>
                  <a:pt x="1211851" y="2688477"/>
                </a:lnTo>
                <a:lnTo>
                  <a:pt x="1223477" y="2710109"/>
                </a:lnTo>
                <a:lnTo>
                  <a:pt x="1234739" y="2730842"/>
                </a:lnTo>
                <a:lnTo>
                  <a:pt x="1249447" y="2757915"/>
                </a:lnTo>
                <a:lnTo>
                  <a:pt x="1275307" y="2790092"/>
                </a:lnTo>
                <a:lnTo>
                  <a:pt x="1291856" y="2820868"/>
                </a:lnTo>
                <a:lnTo>
                  <a:pt x="1324509" y="2843537"/>
                </a:lnTo>
                <a:lnTo>
                  <a:pt x="1345987" y="2853410"/>
                </a:lnTo>
                <a:lnTo>
                  <a:pt x="1357723" y="2858815"/>
                </a:lnTo>
                <a:lnTo>
                  <a:pt x="1391580" y="2865344"/>
                </a:lnTo>
                <a:lnTo>
                  <a:pt x="1412548" y="2864964"/>
                </a:lnTo>
                <a:lnTo>
                  <a:pt x="1451561" y="2864263"/>
                </a:lnTo>
                <a:lnTo>
                  <a:pt x="1451992" y="2864248"/>
                </a:lnTo>
                <a:lnTo>
                  <a:pt x="1452985" y="2864234"/>
                </a:lnTo>
                <a:lnTo>
                  <a:pt x="1453416" y="2864226"/>
                </a:lnTo>
                <a:lnTo>
                  <a:pt x="1501500" y="2863379"/>
                </a:lnTo>
                <a:lnTo>
                  <a:pt x="1531552" y="2862780"/>
                </a:lnTo>
                <a:lnTo>
                  <a:pt x="1533641" y="2864350"/>
                </a:lnTo>
                <a:lnTo>
                  <a:pt x="1552468" y="2871215"/>
                </a:lnTo>
                <a:lnTo>
                  <a:pt x="1560020" y="2873969"/>
                </a:lnTo>
                <a:lnTo>
                  <a:pt x="1581381" y="2891270"/>
                </a:lnTo>
                <a:lnTo>
                  <a:pt x="1579862" y="2893256"/>
                </a:lnTo>
                <a:lnTo>
                  <a:pt x="1564577" y="2906190"/>
                </a:lnTo>
                <a:lnTo>
                  <a:pt x="1567118" y="2908593"/>
                </a:lnTo>
                <a:lnTo>
                  <a:pt x="1566739" y="2909104"/>
                </a:lnTo>
                <a:lnTo>
                  <a:pt x="1560392" y="2914983"/>
                </a:lnTo>
                <a:lnTo>
                  <a:pt x="1553169" y="2920022"/>
                </a:lnTo>
                <a:lnTo>
                  <a:pt x="1556339" y="2923652"/>
                </a:lnTo>
                <a:lnTo>
                  <a:pt x="1559319" y="2927026"/>
                </a:lnTo>
                <a:lnTo>
                  <a:pt x="1568382" y="2929100"/>
                </a:lnTo>
                <a:lnTo>
                  <a:pt x="1576225" y="2923652"/>
                </a:lnTo>
                <a:lnTo>
                  <a:pt x="1578913" y="2922498"/>
                </a:lnTo>
                <a:lnTo>
                  <a:pt x="1583156" y="2922556"/>
                </a:lnTo>
                <a:lnTo>
                  <a:pt x="1583806" y="2923652"/>
                </a:lnTo>
                <a:lnTo>
                  <a:pt x="1587151" y="2927793"/>
                </a:lnTo>
                <a:lnTo>
                  <a:pt x="1585186" y="2931050"/>
                </a:lnTo>
                <a:lnTo>
                  <a:pt x="1590320" y="2936505"/>
                </a:lnTo>
                <a:lnTo>
                  <a:pt x="1591211" y="2936505"/>
                </a:lnTo>
                <a:lnTo>
                  <a:pt x="1594001" y="2941026"/>
                </a:lnTo>
                <a:lnTo>
                  <a:pt x="1582082" y="2949563"/>
                </a:lnTo>
                <a:lnTo>
                  <a:pt x="1587530" y="2954887"/>
                </a:lnTo>
                <a:lnTo>
                  <a:pt x="1590766" y="2957151"/>
                </a:lnTo>
                <a:lnTo>
                  <a:pt x="1590591" y="2959612"/>
                </a:lnTo>
                <a:lnTo>
                  <a:pt x="1588626" y="2965813"/>
                </a:lnTo>
                <a:lnTo>
                  <a:pt x="1597565" y="2970961"/>
                </a:lnTo>
                <a:lnTo>
                  <a:pt x="1595089" y="2983369"/>
                </a:lnTo>
                <a:lnTo>
                  <a:pt x="1590014" y="2990015"/>
                </a:lnTo>
                <a:lnTo>
                  <a:pt x="1584558" y="2990746"/>
                </a:lnTo>
                <a:lnTo>
                  <a:pt x="1581776" y="2990585"/>
                </a:lnTo>
                <a:lnTo>
                  <a:pt x="1579241" y="2989409"/>
                </a:lnTo>
                <a:lnTo>
                  <a:pt x="1576700" y="2996654"/>
                </a:lnTo>
                <a:lnTo>
                  <a:pt x="1578475" y="3000963"/>
                </a:lnTo>
                <a:lnTo>
                  <a:pt x="1581586" y="3005038"/>
                </a:lnTo>
                <a:lnTo>
                  <a:pt x="1581586" y="3005797"/>
                </a:lnTo>
                <a:lnTo>
                  <a:pt x="1574232" y="3011530"/>
                </a:lnTo>
                <a:lnTo>
                  <a:pt x="1565037" y="3014313"/>
                </a:lnTo>
                <a:lnTo>
                  <a:pt x="1559837" y="3022836"/>
                </a:lnTo>
                <a:lnTo>
                  <a:pt x="1552936" y="3029321"/>
                </a:lnTo>
                <a:lnTo>
                  <a:pt x="1550781" y="3033403"/>
                </a:lnTo>
                <a:lnTo>
                  <a:pt x="1549379" y="3039509"/>
                </a:lnTo>
                <a:lnTo>
                  <a:pt x="1549569" y="3041407"/>
                </a:lnTo>
                <a:lnTo>
                  <a:pt x="1544113" y="3042298"/>
                </a:lnTo>
                <a:lnTo>
                  <a:pt x="1528711" y="3041700"/>
                </a:lnTo>
                <a:lnTo>
                  <a:pt x="1524278" y="3042627"/>
                </a:lnTo>
                <a:lnTo>
                  <a:pt x="1515843" y="3059921"/>
                </a:lnTo>
                <a:lnTo>
                  <a:pt x="1516289" y="3061031"/>
                </a:lnTo>
                <a:lnTo>
                  <a:pt x="1520473" y="3063550"/>
                </a:lnTo>
                <a:lnTo>
                  <a:pt x="1529726" y="3074739"/>
                </a:lnTo>
                <a:lnTo>
                  <a:pt x="1531691" y="3078135"/>
                </a:lnTo>
                <a:lnTo>
                  <a:pt x="1530427" y="3080413"/>
                </a:lnTo>
                <a:lnTo>
                  <a:pt x="1525542" y="3082509"/>
                </a:lnTo>
                <a:lnTo>
                  <a:pt x="1521233" y="3091872"/>
                </a:lnTo>
                <a:lnTo>
                  <a:pt x="1528521" y="3095618"/>
                </a:lnTo>
                <a:lnTo>
                  <a:pt x="1531311" y="3096363"/>
                </a:lnTo>
                <a:lnTo>
                  <a:pt x="1528463" y="3102206"/>
                </a:lnTo>
                <a:lnTo>
                  <a:pt x="1528645" y="3103601"/>
                </a:lnTo>
                <a:lnTo>
                  <a:pt x="1532962" y="3106412"/>
                </a:lnTo>
                <a:lnTo>
                  <a:pt x="1534546" y="3105120"/>
                </a:lnTo>
                <a:lnTo>
                  <a:pt x="1538417" y="3106391"/>
                </a:lnTo>
                <a:lnTo>
                  <a:pt x="1541265" y="3110188"/>
                </a:lnTo>
                <a:lnTo>
                  <a:pt x="1541901" y="3111035"/>
                </a:lnTo>
                <a:lnTo>
                  <a:pt x="1541813" y="3111196"/>
                </a:lnTo>
                <a:lnTo>
                  <a:pt x="1541689" y="3111466"/>
                </a:lnTo>
                <a:lnTo>
                  <a:pt x="1538665" y="3117615"/>
                </a:lnTo>
                <a:lnTo>
                  <a:pt x="1545194" y="3119390"/>
                </a:lnTo>
                <a:lnTo>
                  <a:pt x="1543799" y="3125094"/>
                </a:lnTo>
                <a:lnTo>
                  <a:pt x="1541199" y="3123619"/>
                </a:lnTo>
                <a:lnTo>
                  <a:pt x="1539052" y="3123509"/>
                </a:lnTo>
                <a:lnTo>
                  <a:pt x="1531121" y="3133288"/>
                </a:lnTo>
                <a:lnTo>
                  <a:pt x="1533560" y="3138261"/>
                </a:lnTo>
                <a:lnTo>
                  <a:pt x="1535306" y="3141825"/>
                </a:lnTo>
                <a:lnTo>
                  <a:pt x="1532553" y="3143848"/>
                </a:lnTo>
                <a:lnTo>
                  <a:pt x="1532326" y="3144111"/>
                </a:lnTo>
                <a:lnTo>
                  <a:pt x="1531976" y="3144184"/>
                </a:lnTo>
                <a:lnTo>
                  <a:pt x="1531245" y="3144352"/>
                </a:lnTo>
                <a:lnTo>
                  <a:pt x="1530595" y="3144491"/>
                </a:lnTo>
                <a:lnTo>
                  <a:pt x="1518925" y="3148566"/>
                </a:lnTo>
                <a:lnTo>
                  <a:pt x="1517618" y="3149114"/>
                </a:lnTo>
                <a:lnTo>
                  <a:pt x="1511593" y="3151400"/>
                </a:lnTo>
                <a:lnTo>
                  <a:pt x="1501456" y="3149340"/>
                </a:lnTo>
                <a:lnTo>
                  <a:pt x="1494540" y="3145871"/>
                </a:lnTo>
                <a:lnTo>
                  <a:pt x="1487697" y="3140262"/>
                </a:lnTo>
                <a:lnTo>
                  <a:pt x="1485163" y="3143972"/>
                </a:lnTo>
                <a:lnTo>
                  <a:pt x="1482241" y="3145732"/>
                </a:lnTo>
                <a:lnTo>
                  <a:pt x="1471024" y="3145806"/>
                </a:lnTo>
                <a:lnTo>
                  <a:pt x="1465481" y="3147821"/>
                </a:lnTo>
                <a:lnTo>
                  <a:pt x="1454920" y="3151670"/>
                </a:lnTo>
                <a:lnTo>
                  <a:pt x="1451692" y="3151020"/>
                </a:lnTo>
                <a:lnTo>
                  <a:pt x="1450670" y="3150085"/>
                </a:lnTo>
                <a:lnTo>
                  <a:pt x="1449217" y="3146631"/>
                </a:lnTo>
                <a:lnTo>
                  <a:pt x="1447376" y="3144747"/>
                </a:lnTo>
                <a:lnTo>
                  <a:pt x="1446493" y="3144725"/>
                </a:lnTo>
                <a:lnTo>
                  <a:pt x="1434194" y="3150589"/>
                </a:lnTo>
                <a:lnTo>
                  <a:pt x="1423415" y="3152663"/>
                </a:lnTo>
                <a:lnTo>
                  <a:pt x="1422977" y="3152692"/>
                </a:lnTo>
                <a:lnTo>
                  <a:pt x="1422005" y="3152758"/>
                </a:lnTo>
                <a:lnTo>
                  <a:pt x="1421896" y="3152765"/>
                </a:lnTo>
                <a:lnTo>
                  <a:pt x="1421567" y="3152787"/>
                </a:lnTo>
                <a:lnTo>
                  <a:pt x="1420187" y="3152882"/>
                </a:lnTo>
                <a:lnTo>
                  <a:pt x="1413964" y="3153320"/>
                </a:lnTo>
                <a:lnTo>
                  <a:pt x="1410035" y="3150750"/>
                </a:lnTo>
                <a:lnTo>
                  <a:pt x="1410225" y="3144936"/>
                </a:lnTo>
                <a:lnTo>
                  <a:pt x="1409780" y="3144812"/>
                </a:lnTo>
                <a:lnTo>
                  <a:pt x="1402177" y="3145952"/>
                </a:lnTo>
                <a:lnTo>
                  <a:pt x="1396853" y="3145696"/>
                </a:lnTo>
                <a:lnTo>
                  <a:pt x="1388360" y="3143286"/>
                </a:lnTo>
                <a:lnTo>
                  <a:pt x="1383299" y="3143257"/>
                </a:lnTo>
                <a:lnTo>
                  <a:pt x="1377836" y="3143220"/>
                </a:lnTo>
                <a:lnTo>
                  <a:pt x="1374221" y="3142526"/>
                </a:lnTo>
                <a:lnTo>
                  <a:pt x="1373710" y="3142687"/>
                </a:lnTo>
                <a:lnTo>
                  <a:pt x="1371869" y="3153824"/>
                </a:lnTo>
                <a:lnTo>
                  <a:pt x="1361477" y="3157753"/>
                </a:lnTo>
                <a:lnTo>
                  <a:pt x="1361981" y="3163494"/>
                </a:lnTo>
                <a:lnTo>
                  <a:pt x="1351589" y="3165860"/>
                </a:lnTo>
                <a:lnTo>
                  <a:pt x="1345695" y="3168737"/>
                </a:lnTo>
                <a:lnTo>
                  <a:pt x="1337640" y="3162654"/>
                </a:lnTo>
                <a:lnTo>
                  <a:pt x="1329840" y="3158520"/>
                </a:lnTo>
                <a:lnTo>
                  <a:pt x="1323252" y="3152904"/>
                </a:lnTo>
                <a:lnTo>
                  <a:pt x="1317739" y="3149421"/>
                </a:lnTo>
                <a:lnTo>
                  <a:pt x="1309931" y="3147631"/>
                </a:lnTo>
                <a:lnTo>
                  <a:pt x="1300876" y="3143907"/>
                </a:lnTo>
                <a:lnTo>
                  <a:pt x="1299159" y="3144192"/>
                </a:lnTo>
                <a:lnTo>
                  <a:pt x="1289074" y="3141811"/>
                </a:lnTo>
                <a:lnTo>
                  <a:pt x="1290286" y="3137728"/>
                </a:lnTo>
                <a:lnTo>
                  <a:pt x="1289534" y="3137422"/>
                </a:lnTo>
                <a:lnTo>
                  <a:pt x="1288636" y="3137056"/>
                </a:lnTo>
                <a:lnTo>
                  <a:pt x="1285780" y="3136647"/>
                </a:lnTo>
                <a:lnTo>
                  <a:pt x="1281405" y="3139152"/>
                </a:lnTo>
                <a:lnTo>
                  <a:pt x="1276907" y="3146266"/>
                </a:lnTo>
                <a:lnTo>
                  <a:pt x="1278243" y="3147566"/>
                </a:lnTo>
                <a:lnTo>
                  <a:pt x="1288256" y="3151721"/>
                </a:lnTo>
                <a:lnTo>
                  <a:pt x="1305309" y="3154759"/>
                </a:lnTo>
                <a:lnTo>
                  <a:pt x="1306828" y="3155979"/>
                </a:lnTo>
                <a:lnTo>
                  <a:pt x="1306828" y="3160865"/>
                </a:lnTo>
                <a:lnTo>
                  <a:pt x="1303154" y="3172674"/>
                </a:lnTo>
                <a:lnTo>
                  <a:pt x="1301891" y="3182818"/>
                </a:lnTo>
                <a:lnTo>
                  <a:pt x="1296304" y="3186046"/>
                </a:lnTo>
                <a:lnTo>
                  <a:pt x="1293521" y="3193480"/>
                </a:lnTo>
                <a:lnTo>
                  <a:pt x="1289906" y="3197760"/>
                </a:lnTo>
                <a:lnTo>
                  <a:pt x="1288322" y="3197300"/>
                </a:lnTo>
                <a:lnTo>
                  <a:pt x="1283122" y="3199374"/>
                </a:lnTo>
                <a:lnTo>
                  <a:pt x="1281091" y="3203924"/>
                </a:lnTo>
                <a:lnTo>
                  <a:pt x="1278236" y="3206538"/>
                </a:lnTo>
                <a:lnTo>
                  <a:pt x="1268033" y="3206429"/>
                </a:lnTo>
                <a:lnTo>
                  <a:pt x="1265813" y="3211044"/>
                </a:lnTo>
                <a:lnTo>
                  <a:pt x="1263820" y="3213703"/>
                </a:lnTo>
                <a:lnTo>
                  <a:pt x="1262344" y="3215674"/>
                </a:lnTo>
                <a:lnTo>
                  <a:pt x="1258649" y="3220597"/>
                </a:lnTo>
                <a:lnTo>
                  <a:pt x="1255859" y="3222926"/>
                </a:lnTo>
                <a:lnTo>
                  <a:pt x="1254420" y="3225636"/>
                </a:lnTo>
                <a:lnTo>
                  <a:pt x="1251930" y="3230332"/>
                </a:lnTo>
                <a:lnTo>
                  <a:pt x="1254851" y="3235196"/>
                </a:lnTo>
                <a:lnTo>
                  <a:pt x="1254786" y="3237168"/>
                </a:lnTo>
                <a:lnTo>
                  <a:pt x="1253763" y="3238329"/>
                </a:lnTo>
                <a:lnTo>
                  <a:pt x="1248315" y="3241235"/>
                </a:lnTo>
                <a:lnTo>
                  <a:pt x="1247052" y="3242930"/>
                </a:lnTo>
                <a:lnTo>
                  <a:pt x="1254464" y="3252438"/>
                </a:lnTo>
                <a:lnTo>
                  <a:pt x="1264418" y="3256002"/>
                </a:lnTo>
                <a:lnTo>
                  <a:pt x="1265689" y="3257967"/>
                </a:lnTo>
                <a:lnTo>
                  <a:pt x="1265565" y="3260713"/>
                </a:lnTo>
                <a:lnTo>
                  <a:pt x="1259474" y="3268907"/>
                </a:lnTo>
                <a:lnTo>
                  <a:pt x="1256874" y="3274085"/>
                </a:lnTo>
                <a:lnTo>
                  <a:pt x="1257064" y="3277335"/>
                </a:lnTo>
                <a:lnTo>
                  <a:pt x="1258518" y="3278920"/>
                </a:lnTo>
                <a:lnTo>
                  <a:pt x="1262206" y="3276670"/>
                </a:lnTo>
                <a:lnTo>
                  <a:pt x="1263659" y="3274231"/>
                </a:lnTo>
                <a:lnTo>
                  <a:pt x="1266069" y="3276845"/>
                </a:lnTo>
                <a:lnTo>
                  <a:pt x="1266069" y="3284076"/>
                </a:lnTo>
                <a:lnTo>
                  <a:pt x="1264711" y="3289341"/>
                </a:lnTo>
                <a:lnTo>
                  <a:pt x="1264579" y="3289984"/>
                </a:lnTo>
                <a:lnTo>
                  <a:pt x="1264550" y="3290144"/>
                </a:lnTo>
                <a:lnTo>
                  <a:pt x="1264411" y="3290729"/>
                </a:lnTo>
                <a:lnTo>
                  <a:pt x="1264360" y="3290970"/>
                </a:lnTo>
                <a:lnTo>
                  <a:pt x="1264302" y="3291364"/>
                </a:lnTo>
                <a:lnTo>
                  <a:pt x="1265288" y="3291831"/>
                </a:lnTo>
                <a:lnTo>
                  <a:pt x="1265434" y="3291824"/>
                </a:lnTo>
                <a:lnTo>
                  <a:pt x="1266244" y="3291634"/>
                </a:lnTo>
                <a:lnTo>
                  <a:pt x="1266390" y="3291598"/>
                </a:lnTo>
                <a:lnTo>
                  <a:pt x="1266690" y="3291590"/>
                </a:lnTo>
                <a:lnTo>
                  <a:pt x="1267654" y="3291583"/>
                </a:lnTo>
                <a:lnTo>
                  <a:pt x="1267866" y="3291583"/>
                </a:lnTo>
                <a:lnTo>
                  <a:pt x="1268121" y="3291561"/>
                </a:lnTo>
                <a:lnTo>
                  <a:pt x="1271583" y="3291401"/>
                </a:lnTo>
                <a:lnTo>
                  <a:pt x="1275512" y="3292963"/>
                </a:lnTo>
                <a:lnTo>
                  <a:pt x="1277228" y="3294789"/>
                </a:lnTo>
                <a:lnTo>
                  <a:pt x="1278236" y="3298207"/>
                </a:lnTo>
                <a:lnTo>
                  <a:pt x="1279339" y="3299383"/>
                </a:lnTo>
                <a:lnTo>
                  <a:pt x="1280310" y="3300405"/>
                </a:lnTo>
                <a:lnTo>
                  <a:pt x="1281150" y="3301282"/>
                </a:lnTo>
                <a:lnTo>
                  <a:pt x="1281413" y="3301552"/>
                </a:lnTo>
                <a:lnTo>
                  <a:pt x="1282114" y="3302311"/>
                </a:lnTo>
                <a:lnTo>
                  <a:pt x="1282815" y="3303115"/>
                </a:lnTo>
                <a:lnTo>
                  <a:pt x="1282990" y="3303283"/>
                </a:lnTo>
                <a:lnTo>
                  <a:pt x="1283056" y="3303385"/>
                </a:lnTo>
                <a:lnTo>
                  <a:pt x="1283443" y="3303823"/>
                </a:lnTo>
                <a:lnTo>
                  <a:pt x="1289841" y="3316312"/>
                </a:lnTo>
                <a:lnTo>
                  <a:pt x="1300101" y="3314383"/>
                </a:lnTo>
                <a:lnTo>
                  <a:pt x="1300934" y="3314216"/>
                </a:lnTo>
                <a:lnTo>
                  <a:pt x="1301482" y="3314099"/>
                </a:lnTo>
                <a:lnTo>
                  <a:pt x="1302322" y="3313916"/>
                </a:lnTo>
                <a:lnTo>
                  <a:pt x="1303205" y="3314632"/>
                </a:lnTo>
                <a:lnTo>
                  <a:pt x="1303665" y="3315654"/>
                </a:lnTo>
                <a:lnTo>
                  <a:pt x="1303790" y="3315917"/>
                </a:lnTo>
                <a:lnTo>
                  <a:pt x="1304250" y="3316947"/>
                </a:lnTo>
                <a:lnTo>
                  <a:pt x="1304330" y="3317137"/>
                </a:lnTo>
                <a:lnTo>
                  <a:pt x="1304454" y="3317370"/>
                </a:lnTo>
                <a:lnTo>
                  <a:pt x="1307273" y="3323133"/>
                </a:lnTo>
                <a:lnTo>
                  <a:pt x="1305309" y="3329764"/>
                </a:lnTo>
                <a:lnTo>
                  <a:pt x="1305119" y="3332583"/>
                </a:lnTo>
                <a:lnTo>
                  <a:pt x="1307529" y="3337038"/>
                </a:lnTo>
                <a:lnTo>
                  <a:pt x="1308098" y="3348241"/>
                </a:lnTo>
                <a:lnTo>
                  <a:pt x="1307083" y="3349351"/>
                </a:lnTo>
                <a:lnTo>
                  <a:pt x="1302650" y="3351622"/>
                </a:lnTo>
                <a:lnTo>
                  <a:pt x="1303592" y="3357706"/>
                </a:lnTo>
                <a:lnTo>
                  <a:pt x="1303782" y="3358239"/>
                </a:lnTo>
                <a:lnTo>
                  <a:pt x="1305309" y="3362577"/>
                </a:lnTo>
                <a:lnTo>
                  <a:pt x="1306835" y="3364140"/>
                </a:lnTo>
                <a:lnTo>
                  <a:pt x="1311779" y="3364454"/>
                </a:lnTo>
                <a:lnTo>
                  <a:pt x="1313744" y="3365206"/>
                </a:lnTo>
                <a:lnTo>
                  <a:pt x="1322237" y="3372648"/>
                </a:lnTo>
                <a:lnTo>
                  <a:pt x="1329650" y="3374868"/>
                </a:lnTo>
                <a:lnTo>
                  <a:pt x="1340751" y="3373327"/>
                </a:lnTo>
                <a:lnTo>
                  <a:pt x="1346447" y="3376511"/>
                </a:lnTo>
                <a:lnTo>
                  <a:pt x="1348616" y="3379075"/>
                </a:lnTo>
                <a:lnTo>
                  <a:pt x="1348989" y="3379549"/>
                </a:lnTo>
                <a:lnTo>
                  <a:pt x="1349317" y="3380294"/>
                </a:lnTo>
                <a:lnTo>
                  <a:pt x="1349558" y="3380842"/>
                </a:lnTo>
                <a:lnTo>
                  <a:pt x="1352479" y="3391672"/>
                </a:lnTo>
                <a:lnTo>
                  <a:pt x="1351778" y="3396310"/>
                </a:lnTo>
                <a:lnTo>
                  <a:pt x="1350252" y="3399406"/>
                </a:lnTo>
                <a:lnTo>
                  <a:pt x="1357606" y="3400611"/>
                </a:lnTo>
                <a:lnTo>
                  <a:pt x="1363631" y="3399450"/>
                </a:lnTo>
                <a:lnTo>
                  <a:pt x="1364457" y="3400604"/>
                </a:lnTo>
                <a:lnTo>
                  <a:pt x="1364391" y="3402664"/>
                </a:lnTo>
                <a:lnTo>
                  <a:pt x="1365413" y="3404614"/>
                </a:lnTo>
                <a:lnTo>
                  <a:pt x="1365026" y="3411004"/>
                </a:lnTo>
                <a:lnTo>
                  <a:pt x="1362171" y="3412209"/>
                </a:lnTo>
                <a:lnTo>
                  <a:pt x="1360717" y="3417095"/>
                </a:lnTo>
                <a:lnTo>
                  <a:pt x="1360717" y="3420724"/>
                </a:lnTo>
                <a:lnTo>
                  <a:pt x="1362171" y="3424675"/>
                </a:lnTo>
                <a:lnTo>
                  <a:pt x="1362434" y="3425471"/>
                </a:lnTo>
                <a:lnTo>
                  <a:pt x="1362616" y="3426019"/>
                </a:lnTo>
                <a:lnTo>
                  <a:pt x="1362879" y="3426815"/>
                </a:lnTo>
                <a:lnTo>
                  <a:pt x="1363697" y="3429671"/>
                </a:lnTo>
                <a:lnTo>
                  <a:pt x="1365976" y="3430525"/>
                </a:lnTo>
                <a:lnTo>
                  <a:pt x="1366385" y="3430657"/>
                </a:lnTo>
                <a:lnTo>
                  <a:pt x="1367319" y="3430971"/>
                </a:lnTo>
                <a:lnTo>
                  <a:pt x="1367626" y="3431073"/>
                </a:lnTo>
                <a:lnTo>
                  <a:pt x="1367736" y="3431087"/>
                </a:lnTo>
                <a:lnTo>
                  <a:pt x="1371110" y="3431825"/>
                </a:lnTo>
                <a:lnTo>
                  <a:pt x="1371621" y="3433161"/>
                </a:lnTo>
                <a:lnTo>
                  <a:pt x="1369591" y="3440304"/>
                </a:lnTo>
                <a:lnTo>
                  <a:pt x="1371811" y="3441881"/>
                </a:lnTo>
                <a:lnTo>
                  <a:pt x="1374309" y="3442363"/>
                </a:lnTo>
                <a:lnTo>
                  <a:pt x="1374506" y="3442400"/>
                </a:lnTo>
                <a:lnTo>
                  <a:pt x="1374601" y="3442415"/>
                </a:lnTo>
                <a:lnTo>
                  <a:pt x="1374937" y="3442290"/>
                </a:lnTo>
                <a:lnTo>
                  <a:pt x="1375667" y="3441998"/>
                </a:lnTo>
                <a:lnTo>
                  <a:pt x="1375740" y="3441976"/>
                </a:lnTo>
                <a:lnTo>
                  <a:pt x="1375842" y="3441940"/>
                </a:lnTo>
                <a:lnTo>
                  <a:pt x="1376258" y="3441794"/>
                </a:lnTo>
                <a:lnTo>
                  <a:pt x="1380940" y="3440311"/>
                </a:lnTo>
                <a:lnTo>
                  <a:pt x="1381568" y="3441626"/>
                </a:lnTo>
                <a:lnTo>
                  <a:pt x="1378909" y="3446263"/>
                </a:lnTo>
                <a:lnTo>
                  <a:pt x="1375689" y="3448732"/>
                </a:lnTo>
                <a:lnTo>
                  <a:pt x="1375207" y="3449199"/>
                </a:lnTo>
                <a:lnTo>
                  <a:pt x="1374856" y="3449535"/>
                </a:lnTo>
                <a:lnTo>
                  <a:pt x="1374696" y="3449740"/>
                </a:lnTo>
                <a:lnTo>
                  <a:pt x="1374287" y="3450265"/>
                </a:lnTo>
                <a:lnTo>
                  <a:pt x="1373520" y="3451478"/>
                </a:lnTo>
                <a:lnTo>
                  <a:pt x="1373907" y="3452011"/>
                </a:lnTo>
                <a:lnTo>
                  <a:pt x="1374294" y="3452274"/>
                </a:lnTo>
                <a:lnTo>
                  <a:pt x="1375280" y="3452274"/>
                </a:lnTo>
                <a:lnTo>
                  <a:pt x="1375419" y="3452274"/>
                </a:lnTo>
                <a:lnTo>
                  <a:pt x="1375711" y="3452347"/>
                </a:lnTo>
                <a:lnTo>
                  <a:pt x="1378340" y="3453004"/>
                </a:lnTo>
                <a:lnTo>
                  <a:pt x="1378544" y="3453055"/>
                </a:lnTo>
                <a:lnTo>
                  <a:pt x="1379297" y="3453238"/>
                </a:lnTo>
                <a:lnTo>
                  <a:pt x="1379706" y="3453369"/>
                </a:lnTo>
                <a:lnTo>
                  <a:pt x="1379903" y="3453435"/>
                </a:lnTo>
                <a:lnTo>
                  <a:pt x="1383116" y="3454406"/>
                </a:lnTo>
                <a:lnTo>
                  <a:pt x="1384423" y="3454647"/>
                </a:lnTo>
                <a:lnTo>
                  <a:pt x="1384504" y="3454691"/>
                </a:lnTo>
                <a:lnTo>
                  <a:pt x="1388732" y="3456458"/>
                </a:lnTo>
                <a:lnTo>
                  <a:pt x="1395707" y="3460672"/>
                </a:lnTo>
                <a:lnTo>
                  <a:pt x="1410868" y="3465193"/>
                </a:lnTo>
                <a:lnTo>
                  <a:pt x="1412000" y="3464872"/>
                </a:lnTo>
                <a:lnTo>
                  <a:pt x="1415681" y="3460453"/>
                </a:lnTo>
                <a:lnTo>
                  <a:pt x="1422589" y="3457919"/>
                </a:lnTo>
                <a:lnTo>
                  <a:pt x="1423400" y="3458591"/>
                </a:lnTo>
                <a:lnTo>
                  <a:pt x="1423553" y="3458686"/>
                </a:lnTo>
                <a:lnTo>
                  <a:pt x="1423670" y="3458810"/>
                </a:lnTo>
                <a:lnTo>
                  <a:pt x="1431843" y="3465573"/>
                </a:lnTo>
                <a:lnTo>
                  <a:pt x="1434698" y="3461498"/>
                </a:lnTo>
                <a:lnTo>
                  <a:pt x="1439577" y="3462754"/>
                </a:lnTo>
                <a:lnTo>
                  <a:pt x="1442228" y="3465974"/>
                </a:lnTo>
                <a:lnTo>
                  <a:pt x="1443637" y="3467698"/>
                </a:lnTo>
                <a:lnTo>
                  <a:pt x="1443761" y="3470962"/>
                </a:lnTo>
                <a:lnTo>
                  <a:pt x="1442564" y="3474402"/>
                </a:lnTo>
                <a:lnTo>
                  <a:pt x="1442052" y="3483239"/>
                </a:lnTo>
                <a:lnTo>
                  <a:pt x="1444718" y="3485510"/>
                </a:lnTo>
                <a:lnTo>
                  <a:pt x="1454986" y="3486555"/>
                </a:lnTo>
                <a:lnTo>
                  <a:pt x="1458214" y="3502074"/>
                </a:lnTo>
                <a:lnTo>
                  <a:pt x="1462275" y="3501789"/>
                </a:lnTo>
                <a:lnTo>
                  <a:pt x="1473573" y="3497217"/>
                </a:lnTo>
                <a:lnTo>
                  <a:pt x="1476793" y="3495903"/>
                </a:lnTo>
                <a:lnTo>
                  <a:pt x="1479897" y="3499379"/>
                </a:lnTo>
                <a:lnTo>
                  <a:pt x="1488018" y="3497874"/>
                </a:lnTo>
                <a:lnTo>
                  <a:pt x="1494985" y="3491236"/>
                </a:lnTo>
                <a:lnTo>
                  <a:pt x="1500229" y="3493814"/>
                </a:lnTo>
                <a:lnTo>
                  <a:pt x="1503099" y="3495223"/>
                </a:lnTo>
                <a:lnTo>
                  <a:pt x="1504684" y="3496830"/>
                </a:lnTo>
                <a:lnTo>
                  <a:pt x="1504122" y="3498744"/>
                </a:lnTo>
                <a:lnTo>
                  <a:pt x="1511220" y="3503688"/>
                </a:lnTo>
                <a:lnTo>
                  <a:pt x="1516668" y="3502548"/>
                </a:lnTo>
                <a:lnTo>
                  <a:pt x="1518699" y="3502768"/>
                </a:lnTo>
                <a:lnTo>
                  <a:pt x="1526111" y="3500832"/>
                </a:lnTo>
                <a:lnTo>
                  <a:pt x="1529763" y="3503783"/>
                </a:lnTo>
                <a:lnTo>
                  <a:pt x="1530420" y="3504593"/>
                </a:lnTo>
                <a:lnTo>
                  <a:pt x="1530690" y="3504849"/>
                </a:lnTo>
                <a:lnTo>
                  <a:pt x="1531691" y="3505974"/>
                </a:lnTo>
                <a:lnTo>
                  <a:pt x="1529347" y="3510648"/>
                </a:lnTo>
                <a:lnTo>
                  <a:pt x="1523694" y="3512415"/>
                </a:lnTo>
                <a:lnTo>
                  <a:pt x="1522336" y="3512787"/>
                </a:lnTo>
                <a:lnTo>
                  <a:pt x="1518633" y="3513576"/>
                </a:lnTo>
                <a:lnTo>
                  <a:pt x="1518976" y="3516300"/>
                </a:lnTo>
                <a:lnTo>
                  <a:pt x="1519078" y="3516775"/>
                </a:lnTo>
                <a:lnTo>
                  <a:pt x="1519202" y="3517016"/>
                </a:lnTo>
                <a:lnTo>
                  <a:pt x="1519392" y="3517082"/>
                </a:lnTo>
                <a:lnTo>
                  <a:pt x="1519801" y="3517315"/>
                </a:lnTo>
                <a:lnTo>
                  <a:pt x="1524789" y="3520251"/>
                </a:lnTo>
                <a:lnTo>
                  <a:pt x="1531311" y="3525480"/>
                </a:lnTo>
                <a:lnTo>
                  <a:pt x="1531501" y="3526780"/>
                </a:lnTo>
                <a:lnTo>
                  <a:pt x="1527039" y="3532236"/>
                </a:lnTo>
                <a:lnTo>
                  <a:pt x="1519648" y="3540517"/>
                </a:lnTo>
                <a:lnTo>
                  <a:pt x="1518699" y="3541576"/>
                </a:lnTo>
                <a:lnTo>
                  <a:pt x="1514894" y="3545841"/>
                </a:lnTo>
                <a:lnTo>
                  <a:pt x="1522693" y="3549274"/>
                </a:lnTo>
                <a:lnTo>
                  <a:pt x="1549167" y="3572958"/>
                </a:lnTo>
                <a:lnTo>
                  <a:pt x="1569484" y="3591128"/>
                </a:lnTo>
                <a:lnTo>
                  <a:pt x="1570828" y="3591581"/>
                </a:lnTo>
                <a:lnTo>
                  <a:pt x="1581710" y="3595247"/>
                </a:lnTo>
                <a:lnTo>
                  <a:pt x="1588495" y="3595232"/>
                </a:lnTo>
                <a:lnTo>
                  <a:pt x="1589919" y="3595232"/>
                </a:lnTo>
                <a:lnTo>
                  <a:pt x="1600917" y="3595203"/>
                </a:lnTo>
                <a:lnTo>
                  <a:pt x="1602341" y="3595196"/>
                </a:lnTo>
                <a:lnTo>
                  <a:pt x="1607767" y="3595181"/>
                </a:lnTo>
                <a:lnTo>
                  <a:pt x="1609681" y="3595970"/>
                </a:lnTo>
                <a:lnTo>
                  <a:pt x="1610995" y="3596503"/>
                </a:lnTo>
                <a:lnTo>
                  <a:pt x="1635936" y="3606706"/>
                </a:lnTo>
                <a:lnTo>
                  <a:pt x="1638389" y="3607706"/>
                </a:lnTo>
                <a:lnTo>
                  <a:pt x="1643531" y="3606749"/>
                </a:lnTo>
                <a:lnTo>
                  <a:pt x="1644027" y="3606654"/>
                </a:lnTo>
                <a:lnTo>
                  <a:pt x="1644699" y="3606004"/>
                </a:lnTo>
                <a:lnTo>
                  <a:pt x="1645225" y="3606530"/>
                </a:lnTo>
                <a:lnTo>
                  <a:pt x="1646029" y="3607692"/>
                </a:lnTo>
                <a:lnTo>
                  <a:pt x="1649797" y="3613125"/>
                </a:lnTo>
                <a:lnTo>
                  <a:pt x="1650330" y="3617821"/>
                </a:lnTo>
                <a:lnTo>
                  <a:pt x="1650812" y="3622035"/>
                </a:lnTo>
                <a:lnTo>
                  <a:pt x="1673846" y="3653029"/>
                </a:lnTo>
                <a:lnTo>
                  <a:pt x="1674781" y="3654285"/>
                </a:lnTo>
                <a:lnTo>
                  <a:pt x="1666090" y="3658616"/>
                </a:lnTo>
                <a:lnTo>
                  <a:pt x="1662161" y="3663692"/>
                </a:lnTo>
                <a:lnTo>
                  <a:pt x="1663622" y="3672762"/>
                </a:lnTo>
                <a:lnTo>
                  <a:pt x="1661657" y="3676589"/>
                </a:lnTo>
                <a:lnTo>
                  <a:pt x="1657633" y="3676706"/>
                </a:lnTo>
                <a:lnTo>
                  <a:pt x="1656216" y="3676743"/>
                </a:lnTo>
                <a:lnTo>
                  <a:pt x="1654683" y="3676786"/>
                </a:lnTo>
                <a:lnTo>
                  <a:pt x="1642713" y="3706240"/>
                </a:lnTo>
                <a:lnTo>
                  <a:pt x="1637119" y="3720014"/>
                </a:lnTo>
                <a:lnTo>
                  <a:pt x="1633883" y="3754031"/>
                </a:lnTo>
                <a:lnTo>
                  <a:pt x="1629319" y="3768090"/>
                </a:lnTo>
                <a:lnTo>
                  <a:pt x="1614742" y="3747240"/>
                </a:lnTo>
                <a:lnTo>
                  <a:pt x="1584120" y="3725126"/>
                </a:lnTo>
                <a:lnTo>
                  <a:pt x="1541645" y="3699404"/>
                </a:lnTo>
                <a:lnTo>
                  <a:pt x="1496388" y="3699988"/>
                </a:lnTo>
                <a:lnTo>
                  <a:pt x="1458557" y="3709796"/>
                </a:lnTo>
                <a:lnTo>
                  <a:pt x="1453036" y="3711228"/>
                </a:lnTo>
                <a:lnTo>
                  <a:pt x="1439452" y="3714748"/>
                </a:lnTo>
                <a:lnTo>
                  <a:pt x="1407443" y="3730625"/>
                </a:lnTo>
                <a:lnTo>
                  <a:pt x="1374243" y="3736825"/>
                </a:lnTo>
                <a:lnTo>
                  <a:pt x="1373856" y="3736898"/>
                </a:lnTo>
                <a:lnTo>
                  <a:pt x="1372841" y="3737081"/>
                </a:lnTo>
                <a:lnTo>
                  <a:pt x="1372454" y="3737161"/>
                </a:lnTo>
                <a:lnTo>
                  <a:pt x="1371066" y="3737424"/>
                </a:lnTo>
                <a:lnTo>
                  <a:pt x="1369671" y="3737680"/>
                </a:lnTo>
                <a:lnTo>
                  <a:pt x="1364581" y="3738629"/>
                </a:lnTo>
                <a:lnTo>
                  <a:pt x="1311231" y="3739082"/>
                </a:lnTo>
                <a:lnTo>
                  <a:pt x="1290921" y="3739243"/>
                </a:lnTo>
                <a:lnTo>
                  <a:pt x="1284531" y="3739097"/>
                </a:lnTo>
                <a:lnTo>
                  <a:pt x="1219351" y="3737578"/>
                </a:lnTo>
                <a:lnTo>
                  <a:pt x="1155193" y="3747634"/>
                </a:lnTo>
                <a:lnTo>
                  <a:pt x="1098258" y="3751563"/>
                </a:lnTo>
                <a:lnTo>
                  <a:pt x="1041396" y="3735438"/>
                </a:lnTo>
                <a:lnTo>
                  <a:pt x="1038226" y="3734539"/>
                </a:lnTo>
                <a:lnTo>
                  <a:pt x="1014871" y="3710826"/>
                </a:lnTo>
                <a:lnTo>
                  <a:pt x="1001075" y="3696819"/>
                </a:lnTo>
                <a:lnTo>
                  <a:pt x="982313" y="3670776"/>
                </a:lnTo>
                <a:lnTo>
                  <a:pt x="944103" y="3602214"/>
                </a:lnTo>
                <a:lnTo>
                  <a:pt x="919105" y="3557373"/>
                </a:lnTo>
                <a:lnTo>
                  <a:pt x="882144" y="3532228"/>
                </a:lnTo>
                <a:lnTo>
                  <a:pt x="866544" y="3521653"/>
                </a:lnTo>
                <a:lnTo>
                  <a:pt x="864733" y="3520434"/>
                </a:lnTo>
                <a:lnTo>
                  <a:pt x="768303" y="3455144"/>
                </a:lnTo>
                <a:lnTo>
                  <a:pt x="761000" y="3450200"/>
                </a:lnTo>
                <a:lnTo>
                  <a:pt x="714764" y="3411661"/>
                </a:lnTo>
                <a:lnTo>
                  <a:pt x="680680" y="3383252"/>
                </a:lnTo>
                <a:lnTo>
                  <a:pt x="666074" y="3372955"/>
                </a:lnTo>
                <a:lnTo>
                  <a:pt x="623365" y="3342836"/>
                </a:lnTo>
                <a:lnTo>
                  <a:pt x="584571" y="3356515"/>
                </a:lnTo>
                <a:lnTo>
                  <a:pt x="562092" y="3360481"/>
                </a:lnTo>
                <a:lnTo>
                  <a:pt x="560711" y="3360809"/>
                </a:lnTo>
                <a:lnTo>
                  <a:pt x="549786" y="3363395"/>
                </a:lnTo>
                <a:lnTo>
                  <a:pt x="548413" y="3363723"/>
                </a:lnTo>
                <a:lnTo>
                  <a:pt x="544316" y="3364695"/>
                </a:lnTo>
                <a:lnTo>
                  <a:pt x="524597" y="3365659"/>
                </a:lnTo>
                <a:lnTo>
                  <a:pt x="522633" y="3366294"/>
                </a:lnTo>
                <a:lnTo>
                  <a:pt x="515717" y="3370194"/>
                </a:lnTo>
                <a:lnTo>
                  <a:pt x="513825" y="3372721"/>
                </a:lnTo>
                <a:lnTo>
                  <a:pt x="513694" y="3375481"/>
                </a:lnTo>
                <a:lnTo>
                  <a:pt x="510524" y="3376708"/>
                </a:lnTo>
                <a:lnTo>
                  <a:pt x="507669" y="3379768"/>
                </a:lnTo>
                <a:lnTo>
                  <a:pt x="506405" y="3379023"/>
                </a:lnTo>
                <a:lnTo>
                  <a:pt x="506464" y="3376139"/>
                </a:lnTo>
                <a:lnTo>
                  <a:pt x="505770" y="3374678"/>
                </a:lnTo>
                <a:lnTo>
                  <a:pt x="499489" y="3372392"/>
                </a:lnTo>
                <a:lnTo>
                  <a:pt x="498730" y="3370800"/>
                </a:lnTo>
                <a:lnTo>
                  <a:pt x="498920" y="3366564"/>
                </a:lnTo>
                <a:lnTo>
                  <a:pt x="498284" y="3365995"/>
                </a:lnTo>
                <a:lnTo>
                  <a:pt x="497211" y="3366426"/>
                </a:lnTo>
                <a:lnTo>
                  <a:pt x="495239" y="3374722"/>
                </a:lnTo>
                <a:lnTo>
                  <a:pt x="495495" y="3378308"/>
                </a:lnTo>
                <a:lnTo>
                  <a:pt x="498416" y="3383968"/>
                </a:lnTo>
                <a:lnTo>
                  <a:pt x="498094" y="3389832"/>
                </a:lnTo>
                <a:lnTo>
                  <a:pt x="498796" y="3392666"/>
                </a:lnTo>
                <a:lnTo>
                  <a:pt x="499869" y="3393805"/>
                </a:lnTo>
                <a:lnTo>
                  <a:pt x="503995" y="3395485"/>
                </a:lnTo>
                <a:lnTo>
                  <a:pt x="505325" y="3396880"/>
                </a:lnTo>
                <a:lnTo>
                  <a:pt x="505135" y="3403051"/>
                </a:lnTo>
                <a:lnTo>
                  <a:pt x="499562" y="3409959"/>
                </a:lnTo>
                <a:lnTo>
                  <a:pt x="495181" y="3409726"/>
                </a:lnTo>
                <a:lnTo>
                  <a:pt x="493092" y="3410646"/>
                </a:lnTo>
                <a:lnTo>
                  <a:pt x="492201" y="3412917"/>
                </a:lnTo>
                <a:lnTo>
                  <a:pt x="492011" y="3418387"/>
                </a:lnTo>
                <a:lnTo>
                  <a:pt x="490806" y="3420878"/>
                </a:lnTo>
                <a:lnTo>
                  <a:pt x="487381" y="3422287"/>
                </a:lnTo>
                <a:lnTo>
                  <a:pt x="478953" y="3422477"/>
                </a:lnTo>
                <a:lnTo>
                  <a:pt x="473563" y="3423602"/>
                </a:lnTo>
                <a:lnTo>
                  <a:pt x="472358" y="3425201"/>
                </a:lnTo>
                <a:lnTo>
                  <a:pt x="472417" y="3428217"/>
                </a:lnTo>
                <a:lnTo>
                  <a:pt x="468816" y="3429802"/>
                </a:lnTo>
                <a:lnTo>
                  <a:pt x="467356" y="3432088"/>
                </a:lnTo>
                <a:lnTo>
                  <a:pt x="462470" y="3437186"/>
                </a:lnTo>
                <a:lnTo>
                  <a:pt x="463039" y="3442794"/>
                </a:lnTo>
                <a:lnTo>
                  <a:pt x="462090" y="3443795"/>
                </a:lnTo>
                <a:lnTo>
                  <a:pt x="459870" y="3443904"/>
                </a:lnTo>
                <a:lnTo>
                  <a:pt x="458285" y="3445153"/>
                </a:lnTo>
                <a:lnTo>
                  <a:pt x="456890" y="3447958"/>
                </a:lnTo>
                <a:lnTo>
                  <a:pt x="456131" y="3451704"/>
                </a:lnTo>
                <a:lnTo>
                  <a:pt x="454042" y="3450974"/>
                </a:lnTo>
                <a:lnTo>
                  <a:pt x="452202" y="3447731"/>
                </a:lnTo>
                <a:lnTo>
                  <a:pt x="450997" y="3447731"/>
                </a:lnTo>
                <a:lnTo>
                  <a:pt x="449602" y="3448681"/>
                </a:lnTo>
                <a:lnTo>
                  <a:pt x="448587" y="3451171"/>
                </a:lnTo>
                <a:lnTo>
                  <a:pt x="444913" y="3454165"/>
                </a:lnTo>
                <a:lnTo>
                  <a:pt x="444343" y="3457028"/>
                </a:lnTo>
                <a:lnTo>
                  <a:pt x="441868" y="3456458"/>
                </a:lnTo>
                <a:lnTo>
                  <a:pt x="438004" y="3456648"/>
                </a:lnTo>
                <a:lnTo>
                  <a:pt x="435718" y="3455399"/>
                </a:lnTo>
                <a:lnTo>
                  <a:pt x="440414" y="3452055"/>
                </a:lnTo>
                <a:lnTo>
                  <a:pt x="442503" y="3446979"/>
                </a:lnTo>
                <a:lnTo>
                  <a:pt x="442503" y="3443415"/>
                </a:lnTo>
                <a:lnTo>
                  <a:pt x="446374" y="3439135"/>
                </a:lnTo>
                <a:lnTo>
                  <a:pt x="446878" y="3436375"/>
                </a:lnTo>
                <a:lnTo>
                  <a:pt x="445994" y="3432701"/>
                </a:lnTo>
                <a:lnTo>
                  <a:pt x="446564" y="3430503"/>
                </a:lnTo>
                <a:lnTo>
                  <a:pt x="448462" y="3429298"/>
                </a:lnTo>
                <a:lnTo>
                  <a:pt x="450617" y="3426567"/>
                </a:lnTo>
                <a:lnTo>
                  <a:pt x="454802" y="3424303"/>
                </a:lnTo>
                <a:lnTo>
                  <a:pt x="455561" y="3423193"/>
                </a:lnTo>
                <a:lnTo>
                  <a:pt x="454736" y="3422258"/>
                </a:lnTo>
                <a:lnTo>
                  <a:pt x="448901" y="3420052"/>
                </a:lnTo>
                <a:lnTo>
                  <a:pt x="442437" y="3419892"/>
                </a:lnTo>
                <a:lnTo>
                  <a:pt x="437493" y="3421323"/>
                </a:lnTo>
                <a:lnTo>
                  <a:pt x="439392" y="3416649"/>
                </a:lnTo>
                <a:lnTo>
                  <a:pt x="444212" y="3413414"/>
                </a:lnTo>
                <a:lnTo>
                  <a:pt x="445855" y="3411449"/>
                </a:lnTo>
                <a:lnTo>
                  <a:pt x="446235" y="3409390"/>
                </a:lnTo>
                <a:lnTo>
                  <a:pt x="442496" y="3407024"/>
                </a:lnTo>
                <a:lnTo>
                  <a:pt x="435529" y="3408068"/>
                </a:lnTo>
                <a:lnTo>
                  <a:pt x="432483" y="3411537"/>
                </a:lnTo>
                <a:lnTo>
                  <a:pt x="425005" y="3417255"/>
                </a:lnTo>
                <a:lnTo>
                  <a:pt x="416190" y="3426238"/>
                </a:lnTo>
                <a:lnTo>
                  <a:pt x="412582" y="3423616"/>
                </a:lnTo>
                <a:lnTo>
                  <a:pt x="401357" y="3412340"/>
                </a:lnTo>
                <a:lnTo>
                  <a:pt x="400028" y="3413129"/>
                </a:lnTo>
                <a:lnTo>
                  <a:pt x="396603" y="3413428"/>
                </a:lnTo>
                <a:lnTo>
                  <a:pt x="391849" y="3417533"/>
                </a:lnTo>
                <a:lnTo>
                  <a:pt x="384619" y="3420198"/>
                </a:lnTo>
                <a:lnTo>
                  <a:pt x="371816" y="3419884"/>
                </a:lnTo>
                <a:lnTo>
                  <a:pt x="370859" y="3418789"/>
                </a:lnTo>
                <a:lnTo>
                  <a:pt x="370290" y="3415539"/>
                </a:lnTo>
                <a:lnTo>
                  <a:pt x="371561" y="3410909"/>
                </a:lnTo>
                <a:lnTo>
                  <a:pt x="371875" y="3400816"/>
                </a:lnTo>
                <a:lnTo>
                  <a:pt x="369340" y="3401159"/>
                </a:lnTo>
                <a:lnTo>
                  <a:pt x="366112" y="3403065"/>
                </a:lnTo>
                <a:lnTo>
                  <a:pt x="359708" y="3402766"/>
                </a:lnTo>
                <a:lnTo>
                  <a:pt x="357108" y="3402050"/>
                </a:lnTo>
                <a:lnTo>
                  <a:pt x="350265" y="3396339"/>
                </a:lnTo>
                <a:lnTo>
                  <a:pt x="344364" y="3400195"/>
                </a:lnTo>
                <a:lnTo>
                  <a:pt x="340121" y="3401159"/>
                </a:lnTo>
                <a:lnTo>
                  <a:pt x="330480" y="3411435"/>
                </a:lnTo>
                <a:lnTo>
                  <a:pt x="328961" y="3412034"/>
                </a:lnTo>
                <a:lnTo>
                  <a:pt x="327822" y="3411062"/>
                </a:lnTo>
                <a:lnTo>
                  <a:pt x="326683" y="3408550"/>
                </a:lnTo>
                <a:lnTo>
                  <a:pt x="325215" y="3398274"/>
                </a:lnTo>
                <a:lnTo>
                  <a:pt x="328136" y="3393725"/>
                </a:lnTo>
                <a:lnTo>
                  <a:pt x="330166" y="3388832"/>
                </a:lnTo>
                <a:lnTo>
                  <a:pt x="331817" y="3383201"/>
                </a:lnTo>
                <a:lnTo>
                  <a:pt x="331561" y="3378388"/>
                </a:lnTo>
                <a:lnTo>
                  <a:pt x="333394" y="3372845"/>
                </a:lnTo>
                <a:lnTo>
                  <a:pt x="330860" y="3373108"/>
                </a:lnTo>
                <a:lnTo>
                  <a:pt x="328326" y="3374408"/>
                </a:lnTo>
                <a:lnTo>
                  <a:pt x="321162" y="3385129"/>
                </a:lnTo>
                <a:lnTo>
                  <a:pt x="314063" y="3391190"/>
                </a:lnTo>
                <a:lnTo>
                  <a:pt x="308995" y="3393637"/>
                </a:lnTo>
                <a:lnTo>
                  <a:pt x="306453" y="3395580"/>
                </a:lnTo>
                <a:lnTo>
                  <a:pt x="297894" y="3403204"/>
                </a:lnTo>
                <a:lnTo>
                  <a:pt x="294724" y="3404205"/>
                </a:lnTo>
                <a:lnTo>
                  <a:pt x="289904" y="3403854"/>
                </a:lnTo>
                <a:lnTo>
                  <a:pt x="279132" y="3417387"/>
                </a:lnTo>
                <a:lnTo>
                  <a:pt x="275393" y="3420629"/>
                </a:lnTo>
                <a:lnTo>
                  <a:pt x="272092" y="3421557"/>
                </a:lnTo>
                <a:lnTo>
                  <a:pt x="263029" y="3421623"/>
                </a:lnTo>
                <a:lnTo>
                  <a:pt x="259669" y="3419592"/>
                </a:lnTo>
                <a:lnTo>
                  <a:pt x="257639" y="3415254"/>
                </a:lnTo>
                <a:lnTo>
                  <a:pt x="259669" y="3402050"/>
                </a:lnTo>
                <a:lnTo>
                  <a:pt x="258399" y="3400845"/>
                </a:lnTo>
                <a:lnTo>
                  <a:pt x="254338" y="3401904"/>
                </a:lnTo>
                <a:lnTo>
                  <a:pt x="250475" y="3410573"/>
                </a:lnTo>
                <a:lnTo>
                  <a:pt x="251044" y="3415787"/>
                </a:lnTo>
                <a:lnTo>
                  <a:pt x="249715" y="3418628"/>
                </a:lnTo>
                <a:lnTo>
                  <a:pt x="249715" y="3423368"/>
                </a:lnTo>
                <a:lnTo>
                  <a:pt x="248766" y="3428393"/>
                </a:lnTo>
                <a:lnTo>
                  <a:pt x="241032" y="3443934"/>
                </a:lnTo>
                <a:lnTo>
                  <a:pt x="240338" y="3447169"/>
                </a:lnTo>
                <a:lnTo>
                  <a:pt x="240082" y="3455779"/>
                </a:lnTo>
                <a:lnTo>
                  <a:pt x="234247" y="3461118"/>
                </a:lnTo>
                <a:lnTo>
                  <a:pt x="236592" y="3468728"/>
                </a:lnTo>
                <a:lnTo>
                  <a:pt x="236592" y="3471342"/>
                </a:lnTo>
                <a:lnTo>
                  <a:pt x="235262" y="3472847"/>
                </a:lnTo>
                <a:lnTo>
                  <a:pt x="227149" y="3474950"/>
                </a:lnTo>
                <a:lnTo>
                  <a:pt x="224037" y="3477367"/>
                </a:lnTo>
                <a:lnTo>
                  <a:pt x="223212" y="3480011"/>
                </a:lnTo>
                <a:lnTo>
                  <a:pt x="223022" y="3483867"/>
                </a:lnTo>
                <a:lnTo>
                  <a:pt x="220050" y="3493230"/>
                </a:lnTo>
                <a:lnTo>
                  <a:pt x="217698" y="3495318"/>
                </a:lnTo>
                <a:lnTo>
                  <a:pt x="214156" y="3495910"/>
                </a:lnTo>
                <a:lnTo>
                  <a:pt x="207496" y="3495830"/>
                </a:lnTo>
                <a:lnTo>
                  <a:pt x="192218" y="3497889"/>
                </a:lnTo>
                <a:lnTo>
                  <a:pt x="179284" y="3503768"/>
                </a:lnTo>
                <a:lnTo>
                  <a:pt x="162041" y="3507398"/>
                </a:lnTo>
                <a:lnTo>
                  <a:pt x="152533" y="3504827"/>
                </a:lnTo>
                <a:lnTo>
                  <a:pt x="150188" y="3503564"/>
                </a:lnTo>
                <a:lnTo>
                  <a:pt x="147077" y="3494164"/>
                </a:lnTo>
                <a:lnTo>
                  <a:pt x="142454" y="3489008"/>
                </a:lnTo>
                <a:lnTo>
                  <a:pt x="139789" y="3488030"/>
                </a:lnTo>
                <a:lnTo>
                  <a:pt x="135604" y="3488994"/>
                </a:lnTo>
                <a:lnTo>
                  <a:pt x="130791" y="3488979"/>
                </a:lnTo>
                <a:lnTo>
                  <a:pt x="130083" y="3487168"/>
                </a:lnTo>
                <a:lnTo>
                  <a:pt x="131675" y="3481384"/>
                </a:lnTo>
                <a:lnTo>
                  <a:pt x="131485" y="3479675"/>
                </a:lnTo>
                <a:lnTo>
                  <a:pt x="122422" y="3469531"/>
                </a:lnTo>
                <a:lnTo>
                  <a:pt x="107516" y="3467223"/>
                </a:lnTo>
                <a:lnTo>
                  <a:pt x="104164" y="3466004"/>
                </a:lnTo>
                <a:lnTo>
                  <a:pt x="97883" y="3462418"/>
                </a:lnTo>
                <a:lnTo>
                  <a:pt x="88944" y="3463411"/>
                </a:lnTo>
                <a:lnTo>
                  <a:pt x="88119" y="3464295"/>
                </a:lnTo>
                <a:lnTo>
                  <a:pt x="88813" y="3467158"/>
                </a:lnTo>
                <a:lnTo>
                  <a:pt x="86410" y="3470013"/>
                </a:lnTo>
                <a:lnTo>
                  <a:pt x="63084" y="3479660"/>
                </a:lnTo>
                <a:lnTo>
                  <a:pt x="62317" y="3480610"/>
                </a:lnTo>
                <a:lnTo>
                  <a:pt x="48178" y="3475907"/>
                </a:lnTo>
                <a:lnTo>
                  <a:pt x="42036" y="3471642"/>
                </a:lnTo>
                <a:lnTo>
                  <a:pt x="38735" y="3466734"/>
                </a:lnTo>
                <a:lnTo>
                  <a:pt x="35252" y="3458029"/>
                </a:lnTo>
                <a:lnTo>
                  <a:pt x="26817" y="3443970"/>
                </a:lnTo>
                <a:lnTo>
                  <a:pt x="21369" y="3440581"/>
                </a:lnTo>
                <a:lnTo>
                  <a:pt x="8238" y="3438442"/>
                </a:lnTo>
                <a:lnTo>
                  <a:pt x="0" y="3428137"/>
                </a:lnTo>
                <a:lnTo>
                  <a:pt x="15979" y="3396631"/>
                </a:lnTo>
                <a:lnTo>
                  <a:pt x="12050" y="3388371"/>
                </a:lnTo>
                <a:lnTo>
                  <a:pt x="10209" y="3381704"/>
                </a:lnTo>
                <a:lnTo>
                  <a:pt x="19141" y="3375825"/>
                </a:lnTo>
                <a:lnTo>
                  <a:pt x="31827" y="3377738"/>
                </a:lnTo>
                <a:lnTo>
                  <a:pt x="56613" y="3363176"/>
                </a:lnTo>
                <a:lnTo>
                  <a:pt x="79815" y="3345692"/>
                </a:lnTo>
                <a:lnTo>
                  <a:pt x="98767" y="3322731"/>
                </a:lnTo>
                <a:lnTo>
                  <a:pt x="140044" y="3269703"/>
                </a:lnTo>
                <a:lnTo>
                  <a:pt x="163560" y="3246479"/>
                </a:lnTo>
                <a:lnTo>
                  <a:pt x="165532" y="3243989"/>
                </a:lnTo>
                <a:lnTo>
                  <a:pt x="174084" y="3228141"/>
                </a:lnTo>
                <a:lnTo>
                  <a:pt x="161216" y="3214097"/>
                </a:lnTo>
                <a:lnTo>
                  <a:pt x="161917" y="3208474"/>
                </a:lnTo>
                <a:lnTo>
                  <a:pt x="169899" y="3205903"/>
                </a:lnTo>
                <a:lnTo>
                  <a:pt x="170915" y="3203259"/>
                </a:lnTo>
                <a:lnTo>
                  <a:pt x="171740" y="3189077"/>
                </a:lnTo>
                <a:lnTo>
                  <a:pt x="175669" y="3180853"/>
                </a:lnTo>
                <a:lnTo>
                  <a:pt x="183505" y="3173280"/>
                </a:lnTo>
                <a:lnTo>
                  <a:pt x="184382" y="3172440"/>
                </a:lnTo>
                <a:lnTo>
                  <a:pt x="184739" y="3172097"/>
                </a:lnTo>
                <a:lnTo>
                  <a:pt x="186383" y="3160105"/>
                </a:lnTo>
                <a:lnTo>
                  <a:pt x="190312" y="3153824"/>
                </a:lnTo>
                <a:lnTo>
                  <a:pt x="193196" y="3152597"/>
                </a:lnTo>
                <a:lnTo>
                  <a:pt x="207430" y="3146550"/>
                </a:lnTo>
                <a:lnTo>
                  <a:pt x="220240" y="3137312"/>
                </a:lnTo>
                <a:lnTo>
                  <a:pt x="228478" y="3132273"/>
                </a:lnTo>
                <a:lnTo>
                  <a:pt x="232816" y="3130462"/>
                </a:lnTo>
                <a:lnTo>
                  <a:pt x="233933" y="3129994"/>
                </a:lnTo>
                <a:lnTo>
                  <a:pt x="239579" y="3129249"/>
                </a:lnTo>
                <a:lnTo>
                  <a:pt x="244837" y="3131119"/>
                </a:lnTo>
                <a:lnTo>
                  <a:pt x="262459" y="3148391"/>
                </a:lnTo>
                <a:lnTo>
                  <a:pt x="264533" y="3149888"/>
                </a:lnTo>
                <a:lnTo>
                  <a:pt x="279008" y="3160404"/>
                </a:lnTo>
                <a:lnTo>
                  <a:pt x="302648" y="3174667"/>
                </a:lnTo>
                <a:lnTo>
                  <a:pt x="306453" y="3175726"/>
                </a:lnTo>
                <a:lnTo>
                  <a:pt x="309374" y="3176544"/>
                </a:lnTo>
                <a:lnTo>
                  <a:pt x="319519" y="3176917"/>
                </a:lnTo>
                <a:lnTo>
                  <a:pt x="325770" y="3175872"/>
                </a:lnTo>
                <a:lnTo>
                  <a:pt x="327172" y="3175639"/>
                </a:lnTo>
                <a:lnTo>
                  <a:pt x="342779" y="3173543"/>
                </a:lnTo>
                <a:lnTo>
                  <a:pt x="367946" y="3174288"/>
                </a:lnTo>
                <a:lnTo>
                  <a:pt x="369070" y="3174492"/>
                </a:lnTo>
                <a:lnTo>
                  <a:pt x="370662" y="3174784"/>
                </a:lnTo>
                <a:lnTo>
                  <a:pt x="371451" y="3174930"/>
                </a:lnTo>
                <a:lnTo>
                  <a:pt x="394573" y="3179173"/>
                </a:lnTo>
                <a:lnTo>
                  <a:pt x="421645" y="3188171"/>
                </a:lnTo>
                <a:lnTo>
                  <a:pt x="429606" y="3192312"/>
                </a:lnTo>
                <a:lnTo>
                  <a:pt x="449792" y="3202814"/>
                </a:lnTo>
                <a:lnTo>
                  <a:pt x="465661" y="3213089"/>
                </a:lnTo>
                <a:lnTo>
                  <a:pt x="468940" y="3215207"/>
                </a:lnTo>
                <a:lnTo>
                  <a:pt x="473388" y="3218815"/>
                </a:lnTo>
                <a:close/>
              </a:path>
            </a:pathLst>
          </a:cu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373109" y="1592580"/>
            <a:ext cx="3102132" cy="3768090"/>
          </a:xfrm>
          <a:custGeom>
            <a:avLst/>
            <a:gdLst/>
            <a:ahLst/>
            <a:cxnLst/>
            <a:rect l="l" t="t" r="r" b="b"/>
            <a:pathLst>
              <a:path w="3102132" h="3768090">
                <a:moveTo>
                  <a:pt x="473388" y="3218815"/>
                </a:moveTo>
                <a:lnTo>
                  <a:pt x="498985" y="3239600"/>
                </a:lnTo>
                <a:lnTo>
                  <a:pt x="503864" y="3245982"/>
                </a:lnTo>
                <a:lnTo>
                  <a:pt x="508750" y="3257258"/>
                </a:lnTo>
                <a:lnTo>
                  <a:pt x="519215" y="3286909"/>
                </a:lnTo>
                <a:lnTo>
                  <a:pt x="524466" y="3297039"/>
                </a:lnTo>
                <a:lnTo>
                  <a:pt x="530871" y="3305291"/>
                </a:lnTo>
                <a:lnTo>
                  <a:pt x="543235" y="3318429"/>
                </a:lnTo>
                <a:lnTo>
                  <a:pt x="562004" y="3333459"/>
                </a:lnTo>
                <a:lnTo>
                  <a:pt x="573667" y="3340587"/>
                </a:lnTo>
                <a:lnTo>
                  <a:pt x="580832" y="3343589"/>
                </a:lnTo>
                <a:lnTo>
                  <a:pt x="588310" y="3344662"/>
                </a:lnTo>
                <a:lnTo>
                  <a:pt x="619881" y="3327054"/>
                </a:lnTo>
                <a:lnTo>
                  <a:pt x="577728" y="3264058"/>
                </a:lnTo>
                <a:lnTo>
                  <a:pt x="571323" y="3231091"/>
                </a:lnTo>
                <a:lnTo>
                  <a:pt x="564173" y="3199053"/>
                </a:lnTo>
                <a:lnTo>
                  <a:pt x="560836" y="3184088"/>
                </a:lnTo>
                <a:lnTo>
                  <a:pt x="560565" y="3182891"/>
                </a:lnTo>
                <a:lnTo>
                  <a:pt x="560529" y="3182701"/>
                </a:lnTo>
                <a:lnTo>
                  <a:pt x="560405" y="3182139"/>
                </a:lnTo>
                <a:lnTo>
                  <a:pt x="560310" y="3181722"/>
                </a:lnTo>
                <a:lnTo>
                  <a:pt x="560266" y="3181510"/>
                </a:lnTo>
                <a:lnTo>
                  <a:pt x="560222" y="3181313"/>
                </a:lnTo>
                <a:lnTo>
                  <a:pt x="560003" y="3180342"/>
                </a:lnTo>
                <a:lnTo>
                  <a:pt x="543739" y="3114643"/>
                </a:lnTo>
                <a:lnTo>
                  <a:pt x="534654" y="3105113"/>
                </a:lnTo>
                <a:lnTo>
                  <a:pt x="518521" y="3088184"/>
                </a:lnTo>
                <a:lnTo>
                  <a:pt x="474944" y="3042488"/>
                </a:lnTo>
                <a:lnTo>
                  <a:pt x="460111" y="3026940"/>
                </a:lnTo>
                <a:lnTo>
                  <a:pt x="435215" y="3000853"/>
                </a:lnTo>
                <a:lnTo>
                  <a:pt x="425049" y="2990987"/>
                </a:lnTo>
                <a:lnTo>
                  <a:pt x="413174" y="2979448"/>
                </a:lnTo>
                <a:lnTo>
                  <a:pt x="376943" y="2944269"/>
                </a:lnTo>
                <a:lnTo>
                  <a:pt x="353880" y="2925865"/>
                </a:lnTo>
                <a:lnTo>
                  <a:pt x="330532" y="2907234"/>
                </a:lnTo>
                <a:lnTo>
                  <a:pt x="302444" y="2875093"/>
                </a:lnTo>
                <a:lnTo>
                  <a:pt x="280038" y="2849496"/>
                </a:lnTo>
                <a:lnTo>
                  <a:pt x="273604" y="2842156"/>
                </a:lnTo>
                <a:lnTo>
                  <a:pt x="255660" y="2807021"/>
                </a:lnTo>
                <a:lnTo>
                  <a:pt x="253695" y="2797352"/>
                </a:lnTo>
                <a:lnTo>
                  <a:pt x="229413" y="2721691"/>
                </a:lnTo>
                <a:lnTo>
                  <a:pt x="230851" y="2694480"/>
                </a:lnTo>
                <a:lnTo>
                  <a:pt x="234992" y="2616263"/>
                </a:lnTo>
                <a:lnTo>
                  <a:pt x="313252" y="2597619"/>
                </a:lnTo>
                <a:lnTo>
                  <a:pt x="317342" y="2596647"/>
                </a:lnTo>
                <a:lnTo>
                  <a:pt x="348600" y="2580851"/>
                </a:lnTo>
                <a:lnTo>
                  <a:pt x="348797" y="2600949"/>
                </a:lnTo>
                <a:lnTo>
                  <a:pt x="384290" y="2585605"/>
                </a:lnTo>
                <a:lnTo>
                  <a:pt x="392725" y="2594376"/>
                </a:lnTo>
                <a:lnTo>
                  <a:pt x="401730" y="2589746"/>
                </a:lnTo>
                <a:lnTo>
                  <a:pt x="406039" y="2582727"/>
                </a:lnTo>
                <a:lnTo>
                  <a:pt x="407813" y="2570633"/>
                </a:lnTo>
                <a:lnTo>
                  <a:pt x="401730" y="2571159"/>
                </a:lnTo>
                <a:lnTo>
                  <a:pt x="400335" y="2581756"/>
                </a:lnTo>
                <a:lnTo>
                  <a:pt x="395515" y="2581113"/>
                </a:lnTo>
                <a:lnTo>
                  <a:pt x="396596" y="2575227"/>
                </a:lnTo>
                <a:lnTo>
                  <a:pt x="397355" y="2567537"/>
                </a:lnTo>
                <a:lnTo>
                  <a:pt x="401160" y="2566704"/>
                </a:lnTo>
                <a:lnTo>
                  <a:pt x="417190" y="2563345"/>
                </a:lnTo>
                <a:lnTo>
                  <a:pt x="431906" y="2560263"/>
                </a:lnTo>
                <a:lnTo>
                  <a:pt x="440400" y="2553245"/>
                </a:lnTo>
                <a:lnTo>
                  <a:pt x="454093" y="2549885"/>
                </a:lnTo>
                <a:lnTo>
                  <a:pt x="457642" y="2546986"/>
                </a:lnTo>
                <a:lnTo>
                  <a:pt x="460878" y="2542882"/>
                </a:lnTo>
                <a:lnTo>
                  <a:pt x="455554" y="2533957"/>
                </a:lnTo>
                <a:lnTo>
                  <a:pt x="455254" y="2528494"/>
                </a:lnTo>
                <a:lnTo>
                  <a:pt x="454604" y="2516459"/>
                </a:lnTo>
                <a:lnTo>
                  <a:pt x="463543" y="2512471"/>
                </a:lnTo>
                <a:lnTo>
                  <a:pt x="458146" y="2506381"/>
                </a:lnTo>
                <a:lnTo>
                  <a:pt x="454086" y="2501721"/>
                </a:lnTo>
                <a:lnTo>
                  <a:pt x="457956" y="2497332"/>
                </a:lnTo>
                <a:lnTo>
                  <a:pt x="461696" y="2496302"/>
                </a:lnTo>
                <a:lnTo>
                  <a:pt x="472409" y="2493374"/>
                </a:lnTo>
                <a:lnTo>
                  <a:pt x="480779" y="2488744"/>
                </a:lnTo>
                <a:lnTo>
                  <a:pt x="479829" y="2486954"/>
                </a:lnTo>
                <a:lnTo>
                  <a:pt x="464171" y="2488072"/>
                </a:lnTo>
                <a:lnTo>
                  <a:pt x="466326" y="2480834"/>
                </a:lnTo>
                <a:lnTo>
                  <a:pt x="456562" y="2483719"/>
                </a:lnTo>
                <a:lnTo>
                  <a:pt x="443818" y="2485048"/>
                </a:lnTo>
                <a:lnTo>
                  <a:pt x="443818" y="2481214"/>
                </a:lnTo>
                <a:lnTo>
                  <a:pt x="451238" y="2479213"/>
                </a:lnTo>
                <a:lnTo>
                  <a:pt x="458336" y="2474568"/>
                </a:lnTo>
                <a:lnTo>
                  <a:pt x="468802" y="2472341"/>
                </a:lnTo>
                <a:lnTo>
                  <a:pt x="483824" y="2476664"/>
                </a:lnTo>
                <a:lnTo>
                  <a:pt x="489784" y="2483230"/>
                </a:lnTo>
                <a:lnTo>
                  <a:pt x="502717" y="2473619"/>
                </a:lnTo>
                <a:lnTo>
                  <a:pt x="502140" y="2467126"/>
                </a:lnTo>
                <a:lnTo>
                  <a:pt x="485730" y="2455982"/>
                </a:lnTo>
                <a:lnTo>
                  <a:pt x="485475" y="2450658"/>
                </a:lnTo>
                <a:lnTo>
                  <a:pt x="489652" y="2447758"/>
                </a:lnTo>
                <a:lnTo>
                  <a:pt x="505186" y="2454448"/>
                </a:lnTo>
                <a:lnTo>
                  <a:pt x="507216" y="2447072"/>
                </a:lnTo>
                <a:lnTo>
                  <a:pt x="503630" y="2440930"/>
                </a:lnTo>
                <a:lnTo>
                  <a:pt x="499738" y="2434284"/>
                </a:lnTo>
                <a:lnTo>
                  <a:pt x="492763" y="2428580"/>
                </a:lnTo>
                <a:lnTo>
                  <a:pt x="481473" y="2417816"/>
                </a:lnTo>
                <a:lnTo>
                  <a:pt x="487877" y="2412857"/>
                </a:lnTo>
                <a:lnTo>
                  <a:pt x="499738" y="2412411"/>
                </a:lnTo>
                <a:lnTo>
                  <a:pt x="501067" y="2407102"/>
                </a:lnTo>
                <a:lnTo>
                  <a:pt x="497897" y="2405006"/>
                </a:lnTo>
                <a:lnTo>
                  <a:pt x="488009" y="2405459"/>
                </a:lnTo>
                <a:lnTo>
                  <a:pt x="483313" y="2397133"/>
                </a:lnTo>
                <a:lnTo>
                  <a:pt x="485665" y="2389180"/>
                </a:lnTo>
                <a:lnTo>
                  <a:pt x="489849" y="2385697"/>
                </a:lnTo>
                <a:lnTo>
                  <a:pt x="492508" y="2381585"/>
                </a:lnTo>
                <a:lnTo>
                  <a:pt x="497393" y="2371302"/>
                </a:lnTo>
                <a:lnTo>
                  <a:pt x="488520" y="2368242"/>
                </a:lnTo>
                <a:lnTo>
                  <a:pt x="483634" y="2354001"/>
                </a:lnTo>
                <a:lnTo>
                  <a:pt x="480399" y="2351014"/>
                </a:lnTo>
                <a:lnTo>
                  <a:pt x="484649" y="2325322"/>
                </a:lnTo>
                <a:lnTo>
                  <a:pt x="483569" y="2316069"/>
                </a:lnTo>
                <a:lnTo>
                  <a:pt x="478668" y="2311855"/>
                </a:lnTo>
                <a:lnTo>
                  <a:pt x="474447" y="2308232"/>
                </a:lnTo>
                <a:lnTo>
                  <a:pt x="453903" y="2308335"/>
                </a:lnTo>
                <a:lnTo>
                  <a:pt x="453261" y="2308400"/>
                </a:lnTo>
                <a:lnTo>
                  <a:pt x="452895" y="2308335"/>
                </a:lnTo>
                <a:lnTo>
                  <a:pt x="402110" y="2308568"/>
                </a:lnTo>
                <a:lnTo>
                  <a:pt x="389877" y="2292217"/>
                </a:lnTo>
                <a:lnTo>
                  <a:pt x="384991" y="2280882"/>
                </a:lnTo>
                <a:lnTo>
                  <a:pt x="384356" y="2276734"/>
                </a:lnTo>
                <a:lnTo>
                  <a:pt x="355705" y="2257797"/>
                </a:lnTo>
                <a:lnTo>
                  <a:pt x="321410" y="2258060"/>
                </a:lnTo>
                <a:lnTo>
                  <a:pt x="304547" y="2224093"/>
                </a:lnTo>
                <a:lnTo>
                  <a:pt x="304489" y="2218966"/>
                </a:lnTo>
                <a:lnTo>
                  <a:pt x="304094" y="2184744"/>
                </a:lnTo>
                <a:lnTo>
                  <a:pt x="309046" y="2165902"/>
                </a:lnTo>
                <a:lnTo>
                  <a:pt x="312420" y="2153194"/>
                </a:lnTo>
                <a:lnTo>
                  <a:pt x="314494" y="2145380"/>
                </a:lnTo>
                <a:lnTo>
                  <a:pt x="307337" y="2095828"/>
                </a:lnTo>
                <a:lnTo>
                  <a:pt x="300903" y="2089124"/>
                </a:lnTo>
                <a:lnTo>
                  <a:pt x="282674" y="2070114"/>
                </a:lnTo>
                <a:lnTo>
                  <a:pt x="263022" y="2036856"/>
                </a:lnTo>
                <a:lnTo>
                  <a:pt x="238921" y="1987581"/>
                </a:lnTo>
                <a:lnTo>
                  <a:pt x="237220" y="1984112"/>
                </a:lnTo>
                <a:lnTo>
                  <a:pt x="242799" y="1976327"/>
                </a:lnTo>
                <a:lnTo>
                  <a:pt x="245910" y="1972150"/>
                </a:lnTo>
                <a:lnTo>
                  <a:pt x="247663" y="1970017"/>
                </a:lnTo>
                <a:lnTo>
                  <a:pt x="250467" y="1966599"/>
                </a:lnTo>
                <a:lnTo>
                  <a:pt x="254974" y="1961056"/>
                </a:lnTo>
                <a:lnTo>
                  <a:pt x="258012" y="1955477"/>
                </a:lnTo>
                <a:lnTo>
                  <a:pt x="261123" y="1944318"/>
                </a:lnTo>
                <a:lnTo>
                  <a:pt x="262583" y="1933188"/>
                </a:lnTo>
                <a:lnTo>
                  <a:pt x="262642" y="1921985"/>
                </a:lnTo>
                <a:lnTo>
                  <a:pt x="262131" y="1917449"/>
                </a:lnTo>
                <a:lnTo>
                  <a:pt x="247429" y="1877750"/>
                </a:lnTo>
                <a:lnTo>
                  <a:pt x="257427" y="1838561"/>
                </a:lnTo>
                <a:lnTo>
                  <a:pt x="259889" y="1828914"/>
                </a:lnTo>
                <a:lnTo>
                  <a:pt x="264037" y="1812664"/>
                </a:lnTo>
                <a:lnTo>
                  <a:pt x="269667" y="1777427"/>
                </a:lnTo>
                <a:lnTo>
                  <a:pt x="271574" y="1765493"/>
                </a:lnTo>
                <a:lnTo>
                  <a:pt x="271026" y="1763441"/>
                </a:lnTo>
                <a:lnTo>
                  <a:pt x="270989" y="1763281"/>
                </a:lnTo>
                <a:lnTo>
                  <a:pt x="270938" y="1763120"/>
                </a:lnTo>
                <a:lnTo>
                  <a:pt x="260042" y="1722485"/>
                </a:lnTo>
                <a:lnTo>
                  <a:pt x="236708" y="1667909"/>
                </a:lnTo>
                <a:lnTo>
                  <a:pt x="225732" y="1649622"/>
                </a:lnTo>
                <a:lnTo>
                  <a:pt x="222832" y="1644787"/>
                </a:lnTo>
                <a:lnTo>
                  <a:pt x="191261" y="1608184"/>
                </a:lnTo>
                <a:lnTo>
                  <a:pt x="176742" y="1576605"/>
                </a:lnTo>
                <a:lnTo>
                  <a:pt x="177378" y="1560933"/>
                </a:lnTo>
                <a:lnTo>
                  <a:pt x="223650" y="1576627"/>
                </a:lnTo>
                <a:lnTo>
                  <a:pt x="247298" y="1571165"/>
                </a:lnTo>
                <a:lnTo>
                  <a:pt x="258523" y="1568572"/>
                </a:lnTo>
                <a:lnTo>
                  <a:pt x="267790" y="1552271"/>
                </a:lnTo>
                <a:lnTo>
                  <a:pt x="268221" y="1551519"/>
                </a:lnTo>
                <a:lnTo>
                  <a:pt x="290664" y="1538344"/>
                </a:lnTo>
                <a:lnTo>
                  <a:pt x="288122" y="1511483"/>
                </a:lnTo>
                <a:lnTo>
                  <a:pt x="281608" y="1490283"/>
                </a:lnTo>
                <a:lnTo>
                  <a:pt x="276087" y="1472302"/>
                </a:lnTo>
                <a:lnTo>
                  <a:pt x="279191" y="1467584"/>
                </a:lnTo>
                <a:lnTo>
                  <a:pt x="283748" y="1460661"/>
                </a:lnTo>
                <a:lnTo>
                  <a:pt x="291358" y="1453687"/>
                </a:lnTo>
                <a:lnTo>
                  <a:pt x="297383" y="1450860"/>
                </a:lnTo>
                <a:lnTo>
                  <a:pt x="306446" y="1448136"/>
                </a:lnTo>
                <a:lnTo>
                  <a:pt x="315516" y="1446727"/>
                </a:lnTo>
                <a:lnTo>
                  <a:pt x="324645" y="1445383"/>
                </a:lnTo>
                <a:lnTo>
                  <a:pt x="336688" y="1446778"/>
                </a:lnTo>
                <a:lnTo>
                  <a:pt x="350323" y="1446807"/>
                </a:lnTo>
                <a:lnTo>
                  <a:pt x="363885" y="1448217"/>
                </a:lnTo>
                <a:lnTo>
                  <a:pt x="378973" y="1448202"/>
                </a:lnTo>
                <a:lnTo>
                  <a:pt x="395588" y="1449663"/>
                </a:lnTo>
                <a:lnTo>
                  <a:pt x="406557" y="1449663"/>
                </a:lnTo>
                <a:lnTo>
                  <a:pt x="412254" y="1449655"/>
                </a:lnTo>
                <a:lnTo>
                  <a:pt x="420491" y="1449692"/>
                </a:lnTo>
                <a:lnTo>
                  <a:pt x="428868" y="1449721"/>
                </a:lnTo>
                <a:lnTo>
                  <a:pt x="431212" y="1449531"/>
                </a:lnTo>
                <a:lnTo>
                  <a:pt x="448579" y="1457937"/>
                </a:lnTo>
                <a:lnTo>
                  <a:pt x="463602" y="1459186"/>
                </a:lnTo>
                <a:lnTo>
                  <a:pt x="474067" y="1456126"/>
                </a:lnTo>
                <a:lnTo>
                  <a:pt x="489090" y="1456301"/>
                </a:lnTo>
                <a:lnTo>
                  <a:pt x="493793" y="1456695"/>
                </a:lnTo>
                <a:lnTo>
                  <a:pt x="493910" y="1456717"/>
                </a:lnTo>
                <a:lnTo>
                  <a:pt x="494012" y="1456710"/>
                </a:lnTo>
                <a:lnTo>
                  <a:pt x="504112" y="1457557"/>
                </a:lnTo>
                <a:lnTo>
                  <a:pt x="505814" y="1458675"/>
                </a:lnTo>
                <a:lnTo>
                  <a:pt x="505923" y="1458748"/>
                </a:lnTo>
                <a:lnTo>
                  <a:pt x="506011" y="1458799"/>
                </a:lnTo>
                <a:lnTo>
                  <a:pt x="519018" y="1467358"/>
                </a:lnTo>
                <a:lnTo>
                  <a:pt x="528015" y="1484571"/>
                </a:lnTo>
                <a:lnTo>
                  <a:pt x="541709" y="1495431"/>
                </a:lnTo>
                <a:lnTo>
                  <a:pt x="554613" y="1497980"/>
                </a:lnTo>
                <a:lnTo>
                  <a:pt x="559017" y="1498856"/>
                </a:lnTo>
                <a:lnTo>
                  <a:pt x="553547" y="1485258"/>
                </a:lnTo>
                <a:lnTo>
                  <a:pt x="551531" y="1480248"/>
                </a:lnTo>
                <a:lnTo>
                  <a:pt x="537714" y="1464904"/>
                </a:lnTo>
                <a:lnTo>
                  <a:pt x="518251" y="1449181"/>
                </a:lnTo>
                <a:lnTo>
                  <a:pt x="504580" y="1437999"/>
                </a:lnTo>
                <a:lnTo>
                  <a:pt x="501768" y="1435699"/>
                </a:lnTo>
                <a:lnTo>
                  <a:pt x="481421" y="1413271"/>
                </a:lnTo>
                <a:lnTo>
                  <a:pt x="480406" y="1412110"/>
                </a:lnTo>
                <a:lnTo>
                  <a:pt x="475908" y="1405143"/>
                </a:lnTo>
                <a:lnTo>
                  <a:pt x="462338" y="1388419"/>
                </a:lnTo>
                <a:lnTo>
                  <a:pt x="452559" y="1375331"/>
                </a:lnTo>
                <a:lnTo>
                  <a:pt x="448769" y="1370278"/>
                </a:lnTo>
                <a:lnTo>
                  <a:pt x="435835" y="1346973"/>
                </a:lnTo>
                <a:lnTo>
                  <a:pt x="430110" y="1336764"/>
                </a:lnTo>
                <a:lnTo>
                  <a:pt x="419038" y="1317016"/>
                </a:lnTo>
                <a:lnTo>
                  <a:pt x="412633" y="1299430"/>
                </a:lnTo>
                <a:lnTo>
                  <a:pt x="409975" y="1270181"/>
                </a:lnTo>
                <a:lnTo>
                  <a:pt x="425969" y="1254479"/>
                </a:lnTo>
                <a:lnTo>
                  <a:pt x="432797" y="1247775"/>
                </a:lnTo>
                <a:lnTo>
                  <a:pt x="445600" y="1235257"/>
                </a:lnTo>
                <a:lnTo>
                  <a:pt x="455554" y="1227261"/>
                </a:lnTo>
                <a:lnTo>
                  <a:pt x="466523" y="1218453"/>
                </a:lnTo>
                <a:lnTo>
                  <a:pt x="478157" y="1221571"/>
                </a:lnTo>
                <a:lnTo>
                  <a:pt x="498408" y="1226998"/>
                </a:lnTo>
                <a:lnTo>
                  <a:pt x="503287" y="1251879"/>
                </a:lnTo>
                <a:lnTo>
                  <a:pt x="505062" y="1251894"/>
                </a:lnTo>
                <a:lnTo>
                  <a:pt x="517243" y="1249141"/>
                </a:lnTo>
                <a:lnTo>
                  <a:pt x="527825" y="1247739"/>
                </a:lnTo>
                <a:lnTo>
                  <a:pt x="538408" y="1243590"/>
                </a:lnTo>
                <a:lnTo>
                  <a:pt x="548997" y="1238055"/>
                </a:lnTo>
                <a:lnTo>
                  <a:pt x="558068" y="1231102"/>
                </a:lnTo>
                <a:lnTo>
                  <a:pt x="566948" y="1220666"/>
                </a:lnTo>
                <a:lnTo>
                  <a:pt x="568716" y="1218577"/>
                </a:lnTo>
                <a:lnTo>
                  <a:pt x="579364" y="1203226"/>
                </a:lnTo>
                <a:lnTo>
                  <a:pt x="583044" y="1198391"/>
                </a:lnTo>
                <a:lnTo>
                  <a:pt x="611570" y="1190752"/>
                </a:lnTo>
                <a:lnTo>
                  <a:pt x="636438" y="1168113"/>
                </a:lnTo>
                <a:lnTo>
                  <a:pt x="636576" y="1167974"/>
                </a:lnTo>
                <a:lnTo>
                  <a:pt x="636752" y="1167828"/>
                </a:lnTo>
                <a:lnTo>
                  <a:pt x="645471" y="1159889"/>
                </a:lnTo>
                <a:lnTo>
                  <a:pt x="645581" y="1159809"/>
                </a:lnTo>
                <a:lnTo>
                  <a:pt x="645742" y="1159634"/>
                </a:lnTo>
                <a:lnTo>
                  <a:pt x="646056" y="1159349"/>
                </a:lnTo>
                <a:lnTo>
                  <a:pt x="646180" y="1159152"/>
                </a:lnTo>
                <a:lnTo>
                  <a:pt x="646253" y="1158998"/>
                </a:lnTo>
                <a:lnTo>
                  <a:pt x="646348" y="1158852"/>
                </a:lnTo>
                <a:lnTo>
                  <a:pt x="650116" y="1152447"/>
                </a:lnTo>
                <a:lnTo>
                  <a:pt x="650226" y="1152287"/>
                </a:lnTo>
                <a:lnTo>
                  <a:pt x="650335" y="1152075"/>
                </a:lnTo>
                <a:lnTo>
                  <a:pt x="657339" y="1140149"/>
                </a:lnTo>
                <a:lnTo>
                  <a:pt x="671675" y="1139755"/>
                </a:lnTo>
                <a:lnTo>
                  <a:pt x="693796" y="1132539"/>
                </a:lnTo>
                <a:lnTo>
                  <a:pt x="691635" y="1120730"/>
                </a:lnTo>
                <a:lnTo>
                  <a:pt x="668060" y="1077196"/>
                </a:lnTo>
                <a:lnTo>
                  <a:pt x="670339" y="1055959"/>
                </a:lnTo>
                <a:lnTo>
                  <a:pt x="674399" y="1018976"/>
                </a:lnTo>
                <a:lnTo>
                  <a:pt x="686062" y="976187"/>
                </a:lnTo>
                <a:lnTo>
                  <a:pt x="692022" y="967905"/>
                </a:lnTo>
                <a:lnTo>
                  <a:pt x="701559" y="956497"/>
                </a:lnTo>
                <a:lnTo>
                  <a:pt x="707855" y="948953"/>
                </a:lnTo>
                <a:lnTo>
                  <a:pt x="712500" y="943395"/>
                </a:lnTo>
                <a:lnTo>
                  <a:pt x="728537" y="917835"/>
                </a:lnTo>
                <a:lnTo>
                  <a:pt x="736651" y="903776"/>
                </a:lnTo>
                <a:lnTo>
                  <a:pt x="749081" y="891017"/>
                </a:lnTo>
                <a:lnTo>
                  <a:pt x="761503" y="884299"/>
                </a:lnTo>
                <a:lnTo>
                  <a:pt x="772276" y="877251"/>
                </a:lnTo>
                <a:lnTo>
                  <a:pt x="793075" y="857766"/>
                </a:lnTo>
                <a:lnTo>
                  <a:pt x="813677" y="829525"/>
                </a:lnTo>
                <a:lnTo>
                  <a:pt x="816591" y="816080"/>
                </a:lnTo>
                <a:lnTo>
                  <a:pt x="816905" y="809398"/>
                </a:lnTo>
                <a:lnTo>
                  <a:pt x="819381" y="757823"/>
                </a:lnTo>
                <a:lnTo>
                  <a:pt x="793776" y="725426"/>
                </a:lnTo>
                <a:lnTo>
                  <a:pt x="758086" y="706460"/>
                </a:lnTo>
                <a:lnTo>
                  <a:pt x="778688" y="670434"/>
                </a:lnTo>
                <a:lnTo>
                  <a:pt x="815510" y="662488"/>
                </a:lnTo>
                <a:lnTo>
                  <a:pt x="830292" y="659304"/>
                </a:lnTo>
                <a:lnTo>
                  <a:pt x="882334" y="649189"/>
                </a:lnTo>
                <a:lnTo>
                  <a:pt x="913109" y="646538"/>
                </a:lnTo>
                <a:lnTo>
                  <a:pt x="913277" y="646509"/>
                </a:lnTo>
                <a:lnTo>
                  <a:pt x="913511" y="646502"/>
                </a:lnTo>
                <a:lnTo>
                  <a:pt x="924743" y="645538"/>
                </a:lnTo>
                <a:lnTo>
                  <a:pt x="957906" y="621569"/>
                </a:lnTo>
                <a:lnTo>
                  <a:pt x="949917" y="583468"/>
                </a:lnTo>
                <a:lnTo>
                  <a:pt x="950990" y="560062"/>
                </a:lnTo>
                <a:lnTo>
                  <a:pt x="959907" y="566226"/>
                </a:lnTo>
                <a:lnTo>
                  <a:pt x="975083" y="576735"/>
                </a:lnTo>
                <a:lnTo>
                  <a:pt x="985768" y="586799"/>
                </a:lnTo>
                <a:lnTo>
                  <a:pt x="991910" y="592575"/>
                </a:lnTo>
                <a:lnTo>
                  <a:pt x="997781" y="598111"/>
                </a:lnTo>
                <a:lnTo>
                  <a:pt x="1002463" y="602522"/>
                </a:lnTo>
                <a:lnTo>
                  <a:pt x="1002908" y="608547"/>
                </a:lnTo>
                <a:lnTo>
                  <a:pt x="1005888" y="648722"/>
                </a:lnTo>
                <a:lnTo>
                  <a:pt x="1006333" y="650876"/>
                </a:lnTo>
                <a:lnTo>
                  <a:pt x="1007794" y="663430"/>
                </a:lnTo>
                <a:lnTo>
                  <a:pt x="1009247" y="675962"/>
                </a:lnTo>
                <a:lnTo>
                  <a:pt x="1013753" y="687092"/>
                </a:lnTo>
                <a:lnTo>
                  <a:pt x="1018186" y="696915"/>
                </a:lnTo>
                <a:lnTo>
                  <a:pt x="1024211" y="708060"/>
                </a:lnTo>
                <a:lnTo>
                  <a:pt x="1029915" y="714384"/>
                </a:lnTo>
                <a:lnTo>
                  <a:pt x="1040819" y="714654"/>
                </a:lnTo>
                <a:lnTo>
                  <a:pt x="1047859" y="716349"/>
                </a:lnTo>
                <a:lnTo>
                  <a:pt x="1055593" y="718788"/>
                </a:lnTo>
                <a:lnTo>
                  <a:pt x="1071127" y="722666"/>
                </a:lnTo>
                <a:lnTo>
                  <a:pt x="1096804" y="727756"/>
                </a:lnTo>
                <a:lnTo>
                  <a:pt x="1111951" y="730341"/>
                </a:lnTo>
                <a:lnTo>
                  <a:pt x="1124819" y="731211"/>
                </a:lnTo>
                <a:lnTo>
                  <a:pt x="1164504" y="721293"/>
                </a:lnTo>
                <a:lnTo>
                  <a:pt x="1181754" y="718072"/>
                </a:lnTo>
                <a:lnTo>
                  <a:pt x="1198990" y="716319"/>
                </a:lnTo>
                <a:lnTo>
                  <a:pt x="1217825" y="715502"/>
                </a:lnTo>
                <a:lnTo>
                  <a:pt x="1234556" y="711704"/>
                </a:lnTo>
                <a:lnTo>
                  <a:pt x="1235951" y="711383"/>
                </a:lnTo>
                <a:lnTo>
                  <a:pt x="1242034" y="710024"/>
                </a:lnTo>
                <a:lnTo>
                  <a:pt x="1248125" y="708578"/>
                </a:lnTo>
                <a:lnTo>
                  <a:pt x="1254143" y="708659"/>
                </a:lnTo>
                <a:lnTo>
                  <a:pt x="1261694" y="707234"/>
                </a:lnTo>
                <a:lnTo>
                  <a:pt x="1267719" y="708629"/>
                </a:lnTo>
                <a:lnTo>
                  <a:pt x="1273803" y="710105"/>
                </a:lnTo>
                <a:lnTo>
                  <a:pt x="1278294" y="711470"/>
                </a:lnTo>
                <a:lnTo>
                  <a:pt x="1284392" y="714253"/>
                </a:lnTo>
                <a:lnTo>
                  <a:pt x="1285846" y="719876"/>
                </a:lnTo>
                <a:lnTo>
                  <a:pt x="1288825" y="725441"/>
                </a:lnTo>
                <a:lnTo>
                  <a:pt x="1290345" y="729633"/>
                </a:lnTo>
                <a:lnTo>
                  <a:pt x="1294851" y="733825"/>
                </a:lnTo>
                <a:lnTo>
                  <a:pt x="1303906" y="740807"/>
                </a:lnTo>
                <a:lnTo>
                  <a:pt x="1315957" y="746423"/>
                </a:lnTo>
                <a:lnTo>
                  <a:pt x="1325589" y="749724"/>
                </a:lnTo>
                <a:lnTo>
                  <a:pt x="1352728" y="775796"/>
                </a:lnTo>
                <a:lnTo>
                  <a:pt x="1370029" y="773853"/>
                </a:lnTo>
                <a:lnTo>
                  <a:pt x="1432164" y="766857"/>
                </a:lnTo>
                <a:lnTo>
                  <a:pt x="1431580" y="764944"/>
                </a:lnTo>
                <a:lnTo>
                  <a:pt x="1431536" y="764746"/>
                </a:lnTo>
                <a:lnTo>
                  <a:pt x="1431470" y="764586"/>
                </a:lnTo>
                <a:lnTo>
                  <a:pt x="1421896" y="732898"/>
                </a:lnTo>
                <a:lnTo>
                  <a:pt x="1421888" y="695031"/>
                </a:lnTo>
                <a:lnTo>
                  <a:pt x="1421041" y="689963"/>
                </a:lnTo>
                <a:lnTo>
                  <a:pt x="1420997" y="689773"/>
                </a:lnTo>
                <a:lnTo>
                  <a:pt x="1420975" y="689561"/>
                </a:lnTo>
                <a:lnTo>
                  <a:pt x="1418785" y="676569"/>
                </a:lnTo>
                <a:lnTo>
                  <a:pt x="1414344" y="649766"/>
                </a:lnTo>
                <a:lnTo>
                  <a:pt x="1453394" y="658471"/>
                </a:lnTo>
                <a:lnTo>
                  <a:pt x="1491180" y="668353"/>
                </a:lnTo>
                <a:lnTo>
                  <a:pt x="1511848" y="668353"/>
                </a:lnTo>
                <a:lnTo>
                  <a:pt x="1536102" y="661897"/>
                </a:lnTo>
                <a:lnTo>
                  <a:pt x="1541901" y="660356"/>
                </a:lnTo>
                <a:lnTo>
                  <a:pt x="1555214" y="653418"/>
                </a:lnTo>
                <a:lnTo>
                  <a:pt x="1566242" y="643873"/>
                </a:lnTo>
                <a:lnTo>
                  <a:pt x="1577657" y="637752"/>
                </a:lnTo>
                <a:lnTo>
                  <a:pt x="1594578" y="629610"/>
                </a:lnTo>
                <a:lnTo>
                  <a:pt x="1595659" y="619130"/>
                </a:lnTo>
                <a:lnTo>
                  <a:pt x="1596353" y="614865"/>
                </a:lnTo>
                <a:lnTo>
                  <a:pt x="1597937" y="610673"/>
                </a:lnTo>
                <a:lnTo>
                  <a:pt x="1597945" y="605122"/>
                </a:lnTo>
                <a:lnTo>
                  <a:pt x="1594899" y="600930"/>
                </a:lnTo>
                <a:lnTo>
                  <a:pt x="1590393" y="595336"/>
                </a:lnTo>
                <a:lnTo>
                  <a:pt x="1584368" y="591107"/>
                </a:lnTo>
                <a:lnTo>
                  <a:pt x="1579877" y="585513"/>
                </a:lnTo>
                <a:lnTo>
                  <a:pt x="1569346" y="574369"/>
                </a:lnTo>
                <a:lnTo>
                  <a:pt x="1560283" y="563166"/>
                </a:lnTo>
                <a:lnTo>
                  <a:pt x="1551285" y="552043"/>
                </a:lnTo>
                <a:lnTo>
                  <a:pt x="1542280" y="539474"/>
                </a:lnTo>
                <a:lnTo>
                  <a:pt x="1528711" y="522692"/>
                </a:lnTo>
                <a:lnTo>
                  <a:pt x="1522818" y="496233"/>
                </a:lnTo>
                <a:lnTo>
                  <a:pt x="1522942" y="469759"/>
                </a:lnTo>
                <a:lnTo>
                  <a:pt x="1527513" y="465581"/>
                </a:lnTo>
                <a:lnTo>
                  <a:pt x="1533531" y="461382"/>
                </a:lnTo>
                <a:lnTo>
                  <a:pt x="1538096" y="458680"/>
                </a:lnTo>
                <a:lnTo>
                  <a:pt x="1545640" y="455868"/>
                </a:lnTo>
                <a:lnTo>
                  <a:pt x="1554703" y="455919"/>
                </a:lnTo>
                <a:lnTo>
                  <a:pt x="1565292" y="457314"/>
                </a:lnTo>
                <a:lnTo>
                  <a:pt x="1575882" y="458768"/>
                </a:lnTo>
                <a:lnTo>
                  <a:pt x="1586464" y="460162"/>
                </a:lnTo>
                <a:lnTo>
                  <a:pt x="1588940" y="460951"/>
                </a:lnTo>
                <a:lnTo>
                  <a:pt x="1591029" y="461608"/>
                </a:lnTo>
                <a:lnTo>
                  <a:pt x="1595593" y="462989"/>
                </a:lnTo>
                <a:lnTo>
                  <a:pt x="1600099" y="462974"/>
                </a:lnTo>
                <a:lnTo>
                  <a:pt x="1606117" y="463054"/>
                </a:lnTo>
                <a:lnTo>
                  <a:pt x="1613727" y="461645"/>
                </a:lnTo>
                <a:lnTo>
                  <a:pt x="1622790" y="458914"/>
                </a:lnTo>
                <a:lnTo>
                  <a:pt x="1631926" y="457519"/>
                </a:lnTo>
                <a:lnTo>
                  <a:pt x="1640924" y="456190"/>
                </a:lnTo>
                <a:lnTo>
                  <a:pt x="1648533" y="458994"/>
                </a:lnTo>
                <a:lnTo>
                  <a:pt x="1657597" y="463193"/>
                </a:lnTo>
                <a:lnTo>
                  <a:pt x="1666594" y="467407"/>
                </a:lnTo>
                <a:lnTo>
                  <a:pt x="1675723" y="471606"/>
                </a:lnTo>
                <a:lnTo>
                  <a:pt x="1680229" y="474367"/>
                </a:lnTo>
                <a:lnTo>
                  <a:pt x="1686247" y="477223"/>
                </a:lnTo>
                <a:lnTo>
                  <a:pt x="1692338" y="480005"/>
                </a:lnTo>
                <a:lnTo>
                  <a:pt x="1698290" y="480005"/>
                </a:lnTo>
                <a:lnTo>
                  <a:pt x="1707426" y="480071"/>
                </a:lnTo>
                <a:lnTo>
                  <a:pt x="1716489" y="478676"/>
                </a:lnTo>
                <a:lnTo>
                  <a:pt x="1725560" y="477347"/>
                </a:lnTo>
                <a:lnTo>
                  <a:pt x="1736142" y="474586"/>
                </a:lnTo>
                <a:lnTo>
                  <a:pt x="1745205" y="474572"/>
                </a:lnTo>
                <a:lnTo>
                  <a:pt x="1754400" y="471869"/>
                </a:lnTo>
                <a:lnTo>
                  <a:pt x="1761878" y="470504"/>
                </a:lnTo>
                <a:lnTo>
                  <a:pt x="1769554" y="464939"/>
                </a:lnTo>
                <a:lnTo>
                  <a:pt x="1772533" y="458001"/>
                </a:lnTo>
                <a:lnTo>
                  <a:pt x="1775571" y="449602"/>
                </a:lnTo>
                <a:lnTo>
                  <a:pt x="1775637" y="439831"/>
                </a:lnTo>
                <a:lnTo>
                  <a:pt x="1777222" y="428723"/>
                </a:lnTo>
                <a:lnTo>
                  <a:pt x="1777288" y="418958"/>
                </a:lnTo>
                <a:lnTo>
                  <a:pt x="1778807" y="407850"/>
                </a:lnTo>
                <a:lnTo>
                  <a:pt x="1778865" y="396706"/>
                </a:lnTo>
                <a:lnTo>
                  <a:pt x="1777412" y="385546"/>
                </a:lnTo>
                <a:lnTo>
                  <a:pt x="1772971" y="375804"/>
                </a:lnTo>
                <a:lnTo>
                  <a:pt x="1769495" y="367135"/>
                </a:lnTo>
                <a:lnTo>
                  <a:pt x="1769386" y="366858"/>
                </a:lnTo>
                <a:lnTo>
                  <a:pt x="1768473" y="364594"/>
                </a:lnTo>
                <a:lnTo>
                  <a:pt x="1762455" y="354837"/>
                </a:lnTo>
                <a:lnTo>
                  <a:pt x="1756430" y="343678"/>
                </a:lnTo>
                <a:lnTo>
                  <a:pt x="1750405" y="338135"/>
                </a:lnTo>
                <a:lnTo>
                  <a:pt x="1745906" y="331153"/>
                </a:lnTo>
                <a:lnTo>
                  <a:pt x="1741466" y="324171"/>
                </a:lnTo>
                <a:lnTo>
                  <a:pt x="1738420" y="315758"/>
                </a:lnTo>
                <a:lnTo>
                  <a:pt x="1735448" y="307410"/>
                </a:lnTo>
                <a:lnTo>
                  <a:pt x="1733987" y="297639"/>
                </a:lnTo>
                <a:lnTo>
                  <a:pt x="1730942" y="289299"/>
                </a:lnTo>
                <a:lnTo>
                  <a:pt x="1730051" y="283033"/>
                </a:lnTo>
                <a:lnTo>
                  <a:pt x="1729547" y="279520"/>
                </a:lnTo>
                <a:lnTo>
                  <a:pt x="1722010" y="269726"/>
                </a:lnTo>
                <a:lnTo>
                  <a:pt x="1715985" y="259962"/>
                </a:lnTo>
                <a:lnTo>
                  <a:pt x="1709960" y="251578"/>
                </a:lnTo>
                <a:lnTo>
                  <a:pt x="1704001" y="240419"/>
                </a:lnTo>
                <a:lnTo>
                  <a:pt x="1701021" y="237614"/>
                </a:lnTo>
                <a:lnTo>
                  <a:pt x="1701021" y="233466"/>
                </a:lnTo>
                <a:lnTo>
                  <a:pt x="1701021" y="229311"/>
                </a:lnTo>
                <a:lnTo>
                  <a:pt x="1702547" y="225111"/>
                </a:lnTo>
                <a:lnTo>
                  <a:pt x="1704059" y="223746"/>
                </a:lnTo>
                <a:lnTo>
                  <a:pt x="1707112" y="220963"/>
                </a:lnTo>
                <a:lnTo>
                  <a:pt x="1710150" y="219546"/>
                </a:lnTo>
                <a:lnTo>
                  <a:pt x="1714714" y="218217"/>
                </a:lnTo>
                <a:lnTo>
                  <a:pt x="1731387" y="216852"/>
                </a:lnTo>
                <a:lnTo>
                  <a:pt x="1745300" y="216888"/>
                </a:lnTo>
                <a:lnTo>
                  <a:pt x="1747995" y="216888"/>
                </a:lnTo>
                <a:lnTo>
                  <a:pt x="1766128" y="215603"/>
                </a:lnTo>
                <a:lnTo>
                  <a:pt x="1779690" y="214624"/>
                </a:lnTo>
                <a:lnTo>
                  <a:pt x="1785080" y="214157"/>
                </a:lnTo>
                <a:lnTo>
                  <a:pt x="1795100" y="212893"/>
                </a:lnTo>
                <a:lnTo>
                  <a:pt x="1798963" y="211192"/>
                </a:lnTo>
                <a:lnTo>
                  <a:pt x="1803403" y="209563"/>
                </a:lnTo>
                <a:lnTo>
                  <a:pt x="1808275" y="207723"/>
                </a:lnTo>
                <a:lnTo>
                  <a:pt x="1810247" y="206985"/>
                </a:lnTo>
                <a:lnTo>
                  <a:pt x="1815578" y="204875"/>
                </a:lnTo>
                <a:lnTo>
                  <a:pt x="1826795" y="199090"/>
                </a:lnTo>
                <a:lnTo>
                  <a:pt x="1829841" y="194840"/>
                </a:lnTo>
                <a:lnTo>
                  <a:pt x="1831908" y="191174"/>
                </a:lnTo>
                <a:lnTo>
                  <a:pt x="1831937" y="191101"/>
                </a:lnTo>
                <a:lnTo>
                  <a:pt x="1832017" y="190977"/>
                </a:lnTo>
                <a:lnTo>
                  <a:pt x="1833010" y="189217"/>
                </a:lnTo>
                <a:lnTo>
                  <a:pt x="1835866" y="185098"/>
                </a:lnTo>
                <a:lnTo>
                  <a:pt x="1840489" y="179635"/>
                </a:lnTo>
                <a:lnTo>
                  <a:pt x="1849939" y="175282"/>
                </a:lnTo>
                <a:lnTo>
                  <a:pt x="1858688" y="171287"/>
                </a:lnTo>
                <a:lnTo>
                  <a:pt x="1869278" y="168534"/>
                </a:lnTo>
                <a:lnTo>
                  <a:pt x="1879027" y="166321"/>
                </a:lnTo>
                <a:lnTo>
                  <a:pt x="1881386" y="165795"/>
                </a:lnTo>
                <a:lnTo>
                  <a:pt x="1892034" y="165869"/>
                </a:lnTo>
                <a:lnTo>
                  <a:pt x="1902551" y="167263"/>
                </a:lnTo>
                <a:lnTo>
                  <a:pt x="1950927" y="177371"/>
                </a:lnTo>
                <a:lnTo>
                  <a:pt x="1977678" y="143857"/>
                </a:lnTo>
                <a:lnTo>
                  <a:pt x="1984207" y="135648"/>
                </a:lnTo>
                <a:lnTo>
                  <a:pt x="1984273" y="131493"/>
                </a:lnTo>
                <a:lnTo>
                  <a:pt x="1982754" y="125862"/>
                </a:lnTo>
                <a:lnTo>
                  <a:pt x="1981293" y="118924"/>
                </a:lnTo>
                <a:lnTo>
                  <a:pt x="1976787" y="110540"/>
                </a:lnTo>
                <a:lnTo>
                  <a:pt x="1973873" y="102127"/>
                </a:lnTo>
                <a:lnTo>
                  <a:pt x="1970893" y="95152"/>
                </a:lnTo>
                <a:lnTo>
                  <a:pt x="1952263" y="93706"/>
                </a:lnTo>
                <a:lnTo>
                  <a:pt x="1951430" y="86374"/>
                </a:lnTo>
                <a:lnTo>
                  <a:pt x="1957616" y="80466"/>
                </a:lnTo>
                <a:lnTo>
                  <a:pt x="2005948" y="34295"/>
                </a:lnTo>
                <a:lnTo>
                  <a:pt x="2010264" y="52393"/>
                </a:lnTo>
                <a:lnTo>
                  <a:pt x="2011725" y="52217"/>
                </a:lnTo>
                <a:lnTo>
                  <a:pt x="2011937" y="53028"/>
                </a:lnTo>
                <a:lnTo>
                  <a:pt x="2014325" y="62040"/>
                </a:lnTo>
                <a:lnTo>
                  <a:pt x="2087422" y="58147"/>
                </a:lnTo>
                <a:lnTo>
                  <a:pt x="2092045" y="47938"/>
                </a:lnTo>
                <a:lnTo>
                  <a:pt x="2113852" y="0"/>
                </a:lnTo>
                <a:lnTo>
                  <a:pt x="2163236" y="47799"/>
                </a:lnTo>
                <a:lnTo>
                  <a:pt x="2204827" y="76230"/>
                </a:lnTo>
                <a:lnTo>
                  <a:pt x="2208814" y="78494"/>
                </a:lnTo>
                <a:lnTo>
                  <a:pt x="2230461" y="81539"/>
                </a:lnTo>
                <a:lnTo>
                  <a:pt x="2247112" y="83876"/>
                </a:lnTo>
                <a:lnTo>
                  <a:pt x="2266254" y="103412"/>
                </a:lnTo>
                <a:lnTo>
                  <a:pt x="2274944" y="112322"/>
                </a:lnTo>
                <a:lnTo>
                  <a:pt x="2277982" y="116536"/>
                </a:lnTo>
                <a:lnTo>
                  <a:pt x="2280896" y="120750"/>
                </a:lnTo>
                <a:lnTo>
                  <a:pt x="2279377" y="129097"/>
                </a:lnTo>
                <a:lnTo>
                  <a:pt x="2277851" y="136057"/>
                </a:lnTo>
                <a:lnTo>
                  <a:pt x="2274813" y="142995"/>
                </a:lnTo>
                <a:lnTo>
                  <a:pt x="2274747" y="149926"/>
                </a:lnTo>
                <a:lnTo>
                  <a:pt x="2274689" y="159675"/>
                </a:lnTo>
                <a:lnTo>
                  <a:pt x="2276200" y="169469"/>
                </a:lnTo>
                <a:lnTo>
                  <a:pt x="2279122" y="179211"/>
                </a:lnTo>
                <a:lnTo>
                  <a:pt x="2283620" y="186208"/>
                </a:lnTo>
                <a:lnTo>
                  <a:pt x="2288126" y="191817"/>
                </a:lnTo>
                <a:lnTo>
                  <a:pt x="2294151" y="197455"/>
                </a:lnTo>
                <a:lnTo>
                  <a:pt x="2300169" y="200230"/>
                </a:lnTo>
                <a:lnTo>
                  <a:pt x="2309240" y="201683"/>
                </a:lnTo>
                <a:lnTo>
                  <a:pt x="2319756" y="203085"/>
                </a:lnTo>
                <a:lnTo>
                  <a:pt x="2331865" y="203195"/>
                </a:lnTo>
                <a:lnTo>
                  <a:pt x="2342454" y="203202"/>
                </a:lnTo>
                <a:lnTo>
                  <a:pt x="2354497" y="203246"/>
                </a:lnTo>
                <a:lnTo>
                  <a:pt x="2357543" y="204670"/>
                </a:lnTo>
                <a:lnTo>
                  <a:pt x="2362041" y="207431"/>
                </a:lnTo>
                <a:lnTo>
                  <a:pt x="2365087" y="210235"/>
                </a:lnTo>
                <a:lnTo>
                  <a:pt x="2368066" y="213054"/>
                </a:lnTo>
                <a:lnTo>
                  <a:pt x="2369520" y="224228"/>
                </a:lnTo>
                <a:lnTo>
                  <a:pt x="2370988" y="233919"/>
                </a:lnTo>
                <a:lnTo>
                  <a:pt x="2372441" y="245078"/>
                </a:lnTo>
                <a:lnTo>
                  <a:pt x="2376940" y="253462"/>
                </a:lnTo>
                <a:lnTo>
                  <a:pt x="2381438" y="259078"/>
                </a:lnTo>
                <a:lnTo>
                  <a:pt x="2388982" y="261883"/>
                </a:lnTo>
                <a:lnTo>
                  <a:pt x="2396468" y="264687"/>
                </a:lnTo>
                <a:lnTo>
                  <a:pt x="2405590" y="266126"/>
                </a:lnTo>
                <a:lnTo>
                  <a:pt x="2416179" y="267594"/>
                </a:lnTo>
                <a:lnTo>
                  <a:pt x="2426769" y="268981"/>
                </a:lnTo>
                <a:lnTo>
                  <a:pt x="2437300" y="270442"/>
                </a:lnTo>
                <a:lnTo>
                  <a:pt x="2446363" y="273261"/>
                </a:lnTo>
                <a:lnTo>
                  <a:pt x="2458406" y="285830"/>
                </a:lnTo>
                <a:lnTo>
                  <a:pt x="2468930" y="298435"/>
                </a:lnTo>
                <a:lnTo>
                  <a:pt x="2477861" y="315181"/>
                </a:lnTo>
                <a:lnTo>
                  <a:pt x="2478219" y="316262"/>
                </a:lnTo>
                <a:lnTo>
                  <a:pt x="2483828" y="333249"/>
                </a:lnTo>
                <a:lnTo>
                  <a:pt x="2486852" y="344583"/>
                </a:lnTo>
                <a:lnTo>
                  <a:pt x="2489787" y="355611"/>
                </a:lnTo>
                <a:lnTo>
                  <a:pt x="2494220" y="376520"/>
                </a:lnTo>
                <a:lnTo>
                  <a:pt x="2494644" y="378689"/>
                </a:lnTo>
                <a:lnTo>
                  <a:pt x="2498595" y="398787"/>
                </a:lnTo>
                <a:lnTo>
                  <a:pt x="2504554" y="419703"/>
                </a:lnTo>
                <a:lnTo>
                  <a:pt x="2506015" y="430862"/>
                </a:lnTo>
                <a:lnTo>
                  <a:pt x="2507468" y="440641"/>
                </a:lnTo>
                <a:lnTo>
                  <a:pt x="2508995" y="450354"/>
                </a:lnTo>
                <a:lnTo>
                  <a:pt x="2508929" y="460126"/>
                </a:lnTo>
                <a:lnTo>
                  <a:pt x="2505759" y="481027"/>
                </a:lnTo>
                <a:lnTo>
                  <a:pt x="2503839" y="493947"/>
                </a:lnTo>
                <a:lnTo>
                  <a:pt x="2503160" y="498445"/>
                </a:lnTo>
                <a:lnTo>
                  <a:pt x="2502648" y="501893"/>
                </a:lnTo>
                <a:lnTo>
                  <a:pt x="2498018" y="521348"/>
                </a:lnTo>
                <a:lnTo>
                  <a:pt x="2491810" y="539438"/>
                </a:lnTo>
                <a:lnTo>
                  <a:pt x="2488385" y="561676"/>
                </a:lnTo>
                <a:lnTo>
                  <a:pt x="2484135" y="563202"/>
                </a:lnTo>
                <a:lnTo>
                  <a:pt x="2481250" y="564239"/>
                </a:lnTo>
                <a:lnTo>
                  <a:pt x="2469047" y="568621"/>
                </a:lnTo>
                <a:lnTo>
                  <a:pt x="2467469" y="572806"/>
                </a:lnTo>
                <a:lnTo>
                  <a:pt x="2469054" y="579926"/>
                </a:lnTo>
                <a:lnTo>
                  <a:pt x="2474064" y="602690"/>
                </a:lnTo>
                <a:lnTo>
                  <a:pt x="2473984" y="602844"/>
                </a:lnTo>
                <a:lnTo>
                  <a:pt x="2474130" y="602968"/>
                </a:lnTo>
                <a:lnTo>
                  <a:pt x="2474268" y="603618"/>
                </a:lnTo>
                <a:lnTo>
                  <a:pt x="2474349" y="603764"/>
                </a:lnTo>
                <a:lnTo>
                  <a:pt x="2474334" y="603917"/>
                </a:lnTo>
                <a:lnTo>
                  <a:pt x="2480147" y="630303"/>
                </a:lnTo>
                <a:lnTo>
                  <a:pt x="2478110" y="655725"/>
                </a:lnTo>
                <a:lnTo>
                  <a:pt x="2475897" y="683258"/>
                </a:lnTo>
                <a:lnTo>
                  <a:pt x="2494754" y="698609"/>
                </a:lnTo>
                <a:lnTo>
                  <a:pt x="2495601" y="699311"/>
                </a:lnTo>
                <a:lnTo>
                  <a:pt x="2514457" y="714669"/>
                </a:lnTo>
                <a:lnTo>
                  <a:pt x="2526230" y="724258"/>
                </a:lnTo>
                <a:lnTo>
                  <a:pt x="2543349" y="724974"/>
                </a:lnTo>
                <a:lnTo>
                  <a:pt x="2543524" y="724718"/>
                </a:lnTo>
                <a:lnTo>
                  <a:pt x="2543801" y="724996"/>
                </a:lnTo>
                <a:lnTo>
                  <a:pt x="2575555" y="726317"/>
                </a:lnTo>
                <a:lnTo>
                  <a:pt x="2577074" y="729107"/>
                </a:lnTo>
                <a:lnTo>
                  <a:pt x="2584619" y="743049"/>
                </a:lnTo>
                <a:lnTo>
                  <a:pt x="2591213" y="752338"/>
                </a:lnTo>
                <a:lnTo>
                  <a:pt x="2593623" y="755625"/>
                </a:lnTo>
                <a:lnTo>
                  <a:pt x="2604147" y="766784"/>
                </a:lnTo>
                <a:lnTo>
                  <a:pt x="2613145" y="776578"/>
                </a:lnTo>
                <a:lnTo>
                  <a:pt x="2618067" y="779981"/>
                </a:lnTo>
                <a:lnTo>
                  <a:pt x="2625253" y="784962"/>
                </a:lnTo>
                <a:lnTo>
                  <a:pt x="2637296" y="793367"/>
                </a:lnTo>
                <a:lnTo>
                  <a:pt x="2649412" y="801759"/>
                </a:lnTo>
                <a:lnTo>
                  <a:pt x="2657080" y="807623"/>
                </a:lnTo>
                <a:lnTo>
                  <a:pt x="2670518" y="821265"/>
                </a:lnTo>
                <a:lnTo>
                  <a:pt x="2672329" y="822967"/>
                </a:lnTo>
                <a:lnTo>
                  <a:pt x="2676543" y="826896"/>
                </a:lnTo>
                <a:lnTo>
                  <a:pt x="2680786" y="840392"/>
                </a:lnTo>
                <a:lnTo>
                  <a:pt x="2686117" y="849287"/>
                </a:lnTo>
                <a:lnTo>
                  <a:pt x="2688710" y="854728"/>
                </a:lnTo>
                <a:lnTo>
                  <a:pt x="2694932" y="867392"/>
                </a:lnTo>
                <a:lnTo>
                  <a:pt x="2702856" y="882130"/>
                </a:lnTo>
                <a:lnTo>
                  <a:pt x="2706522" y="892383"/>
                </a:lnTo>
                <a:lnTo>
                  <a:pt x="2706464" y="906281"/>
                </a:lnTo>
                <a:lnTo>
                  <a:pt x="2706376" y="916162"/>
                </a:lnTo>
                <a:lnTo>
                  <a:pt x="2706340" y="920201"/>
                </a:lnTo>
                <a:lnTo>
                  <a:pt x="2706274" y="932777"/>
                </a:lnTo>
                <a:lnTo>
                  <a:pt x="2701461" y="945367"/>
                </a:lnTo>
                <a:lnTo>
                  <a:pt x="2699489" y="954562"/>
                </a:lnTo>
                <a:lnTo>
                  <a:pt x="2699497" y="956147"/>
                </a:lnTo>
                <a:lnTo>
                  <a:pt x="2703930" y="975975"/>
                </a:lnTo>
                <a:lnTo>
                  <a:pt x="2707348" y="991326"/>
                </a:lnTo>
                <a:lnTo>
                  <a:pt x="2708092" y="994671"/>
                </a:lnTo>
                <a:lnTo>
                  <a:pt x="2709823" y="1002485"/>
                </a:lnTo>
                <a:lnTo>
                  <a:pt x="2705368" y="1009175"/>
                </a:lnTo>
                <a:lnTo>
                  <a:pt x="2695889" y="1023394"/>
                </a:lnTo>
                <a:lnTo>
                  <a:pt x="2693910" y="1026366"/>
                </a:lnTo>
                <a:lnTo>
                  <a:pt x="2692391" y="1028616"/>
                </a:lnTo>
                <a:lnTo>
                  <a:pt x="2653538" y="1045179"/>
                </a:lnTo>
                <a:lnTo>
                  <a:pt x="2625319" y="1057207"/>
                </a:lnTo>
                <a:lnTo>
                  <a:pt x="2624625" y="1057149"/>
                </a:lnTo>
                <a:lnTo>
                  <a:pt x="2619359" y="1061976"/>
                </a:lnTo>
                <a:lnTo>
                  <a:pt x="2613210" y="1067490"/>
                </a:lnTo>
                <a:lnTo>
                  <a:pt x="2603242" y="1075604"/>
                </a:lnTo>
                <a:lnTo>
                  <a:pt x="2599583" y="1078591"/>
                </a:lnTo>
                <a:lnTo>
                  <a:pt x="2587408" y="1089699"/>
                </a:lnTo>
                <a:lnTo>
                  <a:pt x="2577783" y="1099624"/>
                </a:lnTo>
                <a:lnTo>
                  <a:pt x="2564652" y="1113317"/>
                </a:lnTo>
                <a:lnTo>
                  <a:pt x="2550958" y="1134138"/>
                </a:lnTo>
                <a:lnTo>
                  <a:pt x="2547884" y="1142581"/>
                </a:lnTo>
                <a:lnTo>
                  <a:pt x="2546394" y="1146663"/>
                </a:lnTo>
                <a:lnTo>
                  <a:pt x="2544795" y="1160320"/>
                </a:lnTo>
                <a:lnTo>
                  <a:pt x="2544787" y="1161744"/>
                </a:lnTo>
                <a:lnTo>
                  <a:pt x="2544670" y="1186129"/>
                </a:lnTo>
                <a:lnTo>
                  <a:pt x="2544663" y="1187546"/>
                </a:lnTo>
                <a:lnTo>
                  <a:pt x="2544663" y="1188554"/>
                </a:lnTo>
                <a:lnTo>
                  <a:pt x="2544656" y="1189971"/>
                </a:lnTo>
                <a:lnTo>
                  <a:pt x="2544583" y="1206994"/>
                </a:lnTo>
                <a:lnTo>
                  <a:pt x="2544576" y="1208411"/>
                </a:lnTo>
                <a:lnTo>
                  <a:pt x="2544554" y="1213421"/>
                </a:lnTo>
                <a:lnTo>
                  <a:pt x="2545744" y="1215619"/>
                </a:lnTo>
                <a:lnTo>
                  <a:pt x="2546416" y="1216868"/>
                </a:lnTo>
                <a:lnTo>
                  <a:pt x="2547475" y="1218833"/>
                </a:lnTo>
                <a:lnTo>
                  <a:pt x="2547760" y="1219344"/>
                </a:lnTo>
                <a:lnTo>
                  <a:pt x="2547825" y="1219454"/>
                </a:lnTo>
                <a:lnTo>
                  <a:pt x="2548154" y="1220074"/>
                </a:lnTo>
                <a:lnTo>
                  <a:pt x="2548724" y="1221141"/>
                </a:lnTo>
                <a:lnTo>
                  <a:pt x="2556596" y="1235710"/>
                </a:lnTo>
                <a:lnTo>
                  <a:pt x="2557816" y="1236316"/>
                </a:lnTo>
                <a:lnTo>
                  <a:pt x="2559094" y="1236945"/>
                </a:lnTo>
                <a:lnTo>
                  <a:pt x="2582267" y="1248359"/>
                </a:lnTo>
                <a:lnTo>
                  <a:pt x="2589855" y="1248381"/>
                </a:lnTo>
                <a:lnTo>
                  <a:pt x="2591279" y="1248381"/>
                </a:lnTo>
                <a:lnTo>
                  <a:pt x="2604761" y="1248410"/>
                </a:lnTo>
                <a:lnTo>
                  <a:pt x="2606177" y="1248410"/>
                </a:lnTo>
                <a:lnTo>
                  <a:pt x="2609683" y="1248425"/>
                </a:lnTo>
                <a:lnTo>
                  <a:pt x="2611100" y="1248425"/>
                </a:lnTo>
                <a:lnTo>
                  <a:pt x="2612787" y="1248425"/>
                </a:lnTo>
                <a:lnTo>
                  <a:pt x="2614203" y="1248432"/>
                </a:lnTo>
                <a:lnTo>
                  <a:pt x="2619995" y="1248440"/>
                </a:lnTo>
                <a:lnTo>
                  <a:pt x="2620550" y="1248447"/>
                </a:lnTo>
                <a:lnTo>
                  <a:pt x="2621419" y="1248447"/>
                </a:lnTo>
                <a:lnTo>
                  <a:pt x="2621974" y="1248447"/>
                </a:lnTo>
                <a:lnTo>
                  <a:pt x="2624282" y="1248454"/>
                </a:lnTo>
                <a:lnTo>
                  <a:pt x="2625589" y="1248454"/>
                </a:lnTo>
                <a:lnTo>
                  <a:pt x="2625706" y="1248454"/>
                </a:lnTo>
                <a:lnTo>
                  <a:pt x="2627006" y="1248454"/>
                </a:lnTo>
                <a:lnTo>
                  <a:pt x="2629343" y="1248462"/>
                </a:lnTo>
                <a:lnTo>
                  <a:pt x="2629781" y="1248462"/>
                </a:lnTo>
                <a:lnTo>
                  <a:pt x="2630760" y="1248469"/>
                </a:lnTo>
                <a:lnTo>
                  <a:pt x="2631198" y="1248462"/>
                </a:lnTo>
                <a:lnTo>
                  <a:pt x="2659797" y="1248527"/>
                </a:lnTo>
                <a:lnTo>
                  <a:pt x="2660702" y="1248527"/>
                </a:lnTo>
                <a:lnTo>
                  <a:pt x="2661214" y="1248535"/>
                </a:lnTo>
                <a:lnTo>
                  <a:pt x="2662119" y="1248527"/>
                </a:lnTo>
                <a:lnTo>
                  <a:pt x="2664800" y="1248535"/>
                </a:lnTo>
                <a:lnTo>
                  <a:pt x="2665449" y="1248542"/>
                </a:lnTo>
                <a:lnTo>
                  <a:pt x="2666209" y="1248608"/>
                </a:lnTo>
                <a:lnTo>
                  <a:pt x="2682159" y="1250112"/>
                </a:lnTo>
                <a:lnTo>
                  <a:pt x="2683561" y="1250251"/>
                </a:lnTo>
                <a:lnTo>
                  <a:pt x="2697306" y="1251543"/>
                </a:lnTo>
                <a:lnTo>
                  <a:pt x="2698708" y="1251668"/>
                </a:lnTo>
                <a:lnTo>
                  <a:pt x="2700921" y="1251879"/>
                </a:lnTo>
                <a:lnTo>
                  <a:pt x="2701344" y="1251923"/>
                </a:lnTo>
                <a:lnTo>
                  <a:pt x="2702323" y="1252011"/>
                </a:lnTo>
                <a:lnTo>
                  <a:pt x="2702754" y="1252047"/>
                </a:lnTo>
                <a:lnTo>
                  <a:pt x="2724904" y="1254143"/>
                </a:lnTo>
                <a:lnTo>
                  <a:pt x="2725992" y="1254238"/>
                </a:lnTo>
                <a:lnTo>
                  <a:pt x="2726219" y="1254574"/>
                </a:lnTo>
                <a:lnTo>
                  <a:pt x="2729578" y="1259570"/>
                </a:lnTo>
                <a:lnTo>
                  <a:pt x="2729797" y="1259891"/>
                </a:lnTo>
                <a:lnTo>
                  <a:pt x="2733405" y="1265237"/>
                </a:lnTo>
                <a:lnTo>
                  <a:pt x="2731886" y="1300204"/>
                </a:lnTo>
                <a:lnTo>
                  <a:pt x="2730550" y="1311736"/>
                </a:lnTo>
                <a:lnTo>
                  <a:pt x="2729447" y="1321317"/>
                </a:lnTo>
                <a:lnTo>
                  <a:pt x="2726913" y="1343256"/>
                </a:lnTo>
                <a:lnTo>
                  <a:pt x="2725605" y="1354474"/>
                </a:lnTo>
                <a:lnTo>
                  <a:pt x="2717871" y="1394721"/>
                </a:lnTo>
                <a:lnTo>
                  <a:pt x="2711788" y="1405851"/>
                </a:lnTo>
                <a:lnTo>
                  <a:pt x="2694027" y="1405807"/>
                </a:lnTo>
                <a:lnTo>
                  <a:pt x="2667918" y="1405742"/>
                </a:lnTo>
                <a:lnTo>
                  <a:pt x="2668867" y="1409276"/>
                </a:lnTo>
                <a:lnTo>
                  <a:pt x="2672577" y="1423028"/>
                </a:lnTo>
                <a:lnTo>
                  <a:pt x="2673483" y="1435458"/>
                </a:lnTo>
                <a:lnTo>
                  <a:pt x="2674739" y="1436247"/>
                </a:lnTo>
                <a:lnTo>
                  <a:pt x="2671811" y="1441169"/>
                </a:lnTo>
                <a:lnTo>
                  <a:pt x="2671080" y="1442396"/>
                </a:lnTo>
                <a:lnTo>
                  <a:pt x="2670554" y="1443280"/>
                </a:lnTo>
                <a:lnTo>
                  <a:pt x="2665610" y="1445018"/>
                </a:lnTo>
                <a:lnTo>
                  <a:pt x="2667253" y="1448647"/>
                </a:lnTo>
                <a:lnTo>
                  <a:pt x="2668787" y="1452146"/>
                </a:lnTo>
                <a:lnTo>
                  <a:pt x="2670160" y="1454548"/>
                </a:lnTo>
                <a:lnTo>
                  <a:pt x="2674498" y="1461800"/>
                </a:lnTo>
                <a:lnTo>
                  <a:pt x="2681619" y="1471572"/>
                </a:lnTo>
                <a:lnTo>
                  <a:pt x="2681582" y="1475968"/>
                </a:lnTo>
                <a:lnTo>
                  <a:pt x="2677923" y="1484659"/>
                </a:lnTo>
                <a:lnTo>
                  <a:pt x="2671321" y="1484688"/>
                </a:lnTo>
                <a:lnTo>
                  <a:pt x="2669510" y="1480730"/>
                </a:lnTo>
                <a:lnTo>
                  <a:pt x="2656598" y="1484645"/>
                </a:lnTo>
                <a:lnTo>
                  <a:pt x="2658059" y="1494548"/>
                </a:lnTo>
                <a:lnTo>
                  <a:pt x="2677025" y="1499309"/>
                </a:lnTo>
                <a:lnTo>
                  <a:pt x="2678559" y="1500281"/>
                </a:lnTo>
                <a:lnTo>
                  <a:pt x="2680005" y="1501171"/>
                </a:lnTo>
                <a:lnTo>
                  <a:pt x="2682948" y="1502764"/>
                </a:lnTo>
                <a:lnTo>
                  <a:pt x="2685234" y="1503764"/>
                </a:lnTo>
                <a:lnTo>
                  <a:pt x="2686979" y="1505400"/>
                </a:lnTo>
                <a:lnTo>
                  <a:pt x="2687892" y="1506481"/>
                </a:lnTo>
                <a:lnTo>
                  <a:pt x="2688849" y="1507759"/>
                </a:lnTo>
                <a:lnTo>
                  <a:pt x="2690426" y="1509490"/>
                </a:lnTo>
                <a:lnTo>
                  <a:pt x="2692332" y="1520715"/>
                </a:lnTo>
                <a:lnTo>
                  <a:pt x="2695955" y="1542047"/>
                </a:lnTo>
                <a:lnTo>
                  <a:pt x="2699467" y="1562744"/>
                </a:lnTo>
                <a:lnTo>
                  <a:pt x="2699708" y="1564146"/>
                </a:lnTo>
                <a:lnTo>
                  <a:pt x="2700307" y="1567681"/>
                </a:lnTo>
                <a:lnTo>
                  <a:pt x="2727380" y="1568433"/>
                </a:lnTo>
                <a:lnTo>
                  <a:pt x="2733909" y="1568214"/>
                </a:lnTo>
                <a:lnTo>
                  <a:pt x="2742030" y="1566754"/>
                </a:lnTo>
                <a:lnTo>
                  <a:pt x="2751290" y="1562635"/>
                </a:lnTo>
                <a:lnTo>
                  <a:pt x="2754394" y="1561254"/>
                </a:lnTo>
                <a:lnTo>
                  <a:pt x="2756351" y="1560385"/>
                </a:lnTo>
                <a:lnTo>
                  <a:pt x="2758572" y="1562328"/>
                </a:lnTo>
                <a:lnTo>
                  <a:pt x="2761675" y="1566461"/>
                </a:lnTo>
                <a:lnTo>
                  <a:pt x="2762946" y="1570193"/>
                </a:lnTo>
                <a:lnTo>
                  <a:pt x="2763136" y="1575043"/>
                </a:lnTo>
                <a:lnTo>
                  <a:pt x="2760346" y="1588875"/>
                </a:lnTo>
                <a:lnTo>
                  <a:pt x="2759273" y="1590584"/>
                </a:lnTo>
                <a:lnTo>
                  <a:pt x="2757367" y="1591891"/>
                </a:lnTo>
                <a:lnTo>
                  <a:pt x="2752422" y="1594140"/>
                </a:lnTo>
                <a:lnTo>
                  <a:pt x="2742154" y="1595024"/>
                </a:lnTo>
                <a:lnTo>
                  <a:pt x="2736575" y="1596908"/>
                </a:lnTo>
                <a:lnTo>
                  <a:pt x="2735056" y="1598376"/>
                </a:lnTo>
                <a:lnTo>
                  <a:pt x="2734479" y="1600560"/>
                </a:lnTo>
                <a:lnTo>
                  <a:pt x="2734931" y="1605278"/>
                </a:lnTo>
                <a:lnTo>
                  <a:pt x="2737648" y="1607454"/>
                </a:lnTo>
                <a:lnTo>
                  <a:pt x="2737904" y="1611916"/>
                </a:lnTo>
                <a:lnTo>
                  <a:pt x="2737970" y="1613326"/>
                </a:lnTo>
                <a:lnTo>
                  <a:pt x="2737758" y="1618701"/>
                </a:lnTo>
                <a:lnTo>
                  <a:pt x="2737714" y="1618766"/>
                </a:lnTo>
                <a:lnTo>
                  <a:pt x="2737458" y="1619183"/>
                </a:lnTo>
                <a:lnTo>
                  <a:pt x="2737393" y="1619314"/>
                </a:lnTo>
                <a:lnTo>
                  <a:pt x="2736940" y="1620059"/>
                </a:lnTo>
                <a:lnTo>
                  <a:pt x="2736896" y="1620117"/>
                </a:lnTo>
                <a:lnTo>
                  <a:pt x="2736567" y="1620665"/>
                </a:lnTo>
                <a:lnTo>
                  <a:pt x="2729096" y="1631131"/>
                </a:lnTo>
                <a:lnTo>
                  <a:pt x="2728461" y="1634161"/>
                </a:lnTo>
                <a:lnTo>
                  <a:pt x="2729286" y="1635790"/>
                </a:lnTo>
                <a:lnTo>
                  <a:pt x="2736764" y="1642319"/>
                </a:lnTo>
                <a:lnTo>
                  <a:pt x="2737079" y="1644999"/>
                </a:lnTo>
                <a:lnTo>
                  <a:pt x="2734354" y="1649213"/>
                </a:lnTo>
                <a:lnTo>
                  <a:pt x="2732193" y="1650542"/>
                </a:lnTo>
                <a:lnTo>
                  <a:pt x="2716287" y="1656728"/>
                </a:lnTo>
                <a:lnTo>
                  <a:pt x="2710897" y="1660927"/>
                </a:lnTo>
                <a:lnTo>
                  <a:pt x="2708677" y="1666010"/>
                </a:lnTo>
                <a:lnTo>
                  <a:pt x="2708173" y="1669406"/>
                </a:lnTo>
                <a:lnTo>
                  <a:pt x="2708553" y="1670611"/>
                </a:lnTo>
                <a:lnTo>
                  <a:pt x="2711342" y="1673576"/>
                </a:lnTo>
                <a:lnTo>
                  <a:pt x="2713687" y="1674577"/>
                </a:lnTo>
                <a:lnTo>
                  <a:pt x="2716542" y="1674365"/>
                </a:lnTo>
                <a:lnTo>
                  <a:pt x="2712613" y="1681968"/>
                </a:lnTo>
                <a:lnTo>
                  <a:pt x="2710371" y="1683516"/>
                </a:lnTo>
                <a:lnTo>
                  <a:pt x="2710006" y="1683764"/>
                </a:lnTo>
                <a:lnTo>
                  <a:pt x="2709370" y="1684509"/>
                </a:lnTo>
                <a:lnTo>
                  <a:pt x="2707092" y="1686079"/>
                </a:lnTo>
                <a:lnTo>
                  <a:pt x="2701140" y="1685999"/>
                </a:lnTo>
                <a:lnTo>
                  <a:pt x="2691945" y="1683691"/>
                </a:lnTo>
                <a:lnTo>
                  <a:pt x="2681991" y="1683202"/>
                </a:lnTo>
                <a:lnTo>
                  <a:pt x="2680866" y="1683143"/>
                </a:lnTo>
                <a:lnTo>
                  <a:pt x="2680574" y="1683129"/>
                </a:lnTo>
                <a:lnTo>
                  <a:pt x="2679457" y="1683070"/>
                </a:lnTo>
                <a:lnTo>
                  <a:pt x="2664281" y="1682771"/>
                </a:lnTo>
                <a:lnTo>
                  <a:pt x="2605849" y="1681588"/>
                </a:lnTo>
                <a:lnTo>
                  <a:pt x="2594310" y="1683180"/>
                </a:lnTo>
                <a:lnTo>
                  <a:pt x="2584195" y="1688811"/>
                </a:lnTo>
                <a:lnTo>
                  <a:pt x="2580492" y="1690877"/>
                </a:lnTo>
                <a:lnTo>
                  <a:pt x="2562468" y="1702614"/>
                </a:lnTo>
                <a:lnTo>
                  <a:pt x="2558671" y="1705082"/>
                </a:lnTo>
                <a:lnTo>
                  <a:pt x="2537703" y="1718724"/>
                </a:lnTo>
                <a:lnTo>
                  <a:pt x="2534840" y="1720075"/>
                </a:lnTo>
                <a:lnTo>
                  <a:pt x="2525346" y="1724530"/>
                </a:lnTo>
                <a:lnTo>
                  <a:pt x="2519380" y="1727327"/>
                </a:lnTo>
                <a:lnTo>
                  <a:pt x="2510499" y="1728839"/>
                </a:lnTo>
                <a:lnTo>
                  <a:pt x="2504606" y="1729832"/>
                </a:lnTo>
                <a:lnTo>
                  <a:pt x="2481345" y="1728693"/>
                </a:lnTo>
                <a:lnTo>
                  <a:pt x="2475451" y="1729599"/>
                </a:lnTo>
                <a:lnTo>
                  <a:pt x="2473355" y="1732549"/>
                </a:lnTo>
                <a:lnTo>
                  <a:pt x="2473859" y="1735938"/>
                </a:lnTo>
                <a:lnTo>
                  <a:pt x="2486099" y="1749982"/>
                </a:lnTo>
                <a:lnTo>
                  <a:pt x="2486647" y="1751844"/>
                </a:lnTo>
                <a:lnTo>
                  <a:pt x="2487173" y="1753611"/>
                </a:lnTo>
                <a:lnTo>
                  <a:pt x="2485406" y="1759490"/>
                </a:lnTo>
                <a:lnTo>
                  <a:pt x="2481279" y="1765150"/>
                </a:lnTo>
                <a:lnTo>
                  <a:pt x="2479505" y="1773074"/>
                </a:lnTo>
                <a:lnTo>
                  <a:pt x="2477606" y="1781933"/>
                </a:lnTo>
                <a:lnTo>
                  <a:pt x="2476656" y="1787877"/>
                </a:lnTo>
                <a:lnTo>
                  <a:pt x="2479183" y="1799161"/>
                </a:lnTo>
                <a:lnTo>
                  <a:pt x="2487034" y="1813256"/>
                </a:lnTo>
                <a:lnTo>
                  <a:pt x="2498902" y="1834588"/>
                </a:lnTo>
                <a:lnTo>
                  <a:pt x="2512215" y="1846909"/>
                </a:lnTo>
                <a:lnTo>
                  <a:pt x="2525960" y="1857308"/>
                </a:lnTo>
                <a:lnTo>
                  <a:pt x="2529838" y="1860244"/>
                </a:lnTo>
                <a:lnTo>
                  <a:pt x="2544152" y="1866233"/>
                </a:lnTo>
                <a:lnTo>
                  <a:pt x="2554311" y="1870476"/>
                </a:lnTo>
                <a:lnTo>
                  <a:pt x="2575548" y="1874777"/>
                </a:lnTo>
                <a:lnTo>
                  <a:pt x="2602723" y="1883256"/>
                </a:lnTo>
                <a:lnTo>
                  <a:pt x="2604030" y="1883665"/>
                </a:lnTo>
                <a:lnTo>
                  <a:pt x="2609785" y="1885462"/>
                </a:lnTo>
                <a:lnTo>
                  <a:pt x="2638245" y="1905377"/>
                </a:lnTo>
                <a:lnTo>
                  <a:pt x="2665187" y="1926045"/>
                </a:lnTo>
                <a:lnTo>
                  <a:pt x="2679559" y="1940936"/>
                </a:lnTo>
                <a:lnTo>
                  <a:pt x="2681451" y="1942894"/>
                </a:lnTo>
                <a:lnTo>
                  <a:pt x="2708238" y="1970638"/>
                </a:lnTo>
                <a:lnTo>
                  <a:pt x="2726299" y="1979088"/>
                </a:lnTo>
                <a:lnTo>
                  <a:pt x="2746777" y="1981498"/>
                </a:lnTo>
                <a:lnTo>
                  <a:pt x="2748581" y="1981637"/>
                </a:lnTo>
                <a:lnTo>
                  <a:pt x="2749216" y="1981688"/>
                </a:lnTo>
                <a:lnTo>
                  <a:pt x="2776143" y="1983747"/>
                </a:lnTo>
                <a:lnTo>
                  <a:pt x="2794642" y="1985157"/>
                </a:lnTo>
                <a:lnTo>
                  <a:pt x="2829003" y="1989597"/>
                </a:lnTo>
                <a:lnTo>
                  <a:pt x="2887012" y="1982294"/>
                </a:lnTo>
                <a:lnTo>
                  <a:pt x="2927135" y="1980490"/>
                </a:lnTo>
                <a:lnTo>
                  <a:pt x="2972341" y="1978474"/>
                </a:lnTo>
                <a:lnTo>
                  <a:pt x="2985859" y="1976963"/>
                </a:lnTo>
                <a:lnTo>
                  <a:pt x="3008667" y="1974414"/>
                </a:lnTo>
                <a:lnTo>
                  <a:pt x="3060227" y="1954790"/>
                </a:lnTo>
                <a:lnTo>
                  <a:pt x="3063273" y="1953629"/>
                </a:lnTo>
                <a:lnTo>
                  <a:pt x="3060110" y="1959026"/>
                </a:lnTo>
                <a:lnTo>
                  <a:pt x="3051011" y="1974516"/>
                </a:lnTo>
                <a:lnTo>
                  <a:pt x="3041758" y="2002341"/>
                </a:lnTo>
                <a:lnTo>
                  <a:pt x="3041692" y="2014026"/>
                </a:lnTo>
                <a:lnTo>
                  <a:pt x="3047337" y="2034592"/>
                </a:lnTo>
                <a:lnTo>
                  <a:pt x="3057094" y="2070143"/>
                </a:lnTo>
                <a:lnTo>
                  <a:pt x="3068407" y="2124588"/>
                </a:lnTo>
                <a:lnTo>
                  <a:pt x="3069991" y="2134053"/>
                </a:lnTo>
                <a:lnTo>
                  <a:pt x="3075001" y="2138844"/>
                </a:lnTo>
                <a:lnTo>
                  <a:pt x="3086475" y="2137062"/>
                </a:lnTo>
                <a:lnTo>
                  <a:pt x="3093697" y="2135952"/>
                </a:lnTo>
                <a:lnTo>
                  <a:pt x="3102132" y="2140786"/>
                </a:lnTo>
                <a:lnTo>
                  <a:pt x="3096049" y="2149346"/>
                </a:lnTo>
                <a:lnTo>
                  <a:pt x="3089834" y="2164989"/>
                </a:lnTo>
                <a:lnTo>
                  <a:pt x="3086416" y="2167304"/>
                </a:lnTo>
                <a:lnTo>
                  <a:pt x="3077024" y="2166384"/>
                </a:lnTo>
                <a:lnTo>
                  <a:pt x="3067713" y="2165464"/>
                </a:lnTo>
                <a:lnTo>
                  <a:pt x="3061023" y="2159088"/>
                </a:lnTo>
                <a:lnTo>
                  <a:pt x="3027173" y="2150755"/>
                </a:lnTo>
                <a:lnTo>
                  <a:pt x="3026092" y="2165683"/>
                </a:lnTo>
                <a:lnTo>
                  <a:pt x="3029963" y="2188519"/>
                </a:lnTo>
                <a:lnTo>
                  <a:pt x="3036046" y="2201658"/>
                </a:lnTo>
                <a:lnTo>
                  <a:pt x="3035039" y="2206266"/>
                </a:lnTo>
                <a:lnTo>
                  <a:pt x="3029510" y="2209647"/>
                </a:lnTo>
                <a:lnTo>
                  <a:pt x="3025092" y="2212350"/>
                </a:lnTo>
                <a:lnTo>
                  <a:pt x="3019505" y="2215767"/>
                </a:lnTo>
                <a:lnTo>
                  <a:pt x="3017854" y="2217462"/>
                </a:lnTo>
                <a:lnTo>
                  <a:pt x="3006381" y="2229074"/>
                </a:lnTo>
                <a:lnTo>
                  <a:pt x="3004146" y="2243841"/>
                </a:lnTo>
                <a:lnTo>
                  <a:pt x="3004015" y="2244681"/>
                </a:lnTo>
                <a:lnTo>
                  <a:pt x="3003526" y="2247916"/>
                </a:lnTo>
                <a:lnTo>
                  <a:pt x="3002386" y="2264384"/>
                </a:lnTo>
                <a:lnTo>
                  <a:pt x="3003840" y="2280152"/>
                </a:lnTo>
                <a:lnTo>
                  <a:pt x="3008667" y="2296730"/>
                </a:lnTo>
                <a:lnTo>
                  <a:pt x="3019505" y="2306304"/>
                </a:lnTo>
                <a:lnTo>
                  <a:pt x="3055188" y="2311219"/>
                </a:lnTo>
                <a:lnTo>
                  <a:pt x="3059563" y="2316120"/>
                </a:lnTo>
                <a:lnTo>
                  <a:pt x="3063966" y="2323919"/>
                </a:lnTo>
                <a:lnTo>
                  <a:pt x="3063966" y="2332574"/>
                </a:lnTo>
                <a:lnTo>
                  <a:pt x="3063433" y="2333070"/>
                </a:lnTo>
                <a:lnTo>
                  <a:pt x="3061454" y="2334918"/>
                </a:lnTo>
                <a:lnTo>
                  <a:pt x="3054560" y="2341367"/>
                </a:lnTo>
                <a:lnTo>
                  <a:pt x="3044985" y="2347246"/>
                </a:lnTo>
                <a:lnTo>
                  <a:pt x="3040421" y="2349042"/>
                </a:lnTo>
                <a:lnTo>
                  <a:pt x="3029832" y="2356469"/>
                </a:lnTo>
                <a:lnTo>
                  <a:pt x="3019373" y="2366533"/>
                </a:lnTo>
                <a:lnTo>
                  <a:pt x="3013728" y="2381227"/>
                </a:lnTo>
                <a:lnTo>
                  <a:pt x="3016394" y="2397644"/>
                </a:lnTo>
                <a:lnTo>
                  <a:pt x="3018300" y="2413353"/>
                </a:lnTo>
                <a:lnTo>
                  <a:pt x="3018044" y="2421913"/>
                </a:lnTo>
                <a:lnTo>
                  <a:pt x="3017445" y="2423410"/>
                </a:lnTo>
                <a:lnTo>
                  <a:pt x="3009229" y="2443866"/>
                </a:lnTo>
                <a:lnTo>
                  <a:pt x="3006250" y="2448949"/>
                </a:lnTo>
                <a:lnTo>
                  <a:pt x="3004417" y="2456113"/>
                </a:lnTo>
                <a:lnTo>
                  <a:pt x="2988306" y="2458173"/>
                </a:lnTo>
                <a:lnTo>
                  <a:pt x="2975693" y="2458253"/>
                </a:lnTo>
                <a:lnTo>
                  <a:pt x="2970180" y="2447510"/>
                </a:lnTo>
                <a:lnTo>
                  <a:pt x="2955537" y="2450395"/>
                </a:lnTo>
                <a:lnTo>
                  <a:pt x="2947737" y="2443924"/>
                </a:lnTo>
                <a:lnTo>
                  <a:pt x="2937469" y="2425842"/>
                </a:lnTo>
                <a:lnTo>
                  <a:pt x="2923016" y="2431166"/>
                </a:lnTo>
                <a:lnTo>
                  <a:pt x="2909513" y="2437855"/>
                </a:lnTo>
                <a:lnTo>
                  <a:pt x="2894673" y="2425447"/>
                </a:lnTo>
                <a:lnTo>
                  <a:pt x="2890240" y="2427288"/>
                </a:lnTo>
                <a:lnTo>
                  <a:pt x="2876736" y="2432897"/>
                </a:lnTo>
                <a:lnTo>
                  <a:pt x="2875378" y="2433072"/>
                </a:lnTo>
                <a:lnTo>
                  <a:pt x="2872230" y="2433481"/>
                </a:lnTo>
                <a:lnTo>
                  <a:pt x="2871471" y="2429946"/>
                </a:lnTo>
                <a:lnTo>
                  <a:pt x="2867790" y="2412579"/>
                </a:lnTo>
                <a:lnTo>
                  <a:pt x="2864058" y="2414478"/>
                </a:lnTo>
                <a:lnTo>
                  <a:pt x="2857208" y="2402464"/>
                </a:lnTo>
                <a:lnTo>
                  <a:pt x="2851694" y="2389531"/>
                </a:lnTo>
                <a:lnTo>
                  <a:pt x="2855375" y="2387866"/>
                </a:lnTo>
                <a:lnTo>
                  <a:pt x="2859866" y="2399404"/>
                </a:lnTo>
                <a:lnTo>
                  <a:pt x="2864942" y="2398579"/>
                </a:lnTo>
                <a:lnTo>
                  <a:pt x="2856638" y="2378518"/>
                </a:lnTo>
                <a:lnTo>
                  <a:pt x="2854739" y="2378277"/>
                </a:lnTo>
                <a:lnTo>
                  <a:pt x="2848020" y="2379511"/>
                </a:lnTo>
                <a:lnTo>
                  <a:pt x="2845289" y="2369717"/>
                </a:lnTo>
                <a:lnTo>
                  <a:pt x="2847896" y="2367629"/>
                </a:lnTo>
                <a:lnTo>
                  <a:pt x="2852073" y="2364284"/>
                </a:lnTo>
                <a:lnTo>
                  <a:pt x="2845859" y="2359675"/>
                </a:lnTo>
                <a:lnTo>
                  <a:pt x="2843836" y="2358638"/>
                </a:lnTo>
                <a:lnTo>
                  <a:pt x="2830456" y="2355330"/>
                </a:lnTo>
                <a:lnTo>
                  <a:pt x="2831975" y="2350904"/>
                </a:lnTo>
                <a:lnTo>
                  <a:pt x="2823292" y="2348012"/>
                </a:lnTo>
                <a:lnTo>
                  <a:pt x="2808773" y="2343280"/>
                </a:lnTo>
                <a:lnTo>
                  <a:pt x="2808394" y="2338270"/>
                </a:lnTo>
                <a:lnTo>
                  <a:pt x="2808649" y="2334443"/>
                </a:lnTo>
                <a:lnTo>
                  <a:pt x="2811059" y="2320334"/>
                </a:lnTo>
                <a:lnTo>
                  <a:pt x="2806933" y="2316054"/>
                </a:lnTo>
                <a:lnTo>
                  <a:pt x="2803070" y="2305830"/>
                </a:lnTo>
                <a:lnTo>
                  <a:pt x="2802756" y="2298227"/>
                </a:lnTo>
                <a:lnTo>
                  <a:pt x="2804340" y="2289828"/>
                </a:lnTo>
                <a:lnTo>
                  <a:pt x="2802887" y="2284198"/>
                </a:lnTo>
                <a:lnTo>
                  <a:pt x="2802938" y="2277260"/>
                </a:lnTo>
                <a:lnTo>
                  <a:pt x="2801485" y="2270241"/>
                </a:lnTo>
                <a:lnTo>
                  <a:pt x="2798505" y="2264640"/>
                </a:lnTo>
                <a:lnTo>
                  <a:pt x="2792487" y="2261857"/>
                </a:lnTo>
                <a:lnTo>
                  <a:pt x="2787981" y="2257695"/>
                </a:lnTo>
                <a:lnTo>
                  <a:pt x="2780437" y="2256256"/>
                </a:lnTo>
                <a:lnTo>
                  <a:pt x="2774419" y="2253400"/>
                </a:lnTo>
                <a:lnTo>
                  <a:pt x="2770468" y="2252802"/>
                </a:lnTo>
                <a:lnTo>
                  <a:pt x="2765349" y="2252013"/>
                </a:lnTo>
                <a:lnTo>
                  <a:pt x="2756278" y="2250574"/>
                </a:lnTo>
                <a:lnTo>
                  <a:pt x="2747223" y="2249121"/>
                </a:lnTo>
                <a:lnTo>
                  <a:pt x="2743016" y="2250932"/>
                </a:lnTo>
                <a:lnTo>
                  <a:pt x="2742534" y="2251136"/>
                </a:lnTo>
                <a:lnTo>
                  <a:pt x="2713424" y="2263661"/>
                </a:lnTo>
                <a:lnTo>
                  <a:pt x="2661192" y="2257322"/>
                </a:lnTo>
                <a:lnTo>
                  <a:pt x="2658899" y="2254766"/>
                </a:lnTo>
                <a:lnTo>
                  <a:pt x="2653691" y="2248989"/>
                </a:lnTo>
                <a:lnTo>
                  <a:pt x="2642050" y="2236034"/>
                </a:lnTo>
                <a:lnTo>
                  <a:pt x="2637106" y="2237502"/>
                </a:lnTo>
                <a:lnTo>
                  <a:pt x="2617446" y="2244454"/>
                </a:lnTo>
                <a:lnTo>
                  <a:pt x="2599320" y="2251429"/>
                </a:lnTo>
                <a:lnTo>
                  <a:pt x="2591710" y="2255555"/>
                </a:lnTo>
                <a:lnTo>
                  <a:pt x="2584166" y="2258381"/>
                </a:lnTo>
                <a:lnTo>
                  <a:pt x="2581244" y="2261120"/>
                </a:lnTo>
                <a:lnTo>
                  <a:pt x="2560715" y="2267108"/>
                </a:lnTo>
                <a:lnTo>
                  <a:pt x="2543276" y="2278983"/>
                </a:lnTo>
                <a:lnTo>
                  <a:pt x="2533577" y="2293998"/>
                </a:lnTo>
                <a:lnTo>
                  <a:pt x="2530327" y="2307341"/>
                </a:lnTo>
                <a:lnTo>
                  <a:pt x="2528187" y="2316105"/>
                </a:lnTo>
                <a:lnTo>
                  <a:pt x="2527238" y="2323605"/>
                </a:lnTo>
                <a:lnTo>
                  <a:pt x="2521593" y="2325504"/>
                </a:lnTo>
                <a:lnTo>
                  <a:pt x="2522162" y="2333633"/>
                </a:lnTo>
                <a:lnTo>
                  <a:pt x="2505299" y="2339767"/>
                </a:lnTo>
                <a:lnTo>
                  <a:pt x="2500421" y="2347560"/>
                </a:lnTo>
                <a:lnTo>
                  <a:pt x="2492753" y="2347706"/>
                </a:lnTo>
                <a:lnTo>
                  <a:pt x="2486786" y="2353519"/>
                </a:lnTo>
                <a:lnTo>
                  <a:pt x="2484573" y="2362078"/>
                </a:lnTo>
                <a:lnTo>
                  <a:pt x="2478482" y="2360033"/>
                </a:lnTo>
                <a:lnTo>
                  <a:pt x="2478234" y="2356769"/>
                </a:lnTo>
                <a:lnTo>
                  <a:pt x="2470434" y="2356659"/>
                </a:lnTo>
                <a:lnTo>
                  <a:pt x="2469361" y="2363648"/>
                </a:lnTo>
                <a:lnTo>
                  <a:pt x="2467462" y="2373668"/>
                </a:lnTo>
                <a:lnTo>
                  <a:pt x="2451738" y="2373456"/>
                </a:lnTo>
                <a:lnTo>
                  <a:pt x="2439630" y="2373493"/>
                </a:lnTo>
                <a:lnTo>
                  <a:pt x="2435058" y="2366504"/>
                </a:lnTo>
                <a:lnTo>
                  <a:pt x="2433480" y="2356805"/>
                </a:lnTo>
                <a:lnTo>
                  <a:pt x="2421876" y="2347786"/>
                </a:lnTo>
                <a:lnTo>
                  <a:pt x="2413105" y="2341001"/>
                </a:lnTo>
                <a:lnTo>
                  <a:pt x="2408883" y="2337737"/>
                </a:lnTo>
                <a:lnTo>
                  <a:pt x="2403742" y="2324372"/>
                </a:lnTo>
                <a:lnTo>
                  <a:pt x="2379021" y="2327228"/>
                </a:lnTo>
                <a:lnTo>
                  <a:pt x="2375026" y="2326592"/>
                </a:lnTo>
                <a:lnTo>
                  <a:pt x="2374135" y="2326461"/>
                </a:lnTo>
                <a:lnTo>
                  <a:pt x="2358667" y="2324014"/>
                </a:lnTo>
                <a:lnTo>
                  <a:pt x="2348530" y="2325577"/>
                </a:lnTo>
                <a:lnTo>
                  <a:pt x="2340095" y="2323759"/>
                </a:lnTo>
                <a:lnTo>
                  <a:pt x="2336926" y="2322240"/>
                </a:lnTo>
                <a:lnTo>
                  <a:pt x="2335976" y="2316134"/>
                </a:lnTo>
                <a:lnTo>
                  <a:pt x="2335151" y="2314805"/>
                </a:lnTo>
                <a:lnTo>
                  <a:pt x="2334896" y="2314214"/>
                </a:lnTo>
                <a:lnTo>
                  <a:pt x="2334582" y="2313615"/>
                </a:lnTo>
                <a:lnTo>
                  <a:pt x="2333062" y="2312161"/>
                </a:lnTo>
                <a:lnTo>
                  <a:pt x="2331982" y="2311300"/>
                </a:lnTo>
                <a:lnTo>
                  <a:pt x="2330966" y="2310124"/>
                </a:lnTo>
                <a:lnTo>
                  <a:pt x="2330075" y="2309145"/>
                </a:lnTo>
                <a:lnTo>
                  <a:pt x="2329696" y="2308890"/>
                </a:lnTo>
                <a:lnTo>
                  <a:pt x="2329258" y="2308911"/>
                </a:lnTo>
                <a:lnTo>
                  <a:pt x="2327863" y="2309591"/>
                </a:lnTo>
                <a:lnTo>
                  <a:pt x="2325577" y="2310270"/>
                </a:lnTo>
                <a:lnTo>
                  <a:pt x="2323802" y="2310606"/>
                </a:lnTo>
                <a:lnTo>
                  <a:pt x="2322794" y="2310620"/>
                </a:lnTo>
                <a:lnTo>
                  <a:pt x="2321962" y="2310759"/>
                </a:lnTo>
                <a:lnTo>
                  <a:pt x="2321706" y="2310854"/>
                </a:lnTo>
                <a:lnTo>
                  <a:pt x="2321202" y="2311314"/>
                </a:lnTo>
                <a:lnTo>
                  <a:pt x="2320947" y="2311738"/>
                </a:lnTo>
                <a:lnTo>
                  <a:pt x="2320947" y="2312249"/>
                </a:lnTo>
                <a:lnTo>
                  <a:pt x="2321078" y="2313330"/>
                </a:lnTo>
                <a:lnTo>
                  <a:pt x="2321078" y="2314374"/>
                </a:lnTo>
                <a:lnTo>
                  <a:pt x="2321012" y="2314798"/>
                </a:lnTo>
                <a:lnTo>
                  <a:pt x="2320822" y="2316098"/>
                </a:lnTo>
                <a:lnTo>
                  <a:pt x="2319048" y="2322313"/>
                </a:lnTo>
                <a:lnTo>
                  <a:pt x="2315374" y="2322269"/>
                </a:lnTo>
                <a:lnTo>
                  <a:pt x="2302565" y="2325533"/>
                </a:lnTo>
                <a:lnTo>
                  <a:pt x="2300162" y="2326483"/>
                </a:lnTo>
                <a:lnTo>
                  <a:pt x="2293940" y="2333026"/>
                </a:lnTo>
                <a:lnTo>
                  <a:pt x="2292121" y="2333925"/>
                </a:lnTo>
                <a:lnTo>
                  <a:pt x="2288112" y="2335897"/>
                </a:lnTo>
                <a:lnTo>
                  <a:pt x="2283613" y="2334604"/>
                </a:lnTo>
                <a:lnTo>
                  <a:pt x="2276880" y="2327878"/>
                </a:lnTo>
                <a:lnTo>
                  <a:pt x="2272395" y="2323408"/>
                </a:lnTo>
                <a:lnTo>
                  <a:pt x="2269730" y="2321173"/>
                </a:lnTo>
                <a:lnTo>
                  <a:pt x="2271687" y="2316134"/>
                </a:lnTo>
                <a:lnTo>
                  <a:pt x="2272425" y="2311168"/>
                </a:lnTo>
                <a:lnTo>
                  <a:pt x="2272899" y="2307962"/>
                </a:lnTo>
                <a:lnTo>
                  <a:pt x="2265728" y="2301243"/>
                </a:lnTo>
                <a:lnTo>
                  <a:pt x="2265574" y="2301053"/>
                </a:lnTo>
                <a:lnTo>
                  <a:pt x="2265348" y="2300893"/>
                </a:lnTo>
                <a:lnTo>
                  <a:pt x="2254072" y="2290332"/>
                </a:lnTo>
                <a:lnTo>
                  <a:pt x="2251771" y="2286666"/>
                </a:lnTo>
                <a:lnTo>
                  <a:pt x="2251034" y="2285498"/>
                </a:lnTo>
                <a:lnTo>
                  <a:pt x="2249880" y="2283650"/>
                </a:lnTo>
                <a:lnTo>
                  <a:pt x="2246586" y="2278399"/>
                </a:lnTo>
                <a:lnTo>
                  <a:pt x="2241204" y="2258235"/>
                </a:lnTo>
                <a:lnTo>
                  <a:pt x="2233798" y="2257388"/>
                </a:lnTo>
                <a:lnTo>
                  <a:pt x="2232133" y="2257191"/>
                </a:lnTo>
                <a:lnTo>
                  <a:pt x="2219207" y="2255701"/>
                </a:lnTo>
                <a:lnTo>
                  <a:pt x="2201446" y="2249077"/>
                </a:lnTo>
                <a:lnTo>
                  <a:pt x="2200613" y="2246733"/>
                </a:lnTo>
                <a:lnTo>
                  <a:pt x="2197144" y="2236939"/>
                </a:lnTo>
                <a:lnTo>
                  <a:pt x="2200818" y="2230410"/>
                </a:lnTo>
                <a:lnTo>
                  <a:pt x="2206967" y="2219499"/>
                </a:lnTo>
                <a:lnTo>
                  <a:pt x="2217680" y="2210772"/>
                </a:lnTo>
                <a:lnTo>
                  <a:pt x="2233660" y="2209363"/>
                </a:lnTo>
                <a:lnTo>
                  <a:pt x="2266495" y="2207237"/>
                </a:lnTo>
                <a:lnTo>
                  <a:pt x="2276573" y="2206843"/>
                </a:lnTo>
                <a:lnTo>
                  <a:pt x="2290770" y="2204418"/>
                </a:lnTo>
                <a:lnTo>
                  <a:pt x="2296247" y="2187796"/>
                </a:lnTo>
                <a:lnTo>
                  <a:pt x="2297562" y="2183838"/>
                </a:lnTo>
                <a:lnTo>
                  <a:pt x="2297372" y="2170181"/>
                </a:lnTo>
                <a:lnTo>
                  <a:pt x="2298248" y="2168845"/>
                </a:lnTo>
                <a:lnTo>
                  <a:pt x="2303266" y="2161191"/>
                </a:lnTo>
                <a:lnTo>
                  <a:pt x="2310489" y="2154728"/>
                </a:lnTo>
                <a:lnTo>
                  <a:pt x="2312073" y="2152661"/>
                </a:lnTo>
                <a:lnTo>
                  <a:pt x="2321399" y="2140428"/>
                </a:lnTo>
                <a:lnTo>
                  <a:pt x="2328491" y="2138055"/>
                </a:lnTo>
                <a:lnTo>
                  <a:pt x="2322035" y="2129342"/>
                </a:lnTo>
                <a:lnTo>
                  <a:pt x="2316514" y="2122448"/>
                </a:lnTo>
                <a:lnTo>
                  <a:pt x="2314805" y="2122477"/>
                </a:lnTo>
                <a:lnTo>
                  <a:pt x="2312665" y="2122521"/>
                </a:lnTo>
                <a:lnTo>
                  <a:pt x="2311124" y="2122558"/>
                </a:lnTo>
                <a:lnTo>
                  <a:pt x="2301995" y="2130891"/>
                </a:lnTo>
                <a:lnTo>
                  <a:pt x="2293268" y="2138011"/>
                </a:lnTo>
                <a:lnTo>
                  <a:pt x="2285008" y="2144759"/>
                </a:lnTo>
                <a:lnTo>
                  <a:pt x="2275623" y="2151383"/>
                </a:lnTo>
                <a:lnTo>
                  <a:pt x="2268839" y="2152654"/>
                </a:lnTo>
                <a:lnTo>
                  <a:pt x="2263581" y="2151975"/>
                </a:lnTo>
                <a:lnTo>
                  <a:pt x="2251472" y="2144460"/>
                </a:lnTo>
                <a:lnTo>
                  <a:pt x="2242533" y="2136594"/>
                </a:lnTo>
                <a:lnTo>
                  <a:pt x="2236486" y="2132424"/>
                </a:lnTo>
                <a:lnTo>
                  <a:pt x="2231695" y="2129116"/>
                </a:lnTo>
                <a:lnTo>
                  <a:pt x="2228080" y="2127064"/>
                </a:lnTo>
                <a:lnTo>
                  <a:pt x="2225926" y="2125837"/>
                </a:lnTo>
                <a:lnTo>
                  <a:pt x="2217556" y="2123463"/>
                </a:lnTo>
                <a:lnTo>
                  <a:pt x="2211276" y="2122667"/>
                </a:lnTo>
                <a:lnTo>
                  <a:pt x="2208362" y="2121608"/>
                </a:lnTo>
                <a:lnTo>
                  <a:pt x="2205258" y="2119286"/>
                </a:lnTo>
                <a:lnTo>
                  <a:pt x="2203162" y="2116343"/>
                </a:lnTo>
                <a:lnTo>
                  <a:pt x="2201132" y="2112604"/>
                </a:lnTo>
                <a:lnTo>
                  <a:pt x="2199423" y="2107623"/>
                </a:lnTo>
                <a:lnTo>
                  <a:pt x="2196253" y="2095865"/>
                </a:lnTo>
                <a:lnTo>
                  <a:pt x="2195903" y="2093944"/>
                </a:lnTo>
                <a:lnTo>
                  <a:pt x="2193529" y="2081018"/>
                </a:lnTo>
                <a:lnTo>
                  <a:pt x="2192324" y="2077308"/>
                </a:lnTo>
                <a:lnTo>
                  <a:pt x="2190863" y="2074189"/>
                </a:lnTo>
                <a:lnTo>
                  <a:pt x="2190301" y="2073320"/>
                </a:lnTo>
                <a:lnTo>
                  <a:pt x="2190089" y="2072984"/>
                </a:lnTo>
                <a:lnTo>
                  <a:pt x="2187431" y="2068865"/>
                </a:lnTo>
                <a:lnTo>
                  <a:pt x="2187153" y="2068434"/>
                </a:lnTo>
                <a:lnTo>
                  <a:pt x="2186423" y="2067288"/>
                </a:lnTo>
                <a:lnTo>
                  <a:pt x="2184729" y="2064936"/>
                </a:lnTo>
                <a:lnTo>
                  <a:pt x="2184152" y="2064133"/>
                </a:lnTo>
                <a:lnTo>
                  <a:pt x="2182436" y="2061745"/>
                </a:lnTo>
                <a:lnTo>
                  <a:pt x="2179704" y="2059115"/>
                </a:lnTo>
                <a:lnTo>
                  <a:pt x="2176286" y="2056954"/>
                </a:lnTo>
                <a:lnTo>
                  <a:pt x="2167471" y="2052711"/>
                </a:lnTo>
                <a:lnTo>
                  <a:pt x="2164243" y="2050016"/>
                </a:lnTo>
                <a:lnTo>
                  <a:pt x="2163637" y="2049227"/>
                </a:lnTo>
                <a:lnTo>
                  <a:pt x="2161980" y="2047073"/>
                </a:lnTo>
                <a:lnTo>
                  <a:pt x="2161651" y="2046649"/>
                </a:lnTo>
                <a:lnTo>
                  <a:pt x="2159679" y="2044086"/>
                </a:lnTo>
                <a:lnTo>
                  <a:pt x="2157649" y="2040485"/>
                </a:lnTo>
                <a:lnTo>
                  <a:pt x="2156699" y="2038462"/>
                </a:lnTo>
                <a:lnTo>
                  <a:pt x="2156057" y="2037067"/>
                </a:lnTo>
                <a:lnTo>
                  <a:pt x="2155297" y="2033496"/>
                </a:lnTo>
                <a:lnTo>
                  <a:pt x="2155297" y="2030013"/>
                </a:lnTo>
                <a:lnTo>
                  <a:pt x="2156122" y="2027062"/>
                </a:lnTo>
                <a:lnTo>
                  <a:pt x="2158408" y="2023688"/>
                </a:lnTo>
                <a:lnTo>
                  <a:pt x="2161768" y="2020095"/>
                </a:lnTo>
                <a:lnTo>
                  <a:pt x="2164360" y="2018225"/>
                </a:lnTo>
                <a:lnTo>
                  <a:pt x="2167727" y="2016670"/>
                </a:lnTo>
                <a:lnTo>
                  <a:pt x="2170641" y="2016020"/>
                </a:lnTo>
                <a:lnTo>
                  <a:pt x="2177046" y="2015925"/>
                </a:lnTo>
                <a:lnTo>
                  <a:pt x="2185357" y="2009571"/>
                </a:lnTo>
                <a:lnTo>
                  <a:pt x="2188731" y="2003342"/>
                </a:lnTo>
                <a:lnTo>
                  <a:pt x="2188767" y="2002808"/>
                </a:lnTo>
                <a:lnTo>
                  <a:pt x="2189198" y="2002487"/>
                </a:lnTo>
                <a:lnTo>
                  <a:pt x="2192324" y="1996747"/>
                </a:lnTo>
                <a:lnTo>
                  <a:pt x="2191835" y="1992394"/>
                </a:lnTo>
                <a:lnTo>
                  <a:pt x="2191659" y="1990839"/>
                </a:lnTo>
                <a:lnTo>
                  <a:pt x="2190966" y="1984609"/>
                </a:lnTo>
                <a:lnTo>
                  <a:pt x="2190863" y="1983652"/>
                </a:lnTo>
                <a:lnTo>
                  <a:pt x="2186934" y="1980125"/>
                </a:lnTo>
                <a:lnTo>
                  <a:pt x="2186387" y="1979643"/>
                </a:lnTo>
                <a:lnTo>
                  <a:pt x="2184904" y="1978314"/>
                </a:lnTo>
                <a:lnTo>
                  <a:pt x="2175841" y="1973749"/>
                </a:lnTo>
                <a:lnTo>
                  <a:pt x="2171707" y="1972164"/>
                </a:lnTo>
                <a:lnTo>
                  <a:pt x="2169042" y="1971149"/>
                </a:lnTo>
                <a:lnTo>
                  <a:pt x="2167333" y="1970492"/>
                </a:lnTo>
                <a:lnTo>
                  <a:pt x="2167267" y="1970463"/>
                </a:lnTo>
                <a:lnTo>
                  <a:pt x="2161001" y="1968060"/>
                </a:lnTo>
                <a:lnTo>
                  <a:pt x="2155589" y="1964525"/>
                </a:lnTo>
                <a:lnTo>
                  <a:pt x="2150974" y="1961509"/>
                </a:lnTo>
                <a:lnTo>
                  <a:pt x="2146490" y="1958581"/>
                </a:lnTo>
                <a:lnTo>
                  <a:pt x="2137675" y="1956120"/>
                </a:lnTo>
                <a:lnTo>
                  <a:pt x="2134264" y="1957098"/>
                </a:lnTo>
                <a:lnTo>
                  <a:pt x="2130715" y="1958106"/>
                </a:lnTo>
                <a:lnTo>
                  <a:pt x="2128487" y="1958756"/>
                </a:lnTo>
                <a:lnTo>
                  <a:pt x="2124295" y="1959946"/>
                </a:lnTo>
                <a:lnTo>
                  <a:pt x="2119125" y="1961436"/>
                </a:lnTo>
                <a:lnTo>
                  <a:pt x="2117138" y="1962006"/>
                </a:lnTo>
                <a:lnTo>
                  <a:pt x="2111383" y="1962422"/>
                </a:lnTo>
                <a:lnTo>
                  <a:pt x="2111201" y="1962327"/>
                </a:lnTo>
                <a:lnTo>
                  <a:pt x="2110704" y="1962320"/>
                </a:lnTo>
                <a:lnTo>
                  <a:pt x="2109025" y="1962386"/>
                </a:lnTo>
                <a:lnTo>
                  <a:pt x="2108572" y="1962627"/>
                </a:lnTo>
                <a:lnTo>
                  <a:pt x="2104270" y="1962941"/>
                </a:lnTo>
                <a:lnTo>
                  <a:pt x="2100020" y="1963240"/>
                </a:lnTo>
                <a:lnTo>
                  <a:pt x="2090767" y="1952928"/>
                </a:lnTo>
                <a:lnTo>
                  <a:pt x="2088824" y="1944756"/>
                </a:lnTo>
                <a:lnTo>
                  <a:pt x="2087597" y="1939563"/>
                </a:lnTo>
                <a:lnTo>
                  <a:pt x="2087648" y="1938972"/>
                </a:lnTo>
                <a:lnTo>
                  <a:pt x="2087933" y="1935561"/>
                </a:lnTo>
                <a:lnTo>
                  <a:pt x="2087992" y="1935298"/>
                </a:lnTo>
                <a:lnTo>
                  <a:pt x="2087984" y="1935225"/>
                </a:lnTo>
                <a:lnTo>
                  <a:pt x="2087977" y="1935065"/>
                </a:lnTo>
                <a:lnTo>
                  <a:pt x="2088466" y="1929346"/>
                </a:lnTo>
                <a:lnTo>
                  <a:pt x="2088547" y="1928411"/>
                </a:lnTo>
                <a:lnTo>
                  <a:pt x="2085100" y="1920356"/>
                </a:lnTo>
                <a:lnTo>
                  <a:pt x="2079608" y="1907554"/>
                </a:lnTo>
                <a:lnTo>
                  <a:pt x="2074284" y="1895679"/>
                </a:lnTo>
                <a:lnTo>
                  <a:pt x="2071618" y="1888215"/>
                </a:lnTo>
                <a:lnTo>
                  <a:pt x="2068324" y="1878962"/>
                </a:lnTo>
                <a:lnTo>
                  <a:pt x="2062299" y="1862216"/>
                </a:lnTo>
                <a:lnTo>
                  <a:pt x="2059320" y="1853898"/>
                </a:lnTo>
                <a:lnTo>
                  <a:pt x="2055902" y="1851101"/>
                </a:lnTo>
                <a:lnTo>
                  <a:pt x="2054887" y="1847434"/>
                </a:lnTo>
                <a:lnTo>
                  <a:pt x="2054879" y="1847274"/>
                </a:lnTo>
                <a:lnTo>
                  <a:pt x="2054806" y="1847142"/>
                </a:lnTo>
                <a:lnTo>
                  <a:pt x="2053484" y="1842395"/>
                </a:lnTo>
                <a:lnTo>
                  <a:pt x="2053126" y="1842388"/>
                </a:lnTo>
                <a:lnTo>
                  <a:pt x="2052703" y="1842381"/>
                </a:lnTo>
                <a:lnTo>
                  <a:pt x="2047094" y="1842308"/>
                </a:lnTo>
                <a:lnTo>
                  <a:pt x="2045626" y="1842286"/>
                </a:lnTo>
                <a:lnTo>
                  <a:pt x="2044677" y="1842790"/>
                </a:lnTo>
                <a:lnTo>
                  <a:pt x="2027536" y="1851911"/>
                </a:lnTo>
                <a:lnTo>
                  <a:pt x="2026959" y="1852218"/>
                </a:lnTo>
                <a:lnTo>
                  <a:pt x="2025805" y="1852831"/>
                </a:lnTo>
                <a:lnTo>
                  <a:pt x="2018429" y="1856761"/>
                </a:lnTo>
                <a:lnTo>
                  <a:pt x="2013193" y="1859543"/>
                </a:lnTo>
                <a:lnTo>
                  <a:pt x="2011776" y="1860303"/>
                </a:lnTo>
                <a:lnTo>
                  <a:pt x="2007584" y="1858564"/>
                </a:lnTo>
                <a:lnTo>
                  <a:pt x="2004546" y="1857294"/>
                </a:lnTo>
                <a:lnTo>
                  <a:pt x="2003553" y="1856877"/>
                </a:lnTo>
                <a:lnTo>
                  <a:pt x="1990729" y="1851531"/>
                </a:lnTo>
                <a:lnTo>
                  <a:pt x="1984265" y="1848837"/>
                </a:lnTo>
                <a:lnTo>
                  <a:pt x="1983725" y="1848895"/>
                </a:lnTo>
                <a:lnTo>
                  <a:pt x="1983279" y="1848428"/>
                </a:lnTo>
                <a:lnTo>
                  <a:pt x="1972347" y="1843871"/>
                </a:lnTo>
                <a:lnTo>
                  <a:pt x="1971646" y="1844199"/>
                </a:lnTo>
                <a:lnTo>
                  <a:pt x="1963305" y="1845514"/>
                </a:lnTo>
                <a:lnTo>
                  <a:pt x="1962517" y="1845638"/>
                </a:lnTo>
                <a:lnTo>
                  <a:pt x="1955038" y="1845638"/>
                </a:lnTo>
                <a:lnTo>
                  <a:pt x="1953198" y="1845967"/>
                </a:lnTo>
                <a:lnTo>
                  <a:pt x="1952336" y="1849187"/>
                </a:lnTo>
                <a:lnTo>
                  <a:pt x="1952007" y="1849567"/>
                </a:lnTo>
                <a:lnTo>
                  <a:pt x="1951993" y="1850465"/>
                </a:lnTo>
                <a:lnTo>
                  <a:pt x="1950620" y="1855599"/>
                </a:lnTo>
                <a:lnTo>
                  <a:pt x="1948947" y="1861880"/>
                </a:lnTo>
                <a:lnTo>
                  <a:pt x="1948626" y="1862369"/>
                </a:lnTo>
                <a:lnTo>
                  <a:pt x="1948604" y="1863509"/>
                </a:lnTo>
                <a:lnTo>
                  <a:pt x="1948378" y="1863983"/>
                </a:lnTo>
                <a:lnTo>
                  <a:pt x="1946479" y="1871111"/>
                </a:lnTo>
                <a:lnTo>
                  <a:pt x="1932019" y="1889354"/>
                </a:lnTo>
                <a:lnTo>
                  <a:pt x="1928477" y="1893824"/>
                </a:lnTo>
                <a:lnTo>
                  <a:pt x="1923116" y="1893524"/>
                </a:lnTo>
                <a:lnTo>
                  <a:pt x="1922233" y="1893473"/>
                </a:lnTo>
                <a:lnTo>
                  <a:pt x="1916850" y="1893167"/>
                </a:lnTo>
                <a:lnTo>
                  <a:pt x="1916609" y="1893145"/>
                </a:lnTo>
                <a:lnTo>
                  <a:pt x="1916390" y="1893137"/>
                </a:lnTo>
                <a:lnTo>
                  <a:pt x="1889865" y="1891618"/>
                </a:lnTo>
                <a:lnTo>
                  <a:pt x="1885177" y="1891626"/>
                </a:lnTo>
                <a:lnTo>
                  <a:pt x="1874587" y="1892984"/>
                </a:lnTo>
                <a:lnTo>
                  <a:pt x="1865524" y="1892999"/>
                </a:lnTo>
                <a:lnTo>
                  <a:pt x="1858557" y="1896205"/>
                </a:lnTo>
                <a:lnTo>
                  <a:pt x="1856453" y="1897169"/>
                </a:lnTo>
                <a:lnTo>
                  <a:pt x="1850070" y="1899455"/>
                </a:lnTo>
                <a:lnTo>
                  <a:pt x="1848851" y="1899893"/>
                </a:lnTo>
                <a:lnTo>
                  <a:pt x="1841372" y="1902704"/>
                </a:lnTo>
                <a:lnTo>
                  <a:pt x="1841110" y="1902756"/>
                </a:lnTo>
                <a:lnTo>
                  <a:pt x="1840832" y="1902814"/>
                </a:lnTo>
                <a:lnTo>
                  <a:pt x="1835282" y="1904063"/>
                </a:lnTo>
                <a:lnTo>
                  <a:pt x="1833763" y="1904063"/>
                </a:lnTo>
                <a:lnTo>
                  <a:pt x="1830023" y="1902909"/>
                </a:lnTo>
                <a:lnTo>
                  <a:pt x="1820515" y="1899959"/>
                </a:lnTo>
                <a:lnTo>
                  <a:pt x="1801870" y="1894204"/>
                </a:lnTo>
                <a:lnTo>
                  <a:pt x="1781779" y="1890450"/>
                </a:lnTo>
                <a:lnTo>
                  <a:pt x="1781501" y="1891078"/>
                </a:lnTo>
                <a:lnTo>
                  <a:pt x="1781845" y="1891407"/>
                </a:lnTo>
                <a:lnTo>
                  <a:pt x="1783787" y="1920371"/>
                </a:lnTo>
                <a:lnTo>
                  <a:pt x="1783817" y="1920765"/>
                </a:lnTo>
                <a:lnTo>
                  <a:pt x="1784189" y="1926345"/>
                </a:lnTo>
                <a:lnTo>
                  <a:pt x="1772088" y="1931296"/>
                </a:lnTo>
                <a:lnTo>
                  <a:pt x="1771328" y="1931406"/>
                </a:lnTo>
                <a:lnTo>
                  <a:pt x="1771241" y="1931647"/>
                </a:lnTo>
                <a:lnTo>
                  <a:pt x="1766179" y="1933714"/>
                </a:lnTo>
                <a:lnTo>
                  <a:pt x="1739026" y="1931647"/>
                </a:lnTo>
                <a:lnTo>
                  <a:pt x="1727619" y="1930778"/>
                </a:lnTo>
                <a:lnTo>
                  <a:pt x="1713502" y="1929704"/>
                </a:lnTo>
                <a:lnTo>
                  <a:pt x="1691060" y="1924446"/>
                </a:lnTo>
                <a:lnTo>
                  <a:pt x="1685823" y="1923957"/>
                </a:lnTo>
                <a:lnTo>
                  <a:pt x="1660313" y="1921554"/>
                </a:lnTo>
                <a:lnTo>
                  <a:pt x="1656275" y="1921276"/>
                </a:lnTo>
                <a:lnTo>
                  <a:pt x="1653354" y="1921079"/>
                </a:lnTo>
                <a:lnTo>
                  <a:pt x="1627092" y="1919283"/>
                </a:lnTo>
                <a:lnTo>
                  <a:pt x="1624426" y="1919100"/>
                </a:lnTo>
                <a:lnTo>
                  <a:pt x="1599515" y="1918574"/>
                </a:lnTo>
                <a:lnTo>
                  <a:pt x="1583222" y="1921656"/>
                </a:lnTo>
                <a:lnTo>
                  <a:pt x="1572194" y="1925665"/>
                </a:lnTo>
                <a:lnTo>
                  <a:pt x="1566936" y="1930924"/>
                </a:lnTo>
                <a:lnTo>
                  <a:pt x="1563890" y="1939483"/>
                </a:lnTo>
                <a:lnTo>
                  <a:pt x="1563255" y="1946246"/>
                </a:lnTo>
                <a:lnTo>
                  <a:pt x="1563518" y="1947750"/>
                </a:lnTo>
                <a:lnTo>
                  <a:pt x="1564759" y="1954900"/>
                </a:lnTo>
                <a:lnTo>
                  <a:pt x="1567564" y="1971040"/>
                </a:lnTo>
                <a:lnTo>
                  <a:pt x="1567308" y="1989853"/>
                </a:lnTo>
                <a:lnTo>
                  <a:pt x="1561984" y="2007125"/>
                </a:lnTo>
                <a:lnTo>
                  <a:pt x="1553045" y="2021249"/>
                </a:lnTo>
                <a:lnTo>
                  <a:pt x="1547969" y="2027858"/>
                </a:lnTo>
                <a:lnTo>
                  <a:pt x="1542960" y="2034372"/>
                </a:lnTo>
                <a:lnTo>
                  <a:pt x="1539228" y="2039236"/>
                </a:lnTo>
                <a:lnTo>
                  <a:pt x="1530478" y="2046350"/>
                </a:lnTo>
                <a:lnTo>
                  <a:pt x="1529661" y="2046817"/>
                </a:lnTo>
                <a:lnTo>
                  <a:pt x="1516595" y="2054310"/>
                </a:lnTo>
                <a:lnTo>
                  <a:pt x="1504107" y="2057494"/>
                </a:lnTo>
                <a:lnTo>
                  <a:pt x="1467080" y="2050206"/>
                </a:lnTo>
                <a:lnTo>
                  <a:pt x="1450568" y="2045386"/>
                </a:lnTo>
                <a:lnTo>
                  <a:pt x="1444703" y="2043669"/>
                </a:lnTo>
                <a:lnTo>
                  <a:pt x="1436086" y="2040880"/>
                </a:lnTo>
                <a:lnTo>
                  <a:pt x="1429425" y="2041902"/>
                </a:lnTo>
                <a:lnTo>
                  <a:pt x="1424357" y="2044801"/>
                </a:lnTo>
                <a:lnTo>
                  <a:pt x="1416236" y="2055844"/>
                </a:lnTo>
                <a:lnTo>
                  <a:pt x="1405909" y="2070903"/>
                </a:lnTo>
                <a:lnTo>
                  <a:pt x="1396138" y="2095105"/>
                </a:lnTo>
                <a:lnTo>
                  <a:pt x="1392464" y="2104183"/>
                </a:lnTo>
                <a:lnTo>
                  <a:pt x="1388250" y="2100772"/>
                </a:lnTo>
                <a:lnTo>
                  <a:pt x="1373067" y="2088467"/>
                </a:lnTo>
                <a:lnTo>
                  <a:pt x="1345089" y="2078461"/>
                </a:lnTo>
                <a:lnTo>
                  <a:pt x="1320711" y="2069749"/>
                </a:lnTo>
                <a:lnTo>
                  <a:pt x="1285451" y="2062168"/>
                </a:lnTo>
                <a:lnTo>
                  <a:pt x="1247906" y="2062446"/>
                </a:lnTo>
                <a:lnTo>
                  <a:pt x="1229984" y="2062577"/>
                </a:lnTo>
                <a:lnTo>
                  <a:pt x="1190555" y="2080718"/>
                </a:lnTo>
                <a:lnTo>
                  <a:pt x="1183135" y="2084961"/>
                </a:lnTo>
                <a:lnTo>
                  <a:pt x="1163738" y="2105928"/>
                </a:lnTo>
                <a:lnTo>
                  <a:pt x="1127981" y="2109427"/>
                </a:lnTo>
                <a:lnTo>
                  <a:pt x="1085317" y="2080302"/>
                </a:lnTo>
                <a:lnTo>
                  <a:pt x="1084995" y="2118001"/>
                </a:lnTo>
                <a:lnTo>
                  <a:pt x="1084951" y="2122813"/>
                </a:lnTo>
                <a:lnTo>
                  <a:pt x="1084557" y="2167560"/>
                </a:lnTo>
                <a:lnTo>
                  <a:pt x="1082782" y="2215015"/>
                </a:lnTo>
                <a:lnTo>
                  <a:pt x="1099324" y="2266174"/>
                </a:lnTo>
                <a:lnTo>
                  <a:pt x="1096169" y="2275376"/>
                </a:lnTo>
                <a:lnTo>
                  <a:pt x="1088128" y="2298767"/>
                </a:lnTo>
                <a:lnTo>
                  <a:pt x="1082147" y="2316163"/>
                </a:lnTo>
                <a:lnTo>
                  <a:pt x="1079584" y="2326768"/>
                </a:lnTo>
                <a:lnTo>
                  <a:pt x="1078349" y="2331887"/>
                </a:lnTo>
                <a:lnTo>
                  <a:pt x="1035429" y="2388150"/>
                </a:lnTo>
                <a:lnTo>
                  <a:pt x="1027819" y="2434620"/>
                </a:lnTo>
                <a:lnTo>
                  <a:pt x="1039329" y="2451534"/>
                </a:lnTo>
                <a:lnTo>
                  <a:pt x="1042586" y="2456332"/>
                </a:lnTo>
                <a:lnTo>
                  <a:pt x="1098185" y="2479724"/>
                </a:lnTo>
                <a:lnTo>
                  <a:pt x="1104356" y="2487122"/>
                </a:lnTo>
                <a:lnTo>
                  <a:pt x="1126652" y="2513830"/>
                </a:lnTo>
                <a:lnTo>
                  <a:pt x="1145012" y="2538792"/>
                </a:lnTo>
                <a:lnTo>
                  <a:pt x="1159933" y="2559080"/>
                </a:lnTo>
                <a:lnTo>
                  <a:pt x="1177635" y="2600313"/>
                </a:lnTo>
                <a:lnTo>
                  <a:pt x="1184216" y="2615854"/>
                </a:lnTo>
                <a:lnTo>
                  <a:pt x="1190365" y="2626970"/>
                </a:lnTo>
                <a:lnTo>
                  <a:pt x="1200231" y="2663347"/>
                </a:lnTo>
                <a:lnTo>
                  <a:pt x="1201064" y="2666421"/>
                </a:lnTo>
                <a:lnTo>
                  <a:pt x="1202152" y="2670453"/>
                </a:lnTo>
                <a:lnTo>
                  <a:pt x="1205417" y="2676514"/>
                </a:lnTo>
                <a:lnTo>
                  <a:pt x="1211851" y="2688477"/>
                </a:lnTo>
                <a:lnTo>
                  <a:pt x="1223477" y="2710109"/>
                </a:lnTo>
                <a:lnTo>
                  <a:pt x="1234739" y="2730842"/>
                </a:lnTo>
                <a:lnTo>
                  <a:pt x="1249447" y="2757915"/>
                </a:lnTo>
                <a:lnTo>
                  <a:pt x="1275307" y="2790092"/>
                </a:lnTo>
                <a:lnTo>
                  <a:pt x="1291856" y="2820868"/>
                </a:lnTo>
                <a:lnTo>
                  <a:pt x="1324509" y="2843537"/>
                </a:lnTo>
                <a:lnTo>
                  <a:pt x="1345987" y="2853410"/>
                </a:lnTo>
                <a:lnTo>
                  <a:pt x="1357723" y="2858815"/>
                </a:lnTo>
                <a:lnTo>
                  <a:pt x="1391580" y="2865344"/>
                </a:lnTo>
                <a:lnTo>
                  <a:pt x="1412548" y="2864964"/>
                </a:lnTo>
                <a:lnTo>
                  <a:pt x="1451561" y="2864263"/>
                </a:lnTo>
                <a:lnTo>
                  <a:pt x="1451992" y="2864248"/>
                </a:lnTo>
                <a:lnTo>
                  <a:pt x="1452985" y="2864234"/>
                </a:lnTo>
                <a:lnTo>
                  <a:pt x="1453416" y="2864226"/>
                </a:lnTo>
                <a:lnTo>
                  <a:pt x="1501500" y="2863379"/>
                </a:lnTo>
                <a:lnTo>
                  <a:pt x="1531552" y="2862780"/>
                </a:lnTo>
                <a:lnTo>
                  <a:pt x="1533641" y="2864350"/>
                </a:lnTo>
                <a:lnTo>
                  <a:pt x="1552468" y="2871215"/>
                </a:lnTo>
                <a:lnTo>
                  <a:pt x="1560020" y="2873969"/>
                </a:lnTo>
                <a:lnTo>
                  <a:pt x="1581381" y="2891270"/>
                </a:lnTo>
                <a:lnTo>
                  <a:pt x="1579862" y="2893256"/>
                </a:lnTo>
                <a:lnTo>
                  <a:pt x="1564577" y="2906190"/>
                </a:lnTo>
                <a:lnTo>
                  <a:pt x="1567118" y="2908593"/>
                </a:lnTo>
                <a:lnTo>
                  <a:pt x="1566739" y="2909104"/>
                </a:lnTo>
                <a:lnTo>
                  <a:pt x="1560392" y="2914983"/>
                </a:lnTo>
                <a:lnTo>
                  <a:pt x="1553169" y="2920022"/>
                </a:lnTo>
                <a:lnTo>
                  <a:pt x="1556339" y="2923652"/>
                </a:lnTo>
                <a:lnTo>
                  <a:pt x="1559319" y="2927026"/>
                </a:lnTo>
                <a:lnTo>
                  <a:pt x="1568382" y="2929100"/>
                </a:lnTo>
                <a:lnTo>
                  <a:pt x="1576225" y="2923652"/>
                </a:lnTo>
                <a:lnTo>
                  <a:pt x="1578913" y="2922498"/>
                </a:lnTo>
                <a:lnTo>
                  <a:pt x="1583156" y="2922556"/>
                </a:lnTo>
                <a:lnTo>
                  <a:pt x="1583806" y="2923652"/>
                </a:lnTo>
                <a:lnTo>
                  <a:pt x="1587151" y="2927793"/>
                </a:lnTo>
                <a:lnTo>
                  <a:pt x="1585186" y="2931050"/>
                </a:lnTo>
                <a:lnTo>
                  <a:pt x="1590320" y="2936505"/>
                </a:lnTo>
                <a:lnTo>
                  <a:pt x="1591211" y="2936505"/>
                </a:lnTo>
                <a:lnTo>
                  <a:pt x="1594001" y="2941026"/>
                </a:lnTo>
                <a:lnTo>
                  <a:pt x="1582082" y="2949563"/>
                </a:lnTo>
                <a:lnTo>
                  <a:pt x="1587530" y="2954887"/>
                </a:lnTo>
                <a:lnTo>
                  <a:pt x="1590766" y="2957151"/>
                </a:lnTo>
                <a:lnTo>
                  <a:pt x="1590591" y="2959612"/>
                </a:lnTo>
                <a:lnTo>
                  <a:pt x="1588626" y="2965813"/>
                </a:lnTo>
                <a:lnTo>
                  <a:pt x="1597565" y="2970961"/>
                </a:lnTo>
                <a:lnTo>
                  <a:pt x="1595089" y="2983369"/>
                </a:lnTo>
                <a:lnTo>
                  <a:pt x="1590014" y="2990015"/>
                </a:lnTo>
                <a:lnTo>
                  <a:pt x="1584558" y="2990746"/>
                </a:lnTo>
                <a:lnTo>
                  <a:pt x="1581776" y="2990585"/>
                </a:lnTo>
                <a:lnTo>
                  <a:pt x="1579241" y="2989409"/>
                </a:lnTo>
                <a:lnTo>
                  <a:pt x="1576700" y="2996654"/>
                </a:lnTo>
                <a:lnTo>
                  <a:pt x="1578475" y="3000963"/>
                </a:lnTo>
                <a:lnTo>
                  <a:pt x="1581586" y="3005038"/>
                </a:lnTo>
                <a:lnTo>
                  <a:pt x="1581586" y="3005797"/>
                </a:lnTo>
                <a:lnTo>
                  <a:pt x="1574232" y="3011530"/>
                </a:lnTo>
                <a:lnTo>
                  <a:pt x="1565037" y="3014313"/>
                </a:lnTo>
                <a:lnTo>
                  <a:pt x="1559837" y="3022836"/>
                </a:lnTo>
                <a:lnTo>
                  <a:pt x="1552936" y="3029321"/>
                </a:lnTo>
                <a:lnTo>
                  <a:pt x="1550781" y="3033403"/>
                </a:lnTo>
                <a:lnTo>
                  <a:pt x="1549379" y="3039509"/>
                </a:lnTo>
                <a:lnTo>
                  <a:pt x="1549569" y="3041407"/>
                </a:lnTo>
                <a:lnTo>
                  <a:pt x="1544113" y="3042298"/>
                </a:lnTo>
                <a:lnTo>
                  <a:pt x="1528711" y="3041700"/>
                </a:lnTo>
                <a:lnTo>
                  <a:pt x="1524278" y="3042627"/>
                </a:lnTo>
                <a:lnTo>
                  <a:pt x="1515843" y="3059921"/>
                </a:lnTo>
                <a:lnTo>
                  <a:pt x="1516289" y="3061031"/>
                </a:lnTo>
                <a:lnTo>
                  <a:pt x="1520473" y="3063550"/>
                </a:lnTo>
                <a:lnTo>
                  <a:pt x="1529726" y="3074739"/>
                </a:lnTo>
                <a:lnTo>
                  <a:pt x="1531691" y="3078135"/>
                </a:lnTo>
                <a:lnTo>
                  <a:pt x="1530427" y="3080413"/>
                </a:lnTo>
                <a:lnTo>
                  <a:pt x="1525542" y="3082509"/>
                </a:lnTo>
                <a:lnTo>
                  <a:pt x="1521233" y="3091872"/>
                </a:lnTo>
                <a:lnTo>
                  <a:pt x="1528521" y="3095618"/>
                </a:lnTo>
                <a:lnTo>
                  <a:pt x="1531311" y="3096363"/>
                </a:lnTo>
                <a:lnTo>
                  <a:pt x="1528463" y="3102206"/>
                </a:lnTo>
                <a:lnTo>
                  <a:pt x="1528645" y="3103601"/>
                </a:lnTo>
                <a:lnTo>
                  <a:pt x="1532962" y="3106412"/>
                </a:lnTo>
                <a:lnTo>
                  <a:pt x="1534546" y="3105120"/>
                </a:lnTo>
                <a:lnTo>
                  <a:pt x="1538417" y="3106391"/>
                </a:lnTo>
                <a:lnTo>
                  <a:pt x="1541265" y="3110188"/>
                </a:lnTo>
                <a:lnTo>
                  <a:pt x="1541901" y="3111035"/>
                </a:lnTo>
                <a:lnTo>
                  <a:pt x="1541813" y="3111196"/>
                </a:lnTo>
                <a:lnTo>
                  <a:pt x="1541689" y="3111466"/>
                </a:lnTo>
                <a:lnTo>
                  <a:pt x="1538665" y="3117615"/>
                </a:lnTo>
                <a:lnTo>
                  <a:pt x="1545194" y="3119390"/>
                </a:lnTo>
                <a:lnTo>
                  <a:pt x="1543799" y="3125094"/>
                </a:lnTo>
                <a:lnTo>
                  <a:pt x="1541199" y="3123619"/>
                </a:lnTo>
                <a:lnTo>
                  <a:pt x="1539052" y="3123509"/>
                </a:lnTo>
                <a:lnTo>
                  <a:pt x="1531121" y="3133288"/>
                </a:lnTo>
                <a:lnTo>
                  <a:pt x="1533560" y="3138261"/>
                </a:lnTo>
                <a:lnTo>
                  <a:pt x="1535306" y="3141825"/>
                </a:lnTo>
                <a:lnTo>
                  <a:pt x="1532553" y="3143848"/>
                </a:lnTo>
                <a:lnTo>
                  <a:pt x="1532326" y="3144111"/>
                </a:lnTo>
                <a:lnTo>
                  <a:pt x="1531976" y="3144184"/>
                </a:lnTo>
                <a:lnTo>
                  <a:pt x="1531245" y="3144352"/>
                </a:lnTo>
                <a:lnTo>
                  <a:pt x="1530595" y="3144491"/>
                </a:lnTo>
                <a:lnTo>
                  <a:pt x="1518925" y="3148566"/>
                </a:lnTo>
                <a:lnTo>
                  <a:pt x="1517618" y="3149114"/>
                </a:lnTo>
                <a:lnTo>
                  <a:pt x="1511593" y="3151400"/>
                </a:lnTo>
                <a:lnTo>
                  <a:pt x="1501456" y="3149340"/>
                </a:lnTo>
                <a:lnTo>
                  <a:pt x="1494540" y="3145871"/>
                </a:lnTo>
                <a:lnTo>
                  <a:pt x="1487697" y="3140262"/>
                </a:lnTo>
                <a:lnTo>
                  <a:pt x="1485163" y="3143972"/>
                </a:lnTo>
                <a:lnTo>
                  <a:pt x="1482241" y="3145732"/>
                </a:lnTo>
                <a:lnTo>
                  <a:pt x="1471024" y="3145806"/>
                </a:lnTo>
                <a:lnTo>
                  <a:pt x="1465481" y="3147821"/>
                </a:lnTo>
                <a:lnTo>
                  <a:pt x="1454920" y="3151670"/>
                </a:lnTo>
                <a:lnTo>
                  <a:pt x="1451692" y="3151020"/>
                </a:lnTo>
                <a:lnTo>
                  <a:pt x="1450670" y="3150085"/>
                </a:lnTo>
                <a:lnTo>
                  <a:pt x="1449217" y="3146631"/>
                </a:lnTo>
                <a:lnTo>
                  <a:pt x="1447376" y="3144747"/>
                </a:lnTo>
                <a:lnTo>
                  <a:pt x="1446493" y="3144725"/>
                </a:lnTo>
                <a:lnTo>
                  <a:pt x="1434194" y="3150589"/>
                </a:lnTo>
                <a:lnTo>
                  <a:pt x="1423415" y="3152663"/>
                </a:lnTo>
                <a:lnTo>
                  <a:pt x="1422977" y="3152692"/>
                </a:lnTo>
                <a:lnTo>
                  <a:pt x="1422005" y="3152758"/>
                </a:lnTo>
                <a:lnTo>
                  <a:pt x="1421896" y="3152765"/>
                </a:lnTo>
                <a:lnTo>
                  <a:pt x="1421567" y="3152787"/>
                </a:lnTo>
                <a:lnTo>
                  <a:pt x="1420187" y="3152882"/>
                </a:lnTo>
                <a:lnTo>
                  <a:pt x="1413964" y="3153320"/>
                </a:lnTo>
                <a:lnTo>
                  <a:pt x="1410035" y="3150750"/>
                </a:lnTo>
                <a:lnTo>
                  <a:pt x="1410225" y="3144936"/>
                </a:lnTo>
                <a:lnTo>
                  <a:pt x="1409780" y="3144812"/>
                </a:lnTo>
                <a:lnTo>
                  <a:pt x="1402177" y="3145952"/>
                </a:lnTo>
                <a:lnTo>
                  <a:pt x="1396853" y="3145696"/>
                </a:lnTo>
                <a:lnTo>
                  <a:pt x="1388360" y="3143286"/>
                </a:lnTo>
                <a:lnTo>
                  <a:pt x="1383299" y="3143257"/>
                </a:lnTo>
                <a:lnTo>
                  <a:pt x="1377836" y="3143220"/>
                </a:lnTo>
                <a:lnTo>
                  <a:pt x="1374221" y="3142526"/>
                </a:lnTo>
                <a:lnTo>
                  <a:pt x="1373710" y="3142687"/>
                </a:lnTo>
                <a:lnTo>
                  <a:pt x="1371869" y="3153824"/>
                </a:lnTo>
                <a:lnTo>
                  <a:pt x="1361477" y="3157753"/>
                </a:lnTo>
                <a:lnTo>
                  <a:pt x="1361981" y="3163494"/>
                </a:lnTo>
                <a:lnTo>
                  <a:pt x="1351589" y="3165860"/>
                </a:lnTo>
                <a:lnTo>
                  <a:pt x="1345695" y="3168737"/>
                </a:lnTo>
                <a:lnTo>
                  <a:pt x="1337640" y="3162654"/>
                </a:lnTo>
                <a:lnTo>
                  <a:pt x="1329840" y="3158520"/>
                </a:lnTo>
                <a:lnTo>
                  <a:pt x="1323252" y="3152904"/>
                </a:lnTo>
                <a:lnTo>
                  <a:pt x="1317739" y="3149421"/>
                </a:lnTo>
                <a:lnTo>
                  <a:pt x="1309931" y="3147631"/>
                </a:lnTo>
                <a:lnTo>
                  <a:pt x="1300876" y="3143907"/>
                </a:lnTo>
                <a:lnTo>
                  <a:pt x="1299159" y="3144192"/>
                </a:lnTo>
                <a:lnTo>
                  <a:pt x="1289074" y="3141811"/>
                </a:lnTo>
                <a:lnTo>
                  <a:pt x="1290286" y="3137728"/>
                </a:lnTo>
                <a:lnTo>
                  <a:pt x="1289534" y="3137422"/>
                </a:lnTo>
                <a:lnTo>
                  <a:pt x="1288636" y="3137056"/>
                </a:lnTo>
                <a:lnTo>
                  <a:pt x="1285780" y="3136647"/>
                </a:lnTo>
                <a:lnTo>
                  <a:pt x="1281405" y="3139152"/>
                </a:lnTo>
                <a:lnTo>
                  <a:pt x="1276907" y="3146266"/>
                </a:lnTo>
                <a:lnTo>
                  <a:pt x="1278243" y="3147566"/>
                </a:lnTo>
                <a:lnTo>
                  <a:pt x="1288256" y="3151721"/>
                </a:lnTo>
                <a:lnTo>
                  <a:pt x="1305309" y="3154759"/>
                </a:lnTo>
                <a:lnTo>
                  <a:pt x="1306828" y="3155979"/>
                </a:lnTo>
                <a:lnTo>
                  <a:pt x="1306828" y="3160865"/>
                </a:lnTo>
                <a:lnTo>
                  <a:pt x="1303154" y="3172674"/>
                </a:lnTo>
                <a:lnTo>
                  <a:pt x="1301891" y="3182818"/>
                </a:lnTo>
                <a:lnTo>
                  <a:pt x="1296304" y="3186046"/>
                </a:lnTo>
                <a:lnTo>
                  <a:pt x="1293521" y="3193480"/>
                </a:lnTo>
                <a:lnTo>
                  <a:pt x="1289906" y="3197760"/>
                </a:lnTo>
                <a:lnTo>
                  <a:pt x="1288322" y="3197300"/>
                </a:lnTo>
                <a:lnTo>
                  <a:pt x="1283122" y="3199374"/>
                </a:lnTo>
                <a:lnTo>
                  <a:pt x="1281091" y="3203924"/>
                </a:lnTo>
                <a:lnTo>
                  <a:pt x="1278236" y="3206538"/>
                </a:lnTo>
                <a:lnTo>
                  <a:pt x="1268033" y="3206429"/>
                </a:lnTo>
                <a:lnTo>
                  <a:pt x="1265813" y="3211044"/>
                </a:lnTo>
                <a:lnTo>
                  <a:pt x="1263820" y="3213703"/>
                </a:lnTo>
                <a:lnTo>
                  <a:pt x="1262344" y="3215674"/>
                </a:lnTo>
                <a:lnTo>
                  <a:pt x="1258649" y="3220597"/>
                </a:lnTo>
                <a:lnTo>
                  <a:pt x="1255859" y="3222926"/>
                </a:lnTo>
                <a:lnTo>
                  <a:pt x="1254420" y="3225636"/>
                </a:lnTo>
                <a:lnTo>
                  <a:pt x="1251930" y="3230332"/>
                </a:lnTo>
                <a:lnTo>
                  <a:pt x="1254851" y="3235196"/>
                </a:lnTo>
                <a:lnTo>
                  <a:pt x="1254786" y="3237168"/>
                </a:lnTo>
                <a:lnTo>
                  <a:pt x="1253763" y="3238329"/>
                </a:lnTo>
                <a:lnTo>
                  <a:pt x="1248315" y="3241235"/>
                </a:lnTo>
                <a:lnTo>
                  <a:pt x="1247052" y="3242930"/>
                </a:lnTo>
                <a:lnTo>
                  <a:pt x="1254464" y="3252438"/>
                </a:lnTo>
                <a:lnTo>
                  <a:pt x="1264418" y="3256002"/>
                </a:lnTo>
                <a:lnTo>
                  <a:pt x="1265689" y="3257967"/>
                </a:lnTo>
                <a:lnTo>
                  <a:pt x="1265565" y="3260713"/>
                </a:lnTo>
                <a:lnTo>
                  <a:pt x="1259474" y="3268907"/>
                </a:lnTo>
                <a:lnTo>
                  <a:pt x="1256874" y="3274085"/>
                </a:lnTo>
                <a:lnTo>
                  <a:pt x="1257064" y="3277335"/>
                </a:lnTo>
                <a:lnTo>
                  <a:pt x="1258518" y="3278920"/>
                </a:lnTo>
                <a:lnTo>
                  <a:pt x="1262206" y="3276670"/>
                </a:lnTo>
                <a:lnTo>
                  <a:pt x="1263659" y="3274231"/>
                </a:lnTo>
                <a:lnTo>
                  <a:pt x="1266069" y="3276845"/>
                </a:lnTo>
                <a:lnTo>
                  <a:pt x="1266069" y="3284076"/>
                </a:lnTo>
                <a:lnTo>
                  <a:pt x="1264711" y="3289341"/>
                </a:lnTo>
                <a:lnTo>
                  <a:pt x="1264579" y="3289984"/>
                </a:lnTo>
                <a:lnTo>
                  <a:pt x="1264550" y="3290144"/>
                </a:lnTo>
                <a:lnTo>
                  <a:pt x="1264411" y="3290729"/>
                </a:lnTo>
                <a:lnTo>
                  <a:pt x="1264360" y="3290970"/>
                </a:lnTo>
                <a:lnTo>
                  <a:pt x="1264302" y="3291364"/>
                </a:lnTo>
                <a:lnTo>
                  <a:pt x="1265288" y="3291831"/>
                </a:lnTo>
                <a:lnTo>
                  <a:pt x="1265434" y="3291824"/>
                </a:lnTo>
                <a:lnTo>
                  <a:pt x="1266244" y="3291634"/>
                </a:lnTo>
                <a:lnTo>
                  <a:pt x="1266390" y="3291598"/>
                </a:lnTo>
                <a:lnTo>
                  <a:pt x="1266690" y="3291590"/>
                </a:lnTo>
                <a:lnTo>
                  <a:pt x="1267654" y="3291583"/>
                </a:lnTo>
                <a:lnTo>
                  <a:pt x="1267866" y="3291583"/>
                </a:lnTo>
                <a:lnTo>
                  <a:pt x="1268121" y="3291561"/>
                </a:lnTo>
                <a:lnTo>
                  <a:pt x="1271583" y="3291401"/>
                </a:lnTo>
                <a:lnTo>
                  <a:pt x="1275512" y="3292963"/>
                </a:lnTo>
                <a:lnTo>
                  <a:pt x="1277228" y="3294789"/>
                </a:lnTo>
                <a:lnTo>
                  <a:pt x="1278236" y="3298207"/>
                </a:lnTo>
                <a:lnTo>
                  <a:pt x="1279339" y="3299383"/>
                </a:lnTo>
                <a:lnTo>
                  <a:pt x="1280310" y="3300405"/>
                </a:lnTo>
                <a:lnTo>
                  <a:pt x="1281150" y="3301282"/>
                </a:lnTo>
                <a:lnTo>
                  <a:pt x="1281413" y="3301552"/>
                </a:lnTo>
                <a:lnTo>
                  <a:pt x="1282114" y="3302311"/>
                </a:lnTo>
                <a:lnTo>
                  <a:pt x="1282815" y="3303115"/>
                </a:lnTo>
                <a:lnTo>
                  <a:pt x="1282990" y="3303283"/>
                </a:lnTo>
                <a:lnTo>
                  <a:pt x="1283056" y="3303385"/>
                </a:lnTo>
                <a:lnTo>
                  <a:pt x="1283443" y="3303823"/>
                </a:lnTo>
                <a:lnTo>
                  <a:pt x="1289841" y="3316312"/>
                </a:lnTo>
                <a:lnTo>
                  <a:pt x="1300101" y="3314383"/>
                </a:lnTo>
                <a:lnTo>
                  <a:pt x="1300934" y="3314216"/>
                </a:lnTo>
                <a:lnTo>
                  <a:pt x="1301482" y="3314099"/>
                </a:lnTo>
                <a:lnTo>
                  <a:pt x="1302322" y="3313916"/>
                </a:lnTo>
                <a:lnTo>
                  <a:pt x="1303205" y="3314632"/>
                </a:lnTo>
                <a:lnTo>
                  <a:pt x="1303665" y="3315654"/>
                </a:lnTo>
                <a:lnTo>
                  <a:pt x="1303790" y="3315917"/>
                </a:lnTo>
                <a:lnTo>
                  <a:pt x="1304250" y="3316947"/>
                </a:lnTo>
                <a:lnTo>
                  <a:pt x="1304330" y="3317137"/>
                </a:lnTo>
                <a:lnTo>
                  <a:pt x="1304454" y="3317370"/>
                </a:lnTo>
                <a:lnTo>
                  <a:pt x="1307273" y="3323133"/>
                </a:lnTo>
                <a:lnTo>
                  <a:pt x="1305309" y="3329764"/>
                </a:lnTo>
                <a:lnTo>
                  <a:pt x="1305119" y="3332583"/>
                </a:lnTo>
                <a:lnTo>
                  <a:pt x="1307529" y="3337038"/>
                </a:lnTo>
                <a:lnTo>
                  <a:pt x="1308098" y="3348241"/>
                </a:lnTo>
                <a:lnTo>
                  <a:pt x="1307083" y="3349351"/>
                </a:lnTo>
                <a:lnTo>
                  <a:pt x="1302650" y="3351622"/>
                </a:lnTo>
                <a:lnTo>
                  <a:pt x="1303592" y="3357706"/>
                </a:lnTo>
                <a:lnTo>
                  <a:pt x="1303782" y="3358239"/>
                </a:lnTo>
                <a:lnTo>
                  <a:pt x="1305309" y="3362577"/>
                </a:lnTo>
                <a:lnTo>
                  <a:pt x="1306835" y="3364140"/>
                </a:lnTo>
                <a:lnTo>
                  <a:pt x="1311779" y="3364454"/>
                </a:lnTo>
                <a:lnTo>
                  <a:pt x="1313744" y="3365206"/>
                </a:lnTo>
                <a:lnTo>
                  <a:pt x="1322237" y="3372648"/>
                </a:lnTo>
                <a:lnTo>
                  <a:pt x="1329650" y="3374868"/>
                </a:lnTo>
                <a:lnTo>
                  <a:pt x="1340751" y="3373327"/>
                </a:lnTo>
                <a:lnTo>
                  <a:pt x="1346447" y="3376511"/>
                </a:lnTo>
                <a:lnTo>
                  <a:pt x="1348616" y="3379075"/>
                </a:lnTo>
                <a:lnTo>
                  <a:pt x="1348989" y="3379549"/>
                </a:lnTo>
                <a:lnTo>
                  <a:pt x="1349317" y="3380294"/>
                </a:lnTo>
                <a:lnTo>
                  <a:pt x="1349558" y="3380842"/>
                </a:lnTo>
                <a:lnTo>
                  <a:pt x="1352479" y="3391672"/>
                </a:lnTo>
                <a:lnTo>
                  <a:pt x="1351778" y="3396310"/>
                </a:lnTo>
                <a:lnTo>
                  <a:pt x="1350252" y="3399406"/>
                </a:lnTo>
                <a:lnTo>
                  <a:pt x="1357606" y="3400611"/>
                </a:lnTo>
                <a:lnTo>
                  <a:pt x="1363631" y="3399450"/>
                </a:lnTo>
                <a:lnTo>
                  <a:pt x="1364457" y="3400604"/>
                </a:lnTo>
                <a:lnTo>
                  <a:pt x="1364391" y="3402664"/>
                </a:lnTo>
                <a:lnTo>
                  <a:pt x="1365413" y="3404614"/>
                </a:lnTo>
                <a:lnTo>
                  <a:pt x="1365026" y="3411004"/>
                </a:lnTo>
                <a:lnTo>
                  <a:pt x="1362171" y="3412209"/>
                </a:lnTo>
                <a:lnTo>
                  <a:pt x="1360717" y="3417095"/>
                </a:lnTo>
                <a:lnTo>
                  <a:pt x="1360717" y="3420724"/>
                </a:lnTo>
                <a:lnTo>
                  <a:pt x="1362171" y="3424675"/>
                </a:lnTo>
                <a:lnTo>
                  <a:pt x="1362434" y="3425471"/>
                </a:lnTo>
                <a:lnTo>
                  <a:pt x="1362616" y="3426019"/>
                </a:lnTo>
                <a:lnTo>
                  <a:pt x="1362879" y="3426815"/>
                </a:lnTo>
                <a:lnTo>
                  <a:pt x="1363697" y="3429671"/>
                </a:lnTo>
                <a:lnTo>
                  <a:pt x="1365976" y="3430525"/>
                </a:lnTo>
                <a:lnTo>
                  <a:pt x="1366385" y="3430657"/>
                </a:lnTo>
                <a:lnTo>
                  <a:pt x="1367319" y="3430971"/>
                </a:lnTo>
                <a:lnTo>
                  <a:pt x="1367626" y="3431073"/>
                </a:lnTo>
                <a:lnTo>
                  <a:pt x="1367736" y="3431087"/>
                </a:lnTo>
                <a:lnTo>
                  <a:pt x="1371110" y="3431825"/>
                </a:lnTo>
                <a:lnTo>
                  <a:pt x="1371621" y="3433161"/>
                </a:lnTo>
                <a:lnTo>
                  <a:pt x="1369591" y="3440304"/>
                </a:lnTo>
                <a:lnTo>
                  <a:pt x="1371811" y="3441881"/>
                </a:lnTo>
                <a:lnTo>
                  <a:pt x="1374309" y="3442363"/>
                </a:lnTo>
                <a:lnTo>
                  <a:pt x="1374506" y="3442400"/>
                </a:lnTo>
                <a:lnTo>
                  <a:pt x="1374601" y="3442415"/>
                </a:lnTo>
                <a:lnTo>
                  <a:pt x="1374937" y="3442290"/>
                </a:lnTo>
                <a:lnTo>
                  <a:pt x="1375667" y="3441998"/>
                </a:lnTo>
                <a:lnTo>
                  <a:pt x="1375740" y="3441976"/>
                </a:lnTo>
                <a:lnTo>
                  <a:pt x="1375842" y="3441940"/>
                </a:lnTo>
                <a:lnTo>
                  <a:pt x="1376258" y="3441794"/>
                </a:lnTo>
                <a:lnTo>
                  <a:pt x="1380940" y="3440311"/>
                </a:lnTo>
                <a:lnTo>
                  <a:pt x="1381568" y="3441626"/>
                </a:lnTo>
                <a:lnTo>
                  <a:pt x="1378909" y="3446263"/>
                </a:lnTo>
                <a:lnTo>
                  <a:pt x="1375689" y="3448732"/>
                </a:lnTo>
                <a:lnTo>
                  <a:pt x="1375207" y="3449199"/>
                </a:lnTo>
                <a:lnTo>
                  <a:pt x="1374856" y="3449535"/>
                </a:lnTo>
                <a:lnTo>
                  <a:pt x="1374696" y="3449740"/>
                </a:lnTo>
                <a:lnTo>
                  <a:pt x="1374287" y="3450265"/>
                </a:lnTo>
                <a:lnTo>
                  <a:pt x="1373520" y="3451478"/>
                </a:lnTo>
                <a:lnTo>
                  <a:pt x="1373907" y="3452011"/>
                </a:lnTo>
                <a:lnTo>
                  <a:pt x="1374294" y="3452274"/>
                </a:lnTo>
                <a:lnTo>
                  <a:pt x="1375280" y="3452274"/>
                </a:lnTo>
                <a:lnTo>
                  <a:pt x="1375419" y="3452274"/>
                </a:lnTo>
                <a:lnTo>
                  <a:pt x="1375711" y="3452347"/>
                </a:lnTo>
                <a:lnTo>
                  <a:pt x="1378340" y="3453004"/>
                </a:lnTo>
                <a:lnTo>
                  <a:pt x="1378544" y="3453055"/>
                </a:lnTo>
                <a:lnTo>
                  <a:pt x="1379297" y="3453238"/>
                </a:lnTo>
                <a:lnTo>
                  <a:pt x="1379706" y="3453369"/>
                </a:lnTo>
                <a:lnTo>
                  <a:pt x="1379903" y="3453435"/>
                </a:lnTo>
                <a:lnTo>
                  <a:pt x="1383116" y="3454406"/>
                </a:lnTo>
                <a:lnTo>
                  <a:pt x="1384423" y="3454647"/>
                </a:lnTo>
                <a:lnTo>
                  <a:pt x="1384504" y="3454691"/>
                </a:lnTo>
                <a:lnTo>
                  <a:pt x="1388732" y="3456458"/>
                </a:lnTo>
                <a:lnTo>
                  <a:pt x="1395707" y="3460672"/>
                </a:lnTo>
                <a:lnTo>
                  <a:pt x="1410868" y="3465193"/>
                </a:lnTo>
                <a:lnTo>
                  <a:pt x="1412000" y="3464872"/>
                </a:lnTo>
                <a:lnTo>
                  <a:pt x="1415681" y="3460453"/>
                </a:lnTo>
                <a:lnTo>
                  <a:pt x="1422589" y="3457919"/>
                </a:lnTo>
                <a:lnTo>
                  <a:pt x="1423400" y="3458591"/>
                </a:lnTo>
                <a:lnTo>
                  <a:pt x="1423553" y="3458686"/>
                </a:lnTo>
                <a:lnTo>
                  <a:pt x="1423670" y="3458810"/>
                </a:lnTo>
                <a:lnTo>
                  <a:pt x="1431843" y="3465573"/>
                </a:lnTo>
                <a:lnTo>
                  <a:pt x="1434698" y="3461498"/>
                </a:lnTo>
                <a:lnTo>
                  <a:pt x="1439577" y="3462754"/>
                </a:lnTo>
                <a:lnTo>
                  <a:pt x="1442228" y="3465974"/>
                </a:lnTo>
                <a:lnTo>
                  <a:pt x="1443637" y="3467698"/>
                </a:lnTo>
                <a:lnTo>
                  <a:pt x="1443761" y="3470962"/>
                </a:lnTo>
                <a:lnTo>
                  <a:pt x="1442564" y="3474402"/>
                </a:lnTo>
                <a:lnTo>
                  <a:pt x="1442052" y="3483239"/>
                </a:lnTo>
                <a:lnTo>
                  <a:pt x="1444718" y="3485510"/>
                </a:lnTo>
                <a:lnTo>
                  <a:pt x="1454986" y="3486555"/>
                </a:lnTo>
                <a:lnTo>
                  <a:pt x="1458214" y="3502074"/>
                </a:lnTo>
                <a:lnTo>
                  <a:pt x="1462275" y="3501789"/>
                </a:lnTo>
                <a:lnTo>
                  <a:pt x="1473573" y="3497217"/>
                </a:lnTo>
                <a:lnTo>
                  <a:pt x="1476793" y="3495903"/>
                </a:lnTo>
                <a:lnTo>
                  <a:pt x="1479897" y="3499379"/>
                </a:lnTo>
                <a:lnTo>
                  <a:pt x="1488018" y="3497874"/>
                </a:lnTo>
                <a:lnTo>
                  <a:pt x="1494985" y="3491236"/>
                </a:lnTo>
                <a:lnTo>
                  <a:pt x="1500229" y="3493814"/>
                </a:lnTo>
                <a:lnTo>
                  <a:pt x="1503099" y="3495223"/>
                </a:lnTo>
                <a:lnTo>
                  <a:pt x="1504684" y="3496830"/>
                </a:lnTo>
                <a:lnTo>
                  <a:pt x="1504122" y="3498744"/>
                </a:lnTo>
                <a:lnTo>
                  <a:pt x="1511220" y="3503688"/>
                </a:lnTo>
                <a:lnTo>
                  <a:pt x="1516668" y="3502548"/>
                </a:lnTo>
                <a:lnTo>
                  <a:pt x="1518699" y="3502768"/>
                </a:lnTo>
                <a:lnTo>
                  <a:pt x="1526111" y="3500832"/>
                </a:lnTo>
                <a:lnTo>
                  <a:pt x="1529763" y="3503783"/>
                </a:lnTo>
                <a:lnTo>
                  <a:pt x="1530420" y="3504593"/>
                </a:lnTo>
                <a:lnTo>
                  <a:pt x="1530690" y="3504849"/>
                </a:lnTo>
                <a:lnTo>
                  <a:pt x="1531691" y="3505974"/>
                </a:lnTo>
                <a:lnTo>
                  <a:pt x="1529347" y="3510648"/>
                </a:lnTo>
                <a:lnTo>
                  <a:pt x="1523694" y="3512415"/>
                </a:lnTo>
                <a:lnTo>
                  <a:pt x="1522336" y="3512787"/>
                </a:lnTo>
                <a:lnTo>
                  <a:pt x="1518633" y="3513576"/>
                </a:lnTo>
                <a:lnTo>
                  <a:pt x="1518976" y="3516300"/>
                </a:lnTo>
                <a:lnTo>
                  <a:pt x="1519078" y="3516775"/>
                </a:lnTo>
                <a:lnTo>
                  <a:pt x="1519202" y="3517016"/>
                </a:lnTo>
                <a:lnTo>
                  <a:pt x="1519392" y="3517082"/>
                </a:lnTo>
                <a:lnTo>
                  <a:pt x="1519801" y="3517315"/>
                </a:lnTo>
                <a:lnTo>
                  <a:pt x="1524789" y="3520251"/>
                </a:lnTo>
                <a:lnTo>
                  <a:pt x="1531311" y="3525480"/>
                </a:lnTo>
                <a:lnTo>
                  <a:pt x="1531501" y="3526780"/>
                </a:lnTo>
                <a:lnTo>
                  <a:pt x="1527039" y="3532236"/>
                </a:lnTo>
                <a:lnTo>
                  <a:pt x="1519648" y="3540517"/>
                </a:lnTo>
                <a:lnTo>
                  <a:pt x="1518699" y="3541576"/>
                </a:lnTo>
                <a:lnTo>
                  <a:pt x="1514894" y="3545841"/>
                </a:lnTo>
                <a:lnTo>
                  <a:pt x="1522693" y="3549274"/>
                </a:lnTo>
                <a:lnTo>
                  <a:pt x="1549167" y="3572958"/>
                </a:lnTo>
                <a:lnTo>
                  <a:pt x="1569484" y="3591128"/>
                </a:lnTo>
                <a:lnTo>
                  <a:pt x="1570828" y="3591581"/>
                </a:lnTo>
                <a:lnTo>
                  <a:pt x="1581710" y="3595247"/>
                </a:lnTo>
                <a:lnTo>
                  <a:pt x="1588495" y="3595232"/>
                </a:lnTo>
                <a:lnTo>
                  <a:pt x="1589919" y="3595232"/>
                </a:lnTo>
                <a:lnTo>
                  <a:pt x="1600917" y="3595203"/>
                </a:lnTo>
                <a:lnTo>
                  <a:pt x="1602341" y="3595196"/>
                </a:lnTo>
                <a:lnTo>
                  <a:pt x="1607767" y="3595181"/>
                </a:lnTo>
                <a:lnTo>
                  <a:pt x="1609681" y="3595970"/>
                </a:lnTo>
                <a:lnTo>
                  <a:pt x="1610995" y="3596503"/>
                </a:lnTo>
                <a:lnTo>
                  <a:pt x="1635936" y="3606706"/>
                </a:lnTo>
                <a:lnTo>
                  <a:pt x="1638389" y="3607706"/>
                </a:lnTo>
                <a:lnTo>
                  <a:pt x="1643531" y="3606749"/>
                </a:lnTo>
                <a:lnTo>
                  <a:pt x="1644027" y="3606654"/>
                </a:lnTo>
                <a:lnTo>
                  <a:pt x="1644699" y="3606004"/>
                </a:lnTo>
                <a:lnTo>
                  <a:pt x="1645225" y="3606530"/>
                </a:lnTo>
                <a:lnTo>
                  <a:pt x="1646029" y="3607692"/>
                </a:lnTo>
                <a:lnTo>
                  <a:pt x="1649797" y="3613125"/>
                </a:lnTo>
                <a:lnTo>
                  <a:pt x="1650330" y="3617821"/>
                </a:lnTo>
                <a:lnTo>
                  <a:pt x="1650812" y="3622035"/>
                </a:lnTo>
                <a:lnTo>
                  <a:pt x="1673846" y="3653029"/>
                </a:lnTo>
                <a:lnTo>
                  <a:pt x="1674781" y="3654285"/>
                </a:lnTo>
                <a:lnTo>
                  <a:pt x="1666090" y="3658616"/>
                </a:lnTo>
                <a:lnTo>
                  <a:pt x="1662161" y="3663692"/>
                </a:lnTo>
                <a:lnTo>
                  <a:pt x="1663622" y="3672762"/>
                </a:lnTo>
                <a:lnTo>
                  <a:pt x="1661657" y="3676589"/>
                </a:lnTo>
                <a:lnTo>
                  <a:pt x="1657633" y="3676706"/>
                </a:lnTo>
                <a:lnTo>
                  <a:pt x="1656216" y="3676743"/>
                </a:lnTo>
                <a:lnTo>
                  <a:pt x="1654683" y="3676786"/>
                </a:lnTo>
                <a:lnTo>
                  <a:pt x="1642713" y="3706240"/>
                </a:lnTo>
                <a:lnTo>
                  <a:pt x="1637119" y="3720014"/>
                </a:lnTo>
                <a:lnTo>
                  <a:pt x="1633883" y="3754031"/>
                </a:lnTo>
                <a:lnTo>
                  <a:pt x="1629319" y="3768090"/>
                </a:lnTo>
                <a:lnTo>
                  <a:pt x="1614742" y="3747240"/>
                </a:lnTo>
                <a:lnTo>
                  <a:pt x="1584120" y="3725126"/>
                </a:lnTo>
                <a:lnTo>
                  <a:pt x="1541645" y="3699404"/>
                </a:lnTo>
                <a:lnTo>
                  <a:pt x="1496388" y="3699988"/>
                </a:lnTo>
                <a:lnTo>
                  <a:pt x="1458557" y="3709796"/>
                </a:lnTo>
                <a:lnTo>
                  <a:pt x="1453036" y="3711228"/>
                </a:lnTo>
                <a:lnTo>
                  <a:pt x="1439452" y="3714748"/>
                </a:lnTo>
                <a:lnTo>
                  <a:pt x="1407443" y="3730625"/>
                </a:lnTo>
                <a:lnTo>
                  <a:pt x="1374243" y="3736825"/>
                </a:lnTo>
                <a:lnTo>
                  <a:pt x="1373856" y="3736898"/>
                </a:lnTo>
                <a:lnTo>
                  <a:pt x="1372841" y="3737081"/>
                </a:lnTo>
                <a:lnTo>
                  <a:pt x="1372454" y="3737161"/>
                </a:lnTo>
                <a:lnTo>
                  <a:pt x="1371066" y="3737424"/>
                </a:lnTo>
                <a:lnTo>
                  <a:pt x="1369671" y="3737680"/>
                </a:lnTo>
                <a:lnTo>
                  <a:pt x="1364581" y="3738629"/>
                </a:lnTo>
                <a:lnTo>
                  <a:pt x="1311231" y="3739082"/>
                </a:lnTo>
                <a:lnTo>
                  <a:pt x="1290921" y="3739243"/>
                </a:lnTo>
                <a:lnTo>
                  <a:pt x="1284531" y="3739097"/>
                </a:lnTo>
                <a:lnTo>
                  <a:pt x="1219351" y="3737578"/>
                </a:lnTo>
                <a:lnTo>
                  <a:pt x="1155193" y="3747634"/>
                </a:lnTo>
                <a:lnTo>
                  <a:pt x="1098258" y="3751563"/>
                </a:lnTo>
                <a:lnTo>
                  <a:pt x="1041396" y="3735438"/>
                </a:lnTo>
                <a:lnTo>
                  <a:pt x="1038226" y="3734539"/>
                </a:lnTo>
                <a:lnTo>
                  <a:pt x="1014871" y="3710826"/>
                </a:lnTo>
                <a:lnTo>
                  <a:pt x="1001075" y="3696819"/>
                </a:lnTo>
                <a:lnTo>
                  <a:pt x="982313" y="3670776"/>
                </a:lnTo>
                <a:lnTo>
                  <a:pt x="944103" y="3602214"/>
                </a:lnTo>
                <a:lnTo>
                  <a:pt x="919105" y="3557373"/>
                </a:lnTo>
                <a:lnTo>
                  <a:pt x="882144" y="3532228"/>
                </a:lnTo>
                <a:lnTo>
                  <a:pt x="866544" y="3521653"/>
                </a:lnTo>
                <a:lnTo>
                  <a:pt x="864733" y="3520434"/>
                </a:lnTo>
                <a:lnTo>
                  <a:pt x="768303" y="3455144"/>
                </a:lnTo>
                <a:lnTo>
                  <a:pt x="761000" y="3450200"/>
                </a:lnTo>
                <a:lnTo>
                  <a:pt x="714764" y="3411661"/>
                </a:lnTo>
                <a:lnTo>
                  <a:pt x="680680" y="3383252"/>
                </a:lnTo>
                <a:lnTo>
                  <a:pt x="666074" y="3372955"/>
                </a:lnTo>
                <a:lnTo>
                  <a:pt x="623365" y="3342836"/>
                </a:lnTo>
                <a:lnTo>
                  <a:pt x="584571" y="3356515"/>
                </a:lnTo>
                <a:lnTo>
                  <a:pt x="562092" y="3360481"/>
                </a:lnTo>
                <a:lnTo>
                  <a:pt x="560711" y="3360809"/>
                </a:lnTo>
                <a:lnTo>
                  <a:pt x="549786" y="3363395"/>
                </a:lnTo>
                <a:lnTo>
                  <a:pt x="548413" y="3363723"/>
                </a:lnTo>
                <a:lnTo>
                  <a:pt x="544316" y="3364695"/>
                </a:lnTo>
                <a:lnTo>
                  <a:pt x="524597" y="3365659"/>
                </a:lnTo>
                <a:lnTo>
                  <a:pt x="522633" y="3366294"/>
                </a:lnTo>
                <a:lnTo>
                  <a:pt x="515717" y="3370194"/>
                </a:lnTo>
                <a:lnTo>
                  <a:pt x="513825" y="3372721"/>
                </a:lnTo>
                <a:lnTo>
                  <a:pt x="513694" y="3375481"/>
                </a:lnTo>
                <a:lnTo>
                  <a:pt x="510524" y="3376708"/>
                </a:lnTo>
                <a:lnTo>
                  <a:pt x="507669" y="3379768"/>
                </a:lnTo>
                <a:lnTo>
                  <a:pt x="506405" y="3379023"/>
                </a:lnTo>
                <a:lnTo>
                  <a:pt x="506464" y="3376139"/>
                </a:lnTo>
                <a:lnTo>
                  <a:pt x="505770" y="3374678"/>
                </a:lnTo>
                <a:lnTo>
                  <a:pt x="499489" y="3372392"/>
                </a:lnTo>
                <a:lnTo>
                  <a:pt x="498730" y="3370800"/>
                </a:lnTo>
                <a:lnTo>
                  <a:pt x="498920" y="3366564"/>
                </a:lnTo>
                <a:lnTo>
                  <a:pt x="498284" y="3365995"/>
                </a:lnTo>
                <a:lnTo>
                  <a:pt x="497211" y="3366426"/>
                </a:lnTo>
                <a:lnTo>
                  <a:pt x="495239" y="3374722"/>
                </a:lnTo>
                <a:lnTo>
                  <a:pt x="495495" y="3378308"/>
                </a:lnTo>
                <a:lnTo>
                  <a:pt x="498416" y="3383968"/>
                </a:lnTo>
                <a:lnTo>
                  <a:pt x="498094" y="3389832"/>
                </a:lnTo>
                <a:lnTo>
                  <a:pt x="498796" y="3392666"/>
                </a:lnTo>
                <a:lnTo>
                  <a:pt x="499869" y="3393805"/>
                </a:lnTo>
                <a:lnTo>
                  <a:pt x="503995" y="3395485"/>
                </a:lnTo>
                <a:lnTo>
                  <a:pt x="505325" y="3396880"/>
                </a:lnTo>
                <a:lnTo>
                  <a:pt x="505135" y="3403051"/>
                </a:lnTo>
                <a:lnTo>
                  <a:pt x="499562" y="3409959"/>
                </a:lnTo>
                <a:lnTo>
                  <a:pt x="495181" y="3409726"/>
                </a:lnTo>
                <a:lnTo>
                  <a:pt x="493092" y="3410646"/>
                </a:lnTo>
                <a:lnTo>
                  <a:pt x="492201" y="3412917"/>
                </a:lnTo>
                <a:lnTo>
                  <a:pt x="492011" y="3418387"/>
                </a:lnTo>
                <a:lnTo>
                  <a:pt x="490806" y="3420878"/>
                </a:lnTo>
                <a:lnTo>
                  <a:pt x="487381" y="3422287"/>
                </a:lnTo>
                <a:lnTo>
                  <a:pt x="478953" y="3422477"/>
                </a:lnTo>
                <a:lnTo>
                  <a:pt x="473563" y="3423602"/>
                </a:lnTo>
                <a:lnTo>
                  <a:pt x="472358" y="3425201"/>
                </a:lnTo>
                <a:lnTo>
                  <a:pt x="472417" y="3428217"/>
                </a:lnTo>
                <a:lnTo>
                  <a:pt x="468816" y="3429802"/>
                </a:lnTo>
                <a:lnTo>
                  <a:pt x="467356" y="3432088"/>
                </a:lnTo>
                <a:lnTo>
                  <a:pt x="462470" y="3437186"/>
                </a:lnTo>
                <a:lnTo>
                  <a:pt x="463039" y="3442794"/>
                </a:lnTo>
                <a:lnTo>
                  <a:pt x="462090" y="3443795"/>
                </a:lnTo>
                <a:lnTo>
                  <a:pt x="459870" y="3443904"/>
                </a:lnTo>
                <a:lnTo>
                  <a:pt x="458285" y="3445153"/>
                </a:lnTo>
                <a:lnTo>
                  <a:pt x="456890" y="3447958"/>
                </a:lnTo>
                <a:lnTo>
                  <a:pt x="456131" y="3451704"/>
                </a:lnTo>
                <a:lnTo>
                  <a:pt x="454042" y="3450974"/>
                </a:lnTo>
                <a:lnTo>
                  <a:pt x="452202" y="3447731"/>
                </a:lnTo>
                <a:lnTo>
                  <a:pt x="450997" y="3447731"/>
                </a:lnTo>
                <a:lnTo>
                  <a:pt x="449602" y="3448681"/>
                </a:lnTo>
                <a:lnTo>
                  <a:pt x="448587" y="3451171"/>
                </a:lnTo>
                <a:lnTo>
                  <a:pt x="444913" y="3454165"/>
                </a:lnTo>
                <a:lnTo>
                  <a:pt x="444343" y="3457028"/>
                </a:lnTo>
                <a:lnTo>
                  <a:pt x="441868" y="3456458"/>
                </a:lnTo>
                <a:lnTo>
                  <a:pt x="438004" y="3456648"/>
                </a:lnTo>
                <a:lnTo>
                  <a:pt x="435718" y="3455399"/>
                </a:lnTo>
                <a:lnTo>
                  <a:pt x="440414" y="3452055"/>
                </a:lnTo>
                <a:lnTo>
                  <a:pt x="442503" y="3446979"/>
                </a:lnTo>
                <a:lnTo>
                  <a:pt x="442503" y="3443415"/>
                </a:lnTo>
                <a:lnTo>
                  <a:pt x="446374" y="3439135"/>
                </a:lnTo>
                <a:lnTo>
                  <a:pt x="446878" y="3436375"/>
                </a:lnTo>
                <a:lnTo>
                  <a:pt x="445994" y="3432701"/>
                </a:lnTo>
                <a:lnTo>
                  <a:pt x="446564" y="3430503"/>
                </a:lnTo>
                <a:lnTo>
                  <a:pt x="448462" y="3429298"/>
                </a:lnTo>
                <a:lnTo>
                  <a:pt x="450617" y="3426567"/>
                </a:lnTo>
                <a:lnTo>
                  <a:pt x="454802" y="3424303"/>
                </a:lnTo>
                <a:lnTo>
                  <a:pt x="455561" y="3423193"/>
                </a:lnTo>
                <a:lnTo>
                  <a:pt x="454736" y="3422258"/>
                </a:lnTo>
                <a:lnTo>
                  <a:pt x="448901" y="3420052"/>
                </a:lnTo>
                <a:lnTo>
                  <a:pt x="442437" y="3419892"/>
                </a:lnTo>
                <a:lnTo>
                  <a:pt x="437493" y="3421323"/>
                </a:lnTo>
                <a:lnTo>
                  <a:pt x="439392" y="3416649"/>
                </a:lnTo>
                <a:lnTo>
                  <a:pt x="444212" y="3413414"/>
                </a:lnTo>
                <a:lnTo>
                  <a:pt x="445855" y="3411449"/>
                </a:lnTo>
                <a:lnTo>
                  <a:pt x="446235" y="3409390"/>
                </a:lnTo>
                <a:lnTo>
                  <a:pt x="442496" y="3407024"/>
                </a:lnTo>
                <a:lnTo>
                  <a:pt x="435529" y="3408068"/>
                </a:lnTo>
                <a:lnTo>
                  <a:pt x="432483" y="3411537"/>
                </a:lnTo>
                <a:lnTo>
                  <a:pt x="425005" y="3417255"/>
                </a:lnTo>
                <a:lnTo>
                  <a:pt x="416190" y="3426238"/>
                </a:lnTo>
                <a:lnTo>
                  <a:pt x="412582" y="3423616"/>
                </a:lnTo>
                <a:lnTo>
                  <a:pt x="401357" y="3412340"/>
                </a:lnTo>
                <a:lnTo>
                  <a:pt x="400028" y="3413129"/>
                </a:lnTo>
                <a:lnTo>
                  <a:pt x="396603" y="3413428"/>
                </a:lnTo>
                <a:lnTo>
                  <a:pt x="391849" y="3417533"/>
                </a:lnTo>
                <a:lnTo>
                  <a:pt x="384619" y="3420198"/>
                </a:lnTo>
                <a:lnTo>
                  <a:pt x="371816" y="3419884"/>
                </a:lnTo>
                <a:lnTo>
                  <a:pt x="370859" y="3418789"/>
                </a:lnTo>
                <a:lnTo>
                  <a:pt x="370290" y="3415539"/>
                </a:lnTo>
                <a:lnTo>
                  <a:pt x="371561" y="3410909"/>
                </a:lnTo>
                <a:lnTo>
                  <a:pt x="371875" y="3400816"/>
                </a:lnTo>
                <a:lnTo>
                  <a:pt x="369340" y="3401159"/>
                </a:lnTo>
                <a:lnTo>
                  <a:pt x="366112" y="3403065"/>
                </a:lnTo>
                <a:lnTo>
                  <a:pt x="359708" y="3402766"/>
                </a:lnTo>
                <a:lnTo>
                  <a:pt x="357108" y="3402050"/>
                </a:lnTo>
                <a:lnTo>
                  <a:pt x="350265" y="3396339"/>
                </a:lnTo>
                <a:lnTo>
                  <a:pt x="344364" y="3400195"/>
                </a:lnTo>
                <a:lnTo>
                  <a:pt x="340121" y="3401159"/>
                </a:lnTo>
                <a:lnTo>
                  <a:pt x="330480" y="3411435"/>
                </a:lnTo>
                <a:lnTo>
                  <a:pt x="328961" y="3412034"/>
                </a:lnTo>
                <a:lnTo>
                  <a:pt x="327822" y="3411062"/>
                </a:lnTo>
                <a:lnTo>
                  <a:pt x="326683" y="3408550"/>
                </a:lnTo>
                <a:lnTo>
                  <a:pt x="325215" y="3398274"/>
                </a:lnTo>
                <a:lnTo>
                  <a:pt x="328136" y="3393725"/>
                </a:lnTo>
                <a:lnTo>
                  <a:pt x="330166" y="3388832"/>
                </a:lnTo>
                <a:lnTo>
                  <a:pt x="331817" y="3383201"/>
                </a:lnTo>
                <a:lnTo>
                  <a:pt x="331561" y="3378388"/>
                </a:lnTo>
                <a:lnTo>
                  <a:pt x="333394" y="3372845"/>
                </a:lnTo>
                <a:lnTo>
                  <a:pt x="330860" y="3373108"/>
                </a:lnTo>
                <a:lnTo>
                  <a:pt x="328326" y="3374408"/>
                </a:lnTo>
                <a:lnTo>
                  <a:pt x="321162" y="3385129"/>
                </a:lnTo>
                <a:lnTo>
                  <a:pt x="314063" y="3391190"/>
                </a:lnTo>
                <a:lnTo>
                  <a:pt x="308995" y="3393637"/>
                </a:lnTo>
                <a:lnTo>
                  <a:pt x="306453" y="3395580"/>
                </a:lnTo>
                <a:lnTo>
                  <a:pt x="297894" y="3403204"/>
                </a:lnTo>
                <a:lnTo>
                  <a:pt x="294724" y="3404205"/>
                </a:lnTo>
                <a:lnTo>
                  <a:pt x="289904" y="3403854"/>
                </a:lnTo>
                <a:lnTo>
                  <a:pt x="279132" y="3417387"/>
                </a:lnTo>
                <a:lnTo>
                  <a:pt x="275393" y="3420629"/>
                </a:lnTo>
                <a:lnTo>
                  <a:pt x="272092" y="3421557"/>
                </a:lnTo>
                <a:lnTo>
                  <a:pt x="263029" y="3421623"/>
                </a:lnTo>
                <a:lnTo>
                  <a:pt x="259669" y="3419592"/>
                </a:lnTo>
                <a:lnTo>
                  <a:pt x="257639" y="3415254"/>
                </a:lnTo>
                <a:lnTo>
                  <a:pt x="259669" y="3402050"/>
                </a:lnTo>
                <a:lnTo>
                  <a:pt x="258399" y="3400845"/>
                </a:lnTo>
                <a:lnTo>
                  <a:pt x="254338" y="3401904"/>
                </a:lnTo>
                <a:lnTo>
                  <a:pt x="250475" y="3410573"/>
                </a:lnTo>
                <a:lnTo>
                  <a:pt x="251044" y="3415787"/>
                </a:lnTo>
                <a:lnTo>
                  <a:pt x="249715" y="3418628"/>
                </a:lnTo>
                <a:lnTo>
                  <a:pt x="249715" y="3423368"/>
                </a:lnTo>
                <a:lnTo>
                  <a:pt x="248766" y="3428393"/>
                </a:lnTo>
                <a:lnTo>
                  <a:pt x="241032" y="3443934"/>
                </a:lnTo>
                <a:lnTo>
                  <a:pt x="240338" y="3447169"/>
                </a:lnTo>
                <a:lnTo>
                  <a:pt x="240082" y="3455779"/>
                </a:lnTo>
                <a:lnTo>
                  <a:pt x="234247" y="3461118"/>
                </a:lnTo>
                <a:lnTo>
                  <a:pt x="236592" y="3468728"/>
                </a:lnTo>
                <a:lnTo>
                  <a:pt x="236592" y="3471342"/>
                </a:lnTo>
                <a:lnTo>
                  <a:pt x="235262" y="3472847"/>
                </a:lnTo>
                <a:lnTo>
                  <a:pt x="227149" y="3474950"/>
                </a:lnTo>
                <a:lnTo>
                  <a:pt x="224037" y="3477367"/>
                </a:lnTo>
                <a:lnTo>
                  <a:pt x="223212" y="3480011"/>
                </a:lnTo>
                <a:lnTo>
                  <a:pt x="223022" y="3483867"/>
                </a:lnTo>
                <a:lnTo>
                  <a:pt x="220050" y="3493230"/>
                </a:lnTo>
                <a:lnTo>
                  <a:pt x="217698" y="3495318"/>
                </a:lnTo>
                <a:lnTo>
                  <a:pt x="214156" y="3495910"/>
                </a:lnTo>
                <a:lnTo>
                  <a:pt x="207496" y="3495830"/>
                </a:lnTo>
                <a:lnTo>
                  <a:pt x="192218" y="3497889"/>
                </a:lnTo>
                <a:lnTo>
                  <a:pt x="179284" y="3503768"/>
                </a:lnTo>
                <a:lnTo>
                  <a:pt x="162041" y="3507398"/>
                </a:lnTo>
                <a:lnTo>
                  <a:pt x="152533" y="3504827"/>
                </a:lnTo>
                <a:lnTo>
                  <a:pt x="150188" y="3503564"/>
                </a:lnTo>
                <a:lnTo>
                  <a:pt x="147077" y="3494164"/>
                </a:lnTo>
                <a:lnTo>
                  <a:pt x="142454" y="3489008"/>
                </a:lnTo>
                <a:lnTo>
                  <a:pt x="139789" y="3488030"/>
                </a:lnTo>
                <a:lnTo>
                  <a:pt x="135604" y="3488994"/>
                </a:lnTo>
                <a:lnTo>
                  <a:pt x="130791" y="3488979"/>
                </a:lnTo>
                <a:lnTo>
                  <a:pt x="130083" y="3487168"/>
                </a:lnTo>
                <a:lnTo>
                  <a:pt x="131675" y="3481384"/>
                </a:lnTo>
                <a:lnTo>
                  <a:pt x="131485" y="3479675"/>
                </a:lnTo>
                <a:lnTo>
                  <a:pt x="122422" y="3469531"/>
                </a:lnTo>
                <a:lnTo>
                  <a:pt x="107516" y="3467223"/>
                </a:lnTo>
                <a:lnTo>
                  <a:pt x="104164" y="3466004"/>
                </a:lnTo>
                <a:lnTo>
                  <a:pt x="97883" y="3462418"/>
                </a:lnTo>
                <a:lnTo>
                  <a:pt x="88944" y="3463411"/>
                </a:lnTo>
                <a:lnTo>
                  <a:pt x="88119" y="3464295"/>
                </a:lnTo>
                <a:lnTo>
                  <a:pt x="88813" y="3467158"/>
                </a:lnTo>
                <a:lnTo>
                  <a:pt x="86410" y="3470013"/>
                </a:lnTo>
                <a:lnTo>
                  <a:pt x="63084" y="3479660"/>
                </a:lnTo>
                <a:lnTo>
                  <a:pt x="62317" y="3480610"/>
                </a:lnTo>
                <a:lnTo>
                  <a:pt x="48178" y="3475907"/>
                </a:lnTo>
                <a:lnTo>
                  <a:pt x="42036" y="3471642"/>
                </a:lnTo>
                <a:lnTo>
                  <a:pt x="38735" y="3466734"/>
                </a:lnTo>
                <a:lnTo>
                  <a:pt x="35252" y="3458029"/>
                </a:lnTo>
                <a:lnTo>
                  <a:pt x="26817" y="3443970"/>
                </a:lnTo>
                <a:lnTo>
                  <a:pt x="21369" y="3440581"/>
                </a:lnTo>
                <a:lnTo>
                  <a:pt x="8238" y="3438442"/>
                </a:lnTo>
                <a:lnTo>
                  <a:pt x="0" y="3428137"/>
                </a:lnTo>
                <a:lnTo>
                  <a:pt x="15979" y="3396631"/>
                </a:lnTo>
                <a:lnTo>
                  <a:pt x="12050" y="3388371"/>
                </a:lnTo>
                <a:lnTo>
                  <a:pt x="10209" y="3381704"/>
                </a:lnTo>
                <a:lnTo>
                  <a:pt x="19141" y="3375825"/>
                </a:lnTo>
                <a:lnTo>
                  <a:pt x="31827" y="3377738"/>
                </a:lnTo>
                <a:lnTo>
                  <a:pt x="56613" y="3363176"/>
                </a:lnTo>
                <a:lnTo>
                  <a:pt x="79815" y="3345692"/>
                </a:lnTo>
                <a:lnTo>
                  <a:pt x="98767" y="3322731"/>
                </a:lnTo>
                <a:lnTo>
                  <a:pt x="140044" y="3269703"/>
                </a:lnTo>
                <a:lnTo>
                  <a:pt x="163560" y="3246479"/>
                </a:lnTo>
                <a:lnTo>
                  <a:pt x="165532" y="3243989"/>
                </a:lnTo>
                <a:lnTo>
                  <a:pt x="174084" y="3228141"/>
                </a:lnTo>
                <a:lnTo>
                  <a:pt x="161216" y="3214097"/>
                </a:lnTo>
                <a:lnTo>
                  <a:pt x="161917" y="3208474"/>
                </a:lnTo>
                <a:lnTo>
                  <a:pt x="169899" y="3205903"/>
                </a:lnTo>
                <a:lnTo>
                  <a:pt x="170915" y="3203259"/>
                </a:lnTo>
                <a:lnTo>
                  <a:pt x="171740" y="3189077"/>
                </a:lnTo>
                <a:lnTo>
                  <a:pt x="175669" y="3180853"/>
                </a:lnTo>
                <a:lnTo>
                  <a:pt x="183505" y="3173280"/>
                </a:lnTo>
                <a:lnTo>
                  <a:pt x="184382" y="3172440"/>
                </a:lnTo>
                <a:lnTo>
                  <a:pt x="184739" y="3172097"/>
                </a:lnTo>
                <a:lnTo>
                  <a:pt x="186383" y="3160105"/>
                </a:lnTo>
                <a:lnTo>
                  <a:pt x="190312" y="3153824"/>
                </a:lnTo>
                <a:lnTo>
                  <a:pt x="193196" y="3152597"/>
                </a:lnTo>
                <a:lnTo>
                  <a:pt x="207430" y="3146550"/>
                </a:lnTo>
                <a:lnTo>
                  <a:pt x="220240" y="3137312"/>
                </a:lnTo>
                <a:lnTo>
                  <a:pt x="228478" y="3132273"/>
                </a:lnTo>
                <a:lnTo>
                  <a:pt x="232816" y="3130462"/>
                </a:lnTo>
                <a:lnTo>
                  <a:pt x="233933" y="3129994"/>
                </a:lnTo>
                <a:lnTo>
                  <a:pt x="239579" y="3129249"/>
                </a:lnTo>
                <a:lnTo>
                  <a:pt x="244837" y="3131119"/>
                </a:lnTo>
                <a:lnTo>
                  <a:pt x="262459" y="3148391"/>
                </a:lnTo>
                <a:lnTo>
                  <a:pt x="264533" y="3149888"/>
                </a:lnTo>
                <a:lnTo>
                  <a:pt x="279008" y="3160404"/>
                </a:lnTo>
                <a:lnTo>
                  <a:pt x="302648" y="3174667"/>
                </a:lnTo>
                <a:lnTo>
                  <a:pt x="306453" y="3175726"/>
                </a:lnTo>
                <a:lnTo>
                  <a:pt x="309374" y="3176544"/>
                </a:lnTo>
                <a:lnTo>
                  <a:pt x="319519" y="3176917"/>
                </a:lnTo>
                <a:lnTo>
                  <a:pt x="325770" y="3175872"/>
                </a:lnTo>
                <a:lnTo>
                  <a:pt x="327172" y="3175639"/>
                </a:lnTo>
                <a:lnTo>
                  <a:pt x="342779" y="3173543"/>
                </a:lnTo>
                <a:lnTo>
                  <a:pt x="367946" y="3174288"/>
                </a:lnTo>
                <a:lnTo>
                  <a:pt x="369070" y="3174492"/>
                </a:lnTo>
                <a:lnTo>
                  <a:pt x="370662" y="3174784"/>
                </a:lnTo>
                <a:lnTo>
                  <a:pt x="371451" y="3174930"/>
                </a:lnTo>
                <a:lnTo>
                  <a:pt x="394573" y="3179173"/>
                </a:lnTo>
                <a:lnTo>
                  <a:pt x="421645" y="3188171"/>
                </a:lnTo>
                <a:lnTo>
                  <a:pt x="429606" y="3192312"/>
                </a:lnTo>
                <a:lnTo>
                  <a:pt x="449792" y="3202814"/>
                </a:lnTo>
                <a:lnTo>
                  <a:pt x="465661" y="3213089"/>
                </a:lnTo>
                <a:lnTo>
                  <a:pt x="468940" y="3215207"/>
                </a:lnTo>
                <a:lnTo>
                  <a:pt x="473388" y="3218815"/>
                </a:lnTo>
              </a:path>
            </a:pathLst>
          </a:custGeom>
          <a:noFill/>
          <a:ln w="19050">
            <a:solidFill>
              <a:srgbClr val="B4C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-text-006"/>
          <p:cNvSpPr txBox="1"/>
          <p:nvPr/>
        </p:nvSpPr>
        <p:spPr>
          <a:xfrm>
            <a:off x="5600700" y="1619250"/>
            <a:ext cx="1028700" cy="683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5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165</a:t>
            </a:r>
          </a:p>
        </p:txBody>
      </p:sp>
      <p:sp>
        <p:nvSpPr>
          <p:cNvPr id="37" name="editable-text-007"/>
          <p:cNvSpPr txBox="1"/>
          <p:nvPr/>
        </p:nvSpPr>
        <p:spPr>
          <a:xfrm>
            <a:off x="5600700" y="2152650"/>
            <a:ext cx="93345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核心分析样本</a:t>
            </a:r>
          </a:p>
        </p:txBody>
      </p:sp>
      <p:sp>
        <p:nvSpPr>
          <p:cNvPr id="38" name="editable-text-008"/>
          <p:cNvSpPr txBox="1"/>
          <p:nvPr/>
        </p:nvSpPr>
        <p:spPr>
          <a:xfrm>
            <a:off x="5600700" y="2400300"/>
            <a:ext cx="17145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进入指数计算</a:t>
            </a:r>
          </a:p>
        </p:txBody>
      </p:sp>
      <p:sp>
        <p:nvSpPr>
          <p:cNvPr id="39" name="editable-text-009"/>
          <p:cNvSpPr txBox="1"/>
          <p:nvPr/>
        </p:nvSpPr>
        <p:spPr>
          <a:xfrm>
            <a:off x="7505700" y="1619250"/>
            <a:ext cx="1028700" cy="683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220</a:t>
            </a:r>
          </a:p>
        </p:txBody>
      </p:sp>
      <p:sp>
        <p:nvSpPr>
          <p:cNvPr id="40" name="editable-text-010"/>
          <p:cNvSpPr txBox="1"/>
          <p:nvPr/>
        </p:nvSpPr>
        <p:spPr>
          <a:xfrm>
            <a:off x="7505700" y="2152650"/>
            <a:ext cx="6477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锚点总库</a:t>
            </a:r>
          </a:p>
        </p:txBody>
      </p:sp>
      <p:sp>
        <p:nvSpPr>
          <p:cNvPr id="41" name="editable-text-011"/>
          <p:cNvSpPr txBox="1"/>
          <p:nvPr/>
        </p:nvSpPr>
        <p:spPr>
          <a:xfrm>
            <a:off x="7505700" y="2400300"/>
            <a:ext cx="17145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主桥梁清单</a:t>
            </a:r>
          </a:p>
        </p:txBody>
      </p:sp>
      <p:sp>
        <p:nvSpPr>
          <p:cNvPr id="42" name="editable-text-012"/>
          <p:cNvSpPr txBox="1"/>
          <p:nvPr/>
        </p:nvSpPr>
        <p:spPr>
          <a:xfrm>
            <a:off x="9410700" y="1619250"/>
            <a:ext cx="714375" cy="683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5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90</a:t>
            </a:r>
          </a:p>
        </p:txBody>
      </p:sp>
      <p:sp>
        <p:nvSpPr>
          <p:cNvPr id="43" name="editable-text-013"/>
          <p:cNvSpPr txBox="1"/>
          <p:nvPr/>
        </p:nvSpPr>
        <p:spPr>
          <a:xfrm>
            <a:off x="9410700" y="2152650"/>
            <a:ext cx="6477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非遗项目</a:t>
            </a:r>
          </a:p>
        </p:txBody>
      </p:sp>
      <p:sp>
        <p:nvSpPr>
          <p:cNvPr id="44" name="editable-text-014"/>
          <p:cNvSpPr txBox="1"/>
          <p:nvPr/>
        </p:nvSpPr>
        <p:spPr>
          <a:xfrm>
            <a:off x="9410700" y="2400300"/>
            <a:ext cx="17145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36 项有空间锚点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505450" y="3105150"/>
            <a:ext cx="506730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editable-text-015"/>
          <p:cNvSpPr txBox="1"/>
          <p:nvPr/>
        </p:nvSpPr>
        <p:spPr>
          <a:xfrm>
            <a:off x="5638800" y="3486150"/>
            <a:ext cx="81915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文物/空间锚点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15100" y="3524250"/>
            <a:ext cx="3143250" cy="1143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15100" y="3524250"/>
            <a:ext cx="3143250" cy="114300"/>
          </a:xfrm>
          <a:prstGeom prst="roundRect">
            <a:avLst/>
          </a:prstGeom>
          <a:solidFill>
            <a:srgbClr val="6F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-text-016"/>
          <p:cNvSpPr txBox="1"/>
          <p:nvPr/>
        </p:nvSpPr>
        <p:spPr>
          <a:xfrm>
            <a:off x="9772650" y="3486150"/>
            <a:ext cx="200025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80</a:t>
            </a:r>
          </a:p>
        </p:txBody>
      </p:sp>
      <p:sp>
        <p:nvSpPr>
          <p:cNvPr id="50" name="editable-text-017"/>
          <p:cNvSpPr txBox="1"/>
          <p:nvPr/>
        </p:nvSpPr>
        <p:spPr>
          <a:xfrm>
            <a:off x="5638800" y="3848100"/>
            <a:ext cx="7620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非遗空间锚点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15100" y="3886200"/>
            <a:ext cx="3143250" cy="1143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515100" y="3886200"/>
            <a:ext cx="1414462" cy="114300"/>
          </a:xfrm>
          <a:prstGeom prst="roundRect">
            <a:avLst/>
          </a:prstGeom>
          <a:solidFill>
            <a:srgbClr val="7C9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-text-018"/>
          <p:cNvSpPr txBox="1"/>
          <p:nvPr/>
        </p:nvSpPr>
        <p:spPr>
          <a:xfrm>
            <a:off x="9772650" y="3848100"/>
            <a:ext cx="200025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36</a:t>
            </a:r>
          </a:p>
        </p:txBody>
      </p:sp>
      <p:sp>
        <p:nvSpPr>
          <p:cNvPr id="54" name="editable-text-019"/>
          <p:cNvSpPr txBox="1"/>
          <p:nvPr/>
        </p:nvSpPr>
        <p:spPr>
          <a:xfrm>
            <a:off x="5638800" y="4210050"/>
            <a:ext cx="5334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文化景观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15100" y="4248150"/>
            <a:ext cx="3143250" cy="1143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15100" y="4248150"/>
            <a:ext cx="746522" cy="114300"/>
          </a:xfrm>
          <a:prstGeom prst="roundRect">
            <a:avLst/>
          </a:prstGeom>
          <a:solidFill>
            <a:srgbClr val="7895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-text-020"/>
          <p:cNvSpPr txBox="1"/>
          <p:nvPr/>
        </p:nvSpPr>
        <p:spPr>
          <a:xfrm>
            <a:off x="9772650" y="4210050"/>
            <a:ext cx="200025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19</a:t>
            </a:r>
          </a:p>
        </p:txBody>
      </p:sp>
      <p:sp>
        <p:nvSpPr>
          <p:cNvPr id="58" name="editable-text-021"/>
          <p:cNvSpPr txBox="1"/>
          <p:nvPr/>
        </p:nvSpPr>
        <p:spPr>
          <a:xfrm>
            <a:off x="5638800" y="4572000"/>
            <a:ext cx="5334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圩市街区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15100" y="4610100"/>
            <a:ext cx="3143250" cy="1143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515100" y="4610100"/>
            <a:ext cx="707231" cy="114300"/>
          </a:xfrm>
          <a:prstGeom prst="roundRect">
            <a:avLst/>
          </a:prstGeom>
          <a:solidFill>
            <a:srgbClr val="5E7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-text-022"/>
          <p:cNvSpPr txBox="1"/>
          <p:nvPr/>
        </p:nvSpPr>
        <p:spPr>
          <a:xfrm>
            <a:off x="9772650" y="4572000"/>
            <a:ext cx="200025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18</a:t>
            </a:r>
          </a:p>
        </p:txBody>
      </p:sp>
      <p:sp>
        <p:nvSpPr>
          <p:cNvPr id="62" name="editable-text-023"/>
          <p:cNvSpPr txBox="1"/>
          <p:nvPr/>
        </p:nvSpPr>
        <p:spPr>
          <a:xfrm>
            <a:off x="5638800" y="4933950"/>
            <a:ext cx="5334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历史村落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15100" y="4972050"/>
            <a:ext cx="3143250" cy="1143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515100" y="4972050"/>
            <a:ext cx="471488" cy="114300"/>
          </a:xfrm>
          <a:prstGeom prst="roundRect">
            <a:avLst/>
          </a:prstGeom>
          <a:solidFill>
            <a:srgbClr val="4F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-text-024"/>
          <p:cNvSpPr txBox="1"/>
          <p:nvPr/>
        </p:nvSpPr>
        <p:spPr>
          <a:xfrm>
            <a:off x="9772650" y="4933950"/>
            <a:ext cx="200025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12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52500" y="5600700"/>
            <a:ext cx="9620250" cy="3810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-text-025"/>
          <p:cNvSpPr txBox="1"/>
          <p:nvPr/>
        </p:nvSpPr>
        <p:spPr>
          <a:xfrm>
            <a:off x="2714625" y="5705475"/>
            <a:ext cx="607695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口径创新：以景点级文旅载体作为桥梁，避免把复合型景区内部差异简单合并。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60960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研究问题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三类“接不上”构成本研究的诊断目标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把抽象的文旅融合问题转化为可比较、可落图、可复核的空间诊断。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05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2381250" y="2781300"/>
            <a:ext cx="3714750" cy="400050"/>
          </a:xfrm>
          <a:prstGeom prst="line">
            <a:avLst/>
          </a:prstGeom>
          <a:ln w="28575">
            <a:solidFill>
              <a:srgbClr val="C6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6000" y="3181350"/>
            <a:ext cx="0" cy="1009650"/>
          </a:xfrm>
          <a:prstGeom prst="line">
            <a:avLst/>
          </a:prstGeom>
          <a:ln w="28575">
            <a:solidFill>
              <a:srgbClr val="C1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096000" y="2781300"/>
            <a:ext cx="3714750" cy="400050"/>
          </a:xfrm>
          <a:prstGeom prst="line">
            <a:avLst/>
          </a:prstGeom>
          <a:ln w="28575">
            <a:solidFill>
              <a:srgbClr val="C5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334000" y="2419350"/>
            <a:ext cx="1524000" cy="1524000"/>
          </a:xfrm>
          <a:prstGeom prst="ellipse">
            <a:avLst/>
          </a:prstGeom>
          <a:solidFill>
            <a:srgbClr val="FAFCFC"/>
          </a:solidFill>
          <a:ln w="19050">
            <a:solidFill>
              <a:srgbClr val="6F9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-text-006"/>
          <p:cNvSpPr txBox="1"/>
          <p:nvPr/>
        </p:nvSpPr>
        <p:spPr>
          <a:xfrm>
            <a:off x="5829300" y="2873502"/>
            <a:ext cx="533400" cy="6156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错位</a:t>
            </a:r>
          </a:p>
          <a:p>
            <a:pPr algn="ctr">
              <a:lnSpc>
                <a:spcPct val="118000"/>
              </a:lnSpc>
            </a:pPr>
            <a:r>
              <a:rPr sz="18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诊断</a:t>
            </a:r>
          </a:p>
        </p:txBody>
      </p:sp>
      <p:sp>
        <p:nvSpPr>
          <p:cNvPr id="39" name="Oval 38"/>
          <p:cNvSpPr/>
          <p:nvPr/>
        </p:nvSpPr>
        <p:spPr>
          <a:xfrm>
            <a:off x="1657350" y="2057400"/>
            <a:ext cx="1447800" cy="1447800"/>
          </a:xfrm>
          <a:prstGeom prst="ellipse">
            <a:avLst/>
          </a:prstGeom>
          <a:solidFill>
            <a:srgbClr val="F2F5F3"/>
          </a:solidFill>
          <a:ln w="19050">
            <a:solidFill>
              <a:srgbClr val="CE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-text-007"/>
          <p:cNvSpPr txBox="1"/>
          <p:nvPr/>
        </p:nvSpPr>
        <p:spPr>
          <a:xfrm>
            <a:off x="2205038" y="2438400"/>
            <a:ext cx="352425" cy="30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Q1</a:t>
            </a:r>
          </a:p>
        </p:txBody>
      </p:sp>
      <p:sp>
        <p:nvSpPr>
          <p:cNvPr id="41" name="editable-text-008"/>
          <p:cNvSpPr txBox="1"/>
          <p:nvPr/>
        </p:nvSpPr>
        <p:spPr>
          <a:xfrm>
            <a:off x="1666875" y="2743200"/>
            <a:ext cx="142875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文化强但旅游弱</a:t>
            </a:r>
          </a:p>
        </p:txBody>
      </p:sp>
      <p:sp>
        <p:nvSpPr>
          <p:cNvPr id="42" name="editable-text-009"/>
          <p:cNvSpPr txBox="1"/>
          <p:nvPr/>
        </p:nvSpPr>
        <p:spPr>
          <a:xfrm>
            <a:off x="2038350" y="3124200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沉睡潜力</a:t>
            </a:r>
          </a:p>
        </p:txBody>
      </p:sp>
      <p:sp>
        <p:nvSpPr>
          <p:cNvPr id="43" name="editable-text-010"/>
          <p:cNvSpPr txBox="1"/>
          <p:nvPr/>
        </p:nvSpPr>
        <p:spPr>
          <a:xfrm>
            <a:off x="1047750" y="3733800"/>
            <a:ext cx="2667000" cy="2223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文化记忆和官方认证较强，旅游热度尚未形成。</a:t>
            </a:r>
          </a:p>
        </p:txBody>
      </p:sp>
      <p:sp>
        <p:nvSpPr>
          <p:cNvPr id="44" name="Oval 43"/>
          <p:cNvSpPr/>
          <p:nvPr/>
        </p:nvSpPr>
        <p:spPr>
          <a:xfrm>
            <a:off x="5372100" y="3467100"/>
            <a:ext cx="1447800" cy="1447800"/>
          </a:xfrm>
          <a:prstGeom prst="ellipse">
            <a:avLst/>
          </a:prstGeom>
          <a:solidFill>
            <a:srgbClr val="F1F5F7"/>
          </a:solidFill>
          <a:ln w="19050">
            <a:solidFill>
              <a:srgbClr val="C9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-text-011"/>
          <p:cNvSpPr txBox="1"/>
          <p:nvPr/>
        </p:nvSpPr>
        <p:spPr>
          <a:xfrm>
            <a:off x="5919788" y="3848100"/>
            <a:ext cx="352425" cy="30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Q2</a:t>
            </a:r>
          </a:p>
        </p:txBody>
      </p:sp>
      <p:sp>
        <p:nvSpPr>
          <p:cNvPr id="46" name="editable-text-012"/>
          <p:cNvSpPr txBox="1"/>
          <p:nvPr/>
        </p:nvSpPr>
        <p:spPr>
          <a:xfrm>
            <a:off x="5381625" y="4152900"/>
            <a:ext cx="142875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旅游热但文化弱</a:t>
            </a:r>
          </a:p>
        </p:txBody>
      </p:sp>
      <p:sp>
        <p:nvSpPr>
          <p:cNvPr id="47" name="editable-text-013"/>
          <p:cNvSpPr txBox="1"/>
          <p:nvPr/>
        </p:nvSpPr>
        <p:spPr>
          <a:xfrm>
            <a:off x="5753100" y="4533900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空心景点</a:t>
            </a:r>
          </a:p>
        </p:txBody>
      </p:sp>
      <p:sp>
        <p:nvSpPr>
          <p:cNvPr id="48" name="editable-text-014"/>
          <p:cNvSpPr txBox="1"/>
          <p:nvPr/>
        </p:nvSpPr>
        <p:spPr>
          <a:xfrm>
            <a:off x="4762500" y="5143500"/>
            <a:ext cx="2667000" cy="2223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已有客流和空间热度，地方文化叙事不足。</a:t>
            </a:r>
          </a:p>
        </p:txBody>
      </p:sp>
      <p:sp>
        <p:nvSpPr>
          <p:cNvPr id="49" name="Oval 48"/>
          <p:cNvSpPr/>
          <p:nvPr/>
        </p:nvSpPr>
        <p:spPr>
          <a:xfrm>
            <a:off x="9086850" y="2057400"/>
            <a:ext cx="1447800" cy="1447800"/>
          </a:xfrm>
          <a:prstGeom prst="ellipse">
            <a:avLst/>
          </a:prstGeom>
          <a:solidFill>
            <a:srgbClr val="F2F5F6"/>
          </a:solidFill>
          <a:ln w="19050">
            <a:solidFill>
              <a:srgbClr val="CD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-text-015"/>
          <p:cNvSpPr txBox="1"/>
          <p:nvPr/>
        </p:nvSpPr>
        <p:spPr>
          <a:xfrm>
            <a:off x="9634538" y="2438400"/>
            <a:ext cx="352425" cy="30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7895A1"/>
                </a:solidFill>
                <a:latin typeface="Microsoft YaHei"/>
              </a:rPr>
              <a:t>Q3</a:t>
            </a:r>
          </a:p>
        </p:txBody>
      </p:sp>
      <p:sp>
        <p:nvSpPr>
          <p:cNvPr id="51" name="editable-text-016"/>
          <p:cNvSpPr txBox="1"/>
          <p:nvPr/>
        </p:nvSpPr>
        <p:spPr>
          <a:xfrm>
            <a:off x="9096375" y="2743200"/>
            <a:ext cx="142875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双高但仍需深化</a:t>
            </a:r>
          </a:p>
        </p:txBody>
      </p:sp>
      <p:sp>
        <p:nvSpPr>
          <p:cNvPr id="52" name="editable-text-017"/>
          <p:cNvSpPr txBox="1"/>
          <p:nvPr/>
        </p:nvSpPr>
        <p:spPr>
          <a:xfrm>
            <a:off x="9315450" y="3124200"/>
            <a:ext cx="990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rFonts latin="Arial" ea="Microsoft YaHei" cs="Microsoft YaHei"/>
                <a:solidFill>
                  <a:srgbClr val="7895A1"/>
                </a:solidFill>
                <a:latin typeface="Microsoft YaHei"/>
              </a:rPr>
              <a:t>优先深化对象</a:t>
            </a:r>
          </a:p>
        </p:txBody>
      </p:sp>
      <p:sp>
        <p:nvSpPr>
          <p:cNvPr id="53" name="editable-text-018"/>
          <p:cNvSpPr txBox="1"/>
          <p:nvPr/>
        </p:nvSpPr>
        <p:spPr>
          <a:xfrm>
            <a:off x="8477250" y="3733800"/>
            <a:ext cx="2667000" cy="3684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文化和旅游基础同时较强，适合进一步做深体验</a:t>
            </a:r>
          </a:p>
          <a:p>
            <a:pPr algn="ctr">
              <a:lnSpc>
                <a:spcPct val="118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。</a:t>
            </a:r>
          </a:p>
        </p:txBody>
      </p:sp>
      <p:sp>
        <p:nvSpPr>
          <p:cNvPr id="54" name="editable-text-019"/>
          <p:cNvSpPr txBox="1"/>
          <p:nvPr/>
        </p:nvSpPr>
        <p:spPr>
          <a:xfrm>
            <a:off x="1905000" y="5638800"/>
            <a:ext cx="8382000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最终输出：哪些载体优先深化、哪些片区补旅游条件、哪些高热度空间补文化内容。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60960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数据基础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五类数据汇入同一分析底图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不同数据回答不同问题：典籍看文化记忆，POI/评论看旅游热度，官方名录做桥梁。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06</a:t>
            </a:r>
          </a:p>
        </p:txBody>
      </p:sp>
      <p:sp>
        <p:nvSpPr>
          <p:cNvPr id="34" name="editable-text-006"/>
          <p:cNvSpPr txBox="1"/>
          <p:nvPr/>
        </p:nvSpPr>
        <p:spPr>
          <a:xfrm>
            <a:off x="1381125" y="1714500"/>
            <a:ext cx="542925" cy="525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53</a:t>
            </a:r>
          </a:p>
        </p:txBody>
      </p:sp>
      <p:sp>
        <p:nvSpPr>
          <p:cNvPr id="35" name="editable-text-007"/>
          <p:cNvSpPr txBox="1"/>
          <p:nvPr/>
        </p:nvSpPr>
        <p:spPr>
          <a:xfrm>
            <a:off x="1381125" y="2114550"/>
            <a:ext cx="6477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地方典籍</a:t>
            </a:r>
          </a:p>
        </p:txBody>
      </p:sp>
      <p:sp>
        <p:nvSpPr>
          <p:cNvPr id="36" name="editable-text-008"/>
          <p:cNvSpPr txBox="1"/>
          <p:nvPr/>
        </p:nvSpPr>
        <p:spPr>
          <a:xfrm>
            <a:off x="1381125" y="2362200"/>
            <a:ext cx="17145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约 899 万字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724025" y="2819400"/>
            <a:ext cx="4371975" cy="1276350"/>
          </a:xfrm>
          <a:prstGeom prst="line">
            <a:avLst/>
          </a:prstGeom>
          <a:ln w="19050">
            <a:solidFill>
              <a:srgbClr val="C1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ditable-text-009"/>
          <p:cNvSpPr txBox="1"/>
          <p:nvPr/>
        </p:nvSpPr>
        <p:spPr>
          <a:xfrm>
            <a:off x="2905125" y="1714500"/>
            <a:ext cx="1104900" cy="435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13,512</a:t>
            </a:r>
          </a:p>
        </p:txBody>
      </p:sp>
      <p:sp>
        <p:nvSpPr>
          <p:cNvPr id="39" name="editable-text-010"/>
          <p:cNvSpPr txBox="1"/>
          <p:nvPr/>
        </p:nvSpPr>
        <p:spPr>
          <a:xfrm>
            <a:off x="2905125" y="2038350"/>
            <a:ext cx="66675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旅游 POI</a:t>
            </a:r>
          </a:p>
        </p:txBody>
      </p:sp>
      <p:sp>
        <p:nvSpPr>
          <p:cNvPr id="40" name="editable-text-011"/>
          <p:cNvSpPr txBox="1"/>
          <p:nvPr/>
        </p:nvSpPr>
        <p:spPr>
          <a:xfrm>
            <a:off x="2905125" y="2286000"/>
            <a:ext cx="17145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三源清洗去重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48025" y="2819400"/>
            <a:ext cx="2847975" cy="1276350"/>
          </a:xfrm>
          <a:prstGeom prst="line">
            <a:avLst/>
          </a:prstGeom>
          <a:ln w="19050">
            <a:solidFill>
              <a:srgbClr val="C6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editable-text-012"/>
          <p:cNvSpPr txBox="1"/>
          <p:nvPr/>
        </p:nvSpPr>
        <p:spPr>
          <a:xfrm>
            <a:off x="4429125" y="1714500"/>
            <a:ext cx="1104900" cy="435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16,391</a:t>
            </a:r>
          </a:p>
        </p:txBody>
      </p:sp>
      <p:sp>
        <p:nvSpPr>
          <p:cNvPr id="43" name="editable-text-013"/>
          <p:cNvSpPr txBox="1"/>
          <p:nvPr/>
        </p:nvSpPr>
        <p:spPr>
          <a:xfrm>
            <a:off x="4429125" y="2038350"/>
            <a:ext cx="6477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用户评论</a:t>
            </a:r>
          </a:p>
        </p:txBody>
      </p:sp>
      <p:sp>
        <p:nvSpPr>
          <p:cNvPr id="44" name="editable-text-014"/>
          <p:cNvSpPr txBox="1"/>
          <p:nvPr/>
        </p:nvSpPr>
        <p:spPr>
          <a:xfrm>
            <a:off x="4429125" y="2286000"/>
            <a:ext cx="17145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四个平台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772025" y="2819400"/>
            <a:ext cx="1323975" cy="1276350"/>
          </a:xfrm>
          <a:prstGeom prst="line">
            <a:avLst/>
          </a:prstGeom>
          <a:ln w="19050">
            <a:solidFill>
              <a:srgbClr val="C1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editable-text-015"/>
          <p:cNvSpPr txBox="1"/>
          <p:nvPr/>
        </p:nvSpPr>
        <p:spPr>
          <a:xfrm>
            <a:off x="5953125" y="1714500"/>
            <a:ext cx="542925" cy="525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90</a:t>
            </a:r>
          </a:p>
        </p:txBody>
      </p:sp>
      <p:sp>
        <p:nvSpPr>
          <p:cNvPr id="47" name="editable-text-016"/>
          <p:cNvSpPr txBox="1"/>
          <p:nvPr/>
        </p:nvSpPr>
        <p:spPr>
          <a:xfrm>
            <a:off x="5953125" y="2114550"/>
            <a:ext cx="6477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非遗项目</a:t>
            </a:r>
          </a:p>
        </p:txBody>
      </p:sp>
      <p:sp>
        <p:nvSpPr>
          <p:cNvPr id="48" name="editable-text-017"/>
          <p:cNvSpPr txBox="1"/>
          <p:nvPr/>
        </p:nvSpPr>
        <p:spPr>
          <a:xfrm>
            <a:off x="5953125" y="2362200"/>
            <a:ext cx="17145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四级名录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6096000" y="2819400"/>
            <a:ext cx="200025" cy="1276350"/>
          </a:xfrm>
          <a:prstGeom prst="line">
            <a:avLst/>
          </a:prstGeom>
          <a:ln w="19050">
            <a:solidFill>
              <a:srgbClr val="C6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editable-text-018"/>
          <p:cNvSpPr txBox="1"/>
          <p:nvPr/>
        </p:nvSpPr>
        <p:spPr>
          <a:xfrm>
            <a:off x="7477125" y="1714500"/>
            <a:ext cx="781050" cy="5257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rFonts latin="Arial" ea="Microsoft YaHei" cs="Microsoft YaHei"/>
                <a:solidFill>
                  <a:srgbClr val="7895A1"/>
                </a:solidFill>
                <a:latin typeface="Microsoft YaHei"/>
              </a:rPr>
              <a:t>165</a:t>
            </a:r>
          </a:p>
        </p:txBody>
      </p:sp>
      <p:sp>
        <p:nvSpPr>
          <p:cNvPr id="51" name="editable-text-019"/>
          <p:cNvSpPr txBox="1"/>
          <p:nvPr/>
        </p:nvSpPr>
        <p:spPr>
          <a:xfrm>
            <a:off x="7477125" y="2114550"/>
            <a:ext cx="6477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核心样本</a:t>
            </a:r>
          </a:p>
        </p:txBody>
      </p:sp>
      <p:sp>
        <p:nvSpPr>
          <p:cNvPr id="52" name="editable-text-020"/>
          <p:cNvSpPr txBox="1"/>
          <p:nvPr/>
        </p:nvSpPr>
        <p:spPr>
          <a:xfrm>
            <a:off x="7477125" y="2362200"/>
            <a:ext cx="17145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景点级载体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6096000" y="2819400"/>
            <a:ext cx="1724025" cy="1276350"/>
          </a:xfrm>
          <a:prstGeom prst="line">
            <a:avLst/>
          </a:prstGeom>
          <a:ln w="19050">
            <a:solidFill>
              <a:srgbClr val="C5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4762500" y="3657600"/>
            <a:ext cx="2667000" cy="1333500"/>
          </a:xfrm>
          <a:prstGeom prst="ellipse">
            <a:avLst/>
          </a:prstGeom>
          <a:solidFill>
            <a:srgbClr val="FAFCFC"/>
          </a:solidFill>
          <a:ln w="19050">
            <a:solidFill>
              <a:srgbClr val="6F9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-text-021"/>
          <p:cNvSpPr txBox="1"/>
          <p:nvPr/>
        </p:nvSpPr>
        <p:spPr>
          <a:xfrm>
            <a:off x="5543550" y="3658934"/>
            <a:ext cx="1104900" cy="6831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25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文旅融合</a:t>
            </a:r>
          </a:p>
          <a:p>
            <a:pPr algn="ctr">
              <a:lnSpc>
                <a:spcPct val="118000"/>
              </a:lnSpc>
            </a:pPr>
            <a:r>
              <a:rPr sz="2025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错位诊断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58250" y="3848100"/>
            <a:ext cx="1143000" cy="266700"/>
          </a:xfrm>
          <a:prstGeom prst="roundRect">
            <a:avLst/>
          </a:prstGeom>
          <a:solidFill>
            <a:srgbClr val="F4F6F5"/>
          </a:solidFill>
          <a:ln w="9525">
            <a:solidFill>
              <a:srgbClr val="DB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-text-022"/>
          <p:cNvSpPr txBox="1"/>
          <p:nvPr/>
        </p:nvSpPr>
        <p:spPr>
          <a:xfrm>
            <a:off x="9163050" y="3914775"/>
            <a:ext cx="5334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载体清单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58250" y="4267200"/>
            <a:ext cx="1143000" cy="26670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-text-023"/>
          <p:cNvSpPr txBox="1"/>
          <p:nvPr/>
        </p:nvSpPr>
        <p:spPr>
          <a:xfrm>
            <a:off x="9163050" y="4333875"/>
            <a:ext cx="5334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空间网格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58250" y="4686300"/>
            <a:ext cx="1143000" cy="266700"/>
          </a:xfrm>
          <a:prstGeom prst="roundRect">
            <a:avLst/>
          </a:prstGeom>
          <a:solidFill>
            <a:srgbClr val="F4F6F5"/>
          </a:solidFill>
          <a:ln w="9525">
            <a:solidFill>
              <a:srgbClr val="DB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-text-024"/>
          <p:cNvSpPr txBox="1"/>
          <p:nvPr/>
        </p:nvSpPr>
        <p:spPr>
          <a:xfrm>
            <a:off x="9163050" y="4752975"/>
            <a:ext cx="5334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规划建议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448550" y="4324350"/>
            <a:ext cx="1276350" cy="0"/>
          </a:xfrm>
          <a:prstGeom prst="line">
            <a:avLst/>
          </a:prstGeom>
          <a:ln w="2857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8572500" y="4238625"/>
            <a:ext cx="152400" cy="171450"/>
          </a:xfrm>
          <a:custGeom>
            <a:avLst/>
            <a:gdLst/>
            <a:ahLst/>
            <a:cxnLst/>
            <a:rect l="l" t="t" r="r" b="b"/>
            <a:pathLst>
              <a:path w="152400" h="171450">
                <a:moveTo>
                  <a:pt x="15240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60960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技术路线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从文本、空间到规划清单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方法链条形成“采集清洗—知识图谱—桥梁匹配—指数计算—网格复核—建议输出”的闭环。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07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50" y="3733800"/>
            <a:ext cx="10858500" cy="1952625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raster-asset-002-data-pipeline.png" descr="data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062" y="3867150"/>
            <a:ext cx="2809875" cy="1685925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685800" y="1600200"/>
            <a:ext cx="2019300" cy="1676400"/>
          </a:xfrm>
          <a:prstGeom prst="rect">
            <a:avLst/>
          </a:prstGeom>
          <a:solidFill>
            <a:srgbClr val="FA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4400" y="1866900"/>
            <a:ext cx="47625" cy="1009650"/>
          </a:xfrm>
          <a:prstGeom prst="roundRect">
            <a:avLst/>
          </a:prstGeom>
          <a:solidFill>
            <a:srgbClr val="6F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-text-006"/>
          <p:cNvSpPr txBox="1"/>
          <p:nvPr/>
        </p:nvSpPr>
        <p:spPr>
          <a:xfrm>
            <a:off x="1181100" y="1866900"/>
            <a:ext cx="495300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输入</a:t>
            </a:r>
          </a:p>
        </p:txBody>
      </p:sp>
      <p:sp>
        <p:nvSpPr>
          <p:cNvPr id="39" name="editable-text-007"/>
          <p:cNvSpPr txBox="1"/>
          <p:nvPr/>
        </p:nvSpPr>
        <p:spPr>
          <a:xfrm>
            <a:off x="1181100" y="2266950"/>
            <a:ext cx="1238250" cy="89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典籍文本</a:t>
            </a:r>
          </a:p>
          <a:p>
            <a:pPr algn="l">
              <a:lnSpc>
                <a:spcPct val="135000"/>
              </a:lnSpc>
            </a:pPr>
            <a:r>
              <a:rPr sz="12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POI 与评分</a:t>
            </a:r>
          </a:p>
          <a:p>
            <a:pPr algn="l">
              <a:lnSpc>
                <a:spcPct val="135000"/>
              </a:lnSpc>
            </a:pPr>
            <a:r>
              <a:rPr sz="12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游客评论</a:t>
            </a:r>
          </a:p>
          <a:p>
            <a:pPr algn="l">
              <a:lnSpc>
                <a:spcPct val="135000"/>
              </a:lnSpc>
            </a:pPr>
            <a:r>
              <a:rPr sz="12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官方名录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86900" y="1600200"/>
            <a:ext cx="2019300" cy="1676400"/>
          </a:xfrm>
          <a:prstGeom prst="rect">
            <a:avLst/>
          </a:prstGeom>
          <a:solidFill>
            <a:srgbClr val="EF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715500" y="1866900"/>
            <a:ext cx="47625" cy="1009650"/>
          </a:xfrm>
          <a:prstGeom prst="roundRect">
            <a:avLst/>
          </a:prstGeom>
          <a:solidFill>
            <a:srgbClr val="7C9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-text-008"/>
          <p:cNvSpPr txBox="1"/>
          <p:nvPr/>
        </p:nvSpPr>
        <p:spPr>
          <a:xfrm>
            <a:off x="9982200" y="1866900"/>
            <a:ext cx="495300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输出</a:t>
            </a:r>
          </a:p>
        </p:txBody>
      </p:sp>
      <p:sp>
        <p:nvSpPr>
          <p:cNvPr id="43" name="editable-text-009"/>
          <p:cNvSpPr txBox="1"/>
          <p:nvPr/>
        </p:nvSpPr>
        <p:spPr>
          <a:xfrm>
            <a:off x="9982200" y="2266950"/>
            <a:ext cx="1238250" cy="89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载体类型</a:t>
            </a:r>
          </a:p>
          <a:p>
            <a:pPr algn="l">
              <a:lnSpc>
                <a:spcPct val="135000"/>
              </a:lnSpc>
            </a:pPr>
            <a:r>
              <a:rPr sz="12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空间格局</a:t>
            </a:r>
          </a:p>
          <a:p>
            <a:pPr algn="l">
              <a:lnSpc>
                <a:spcPct val="135000"/>
              </a:lnSpc>
            </a:pPr>
            <a:r>
              <a:rPr sz="12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片区策略</a:t>
            </a:r>
          </a:p>
          <a:p>
            <a:pPr algn="l">
              <a:lnSpc>
                <a:spcPct val="135000"/>
              </a:lnSpc>
            </a:pPr>
            <a:r>
              <a:rPr sz="12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边界复核</a:t>
            </a:r>
          </a:p>
        </p:txBody>
      </p:sp>
      <p:sp>
        <p:nvSpPr>
          <p:cNvPr id="44" name="Freeform 43"/>
          <p:cNvSpPr/>
          <p:nvPr/>
        </p:nvSpPr>
        <p:spPr>
          <a:xfrm>
            <a:off x="3048000" y="1866900"/>
            <a:ext cx="6096000" cy="571500"/>
          </a:xfrm>
          <a:custGeom>
            <a:avLst/>
            <a:gdLst/>
            <a:ahLst/>
            <a:cxnLst/>
            <a:rect l="l" t="t" r="r" b="b"/>
            <a:pathLst>
              <a:path w="6096000" h="571500">
                <a:moveTo>
                  <a:pt x="0" y="571500"/>
                </a:moveTo>
                <a:lnTo>
                  <a:pt x="1295400" y="0"/>
                </a:lnTo>
                <a:lnTo>
                  <a:pt x="2590800" y="571500"/>
                </a:lnTo>
                <a:lnTo>
                  <a:pt x="3886200" y="0"/>
                </a:lnTo>
                <a:lnTo>
                  <a:pt x="5181600" y="571500"/>
                </a:lnTo>
                <a:lnTo>
                  <a:pt x="6096000" y="571500"/>
                </a:lnTo>
              </a:path>
            </a:pathLst>
          </a:custGeom>
          <a:noFill/>
          <a:ln w="152400">
            <a:solidFill>
              <a:srgbClr val="D0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3048000" y="1866900"/>
            <a:ext cx="6096000" cy="571500"/>
          </a:xfrm>
          <a:custGeom>
            <a:avLst/>
            <a:gdLst/>
            <a:ahLst/>
            <a:cxnLst/>
            <a:rect l="l" t="t" r="r" b="b"/>
            <a:pathLst>
              <a:path w="6096000" h="571500">
                <a:moveTo>
                  <a:pt x="0" y="571500"/>
                </a:moveTo>
                <a:lnTo>
                  <a:pt x="1295400" y="0"/>
                </a:lnTo>
                <a:lnTo>
                  <a:pt x="2590800" y="571500"/>
                </a:lnTo>
                <a:lnTo>
                  <a:pt x="3886200" y="0"/>
                </a:lnTo>
                <a:lnTo>
                  <a:pt x="5181600" y="571500"/>
                </a:lnTo>
                <a:lnTo>
                  <a:pt x="6096000" y="571500"/>
                </a:lnTo>
              </a:path>
            </a:pathLst>
          </a:custGeom>
          <a:noFill/>
          <a:ln w="47625">
            <a:solidFill>
              <a:srgbClr val="6F9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724150" y="2114550"/>
            <a:ext cx="647700" cy="647700"/>
          </a:xfrm>
          <a:prstGeom prst="ellipse">
            <a:avLst/>
          </a:prstGeom>
          <a:solidFill>
            <a:srgbClr val="FAFCFC"/>
          </a:solidFill>
          <a:ln w="28575">
            <a:solidFill>
              <a:srgbClr val="6F9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-text-010"/>
          <p:cNvSpPr txBox="1"/>
          <p:nvPr/>
        </p:nvSpPr>
        <p:spPr>
          <a:xfrm>
            <a:off x="2952750" y="2173605"/>
            <a:ext cx="190500" cy="300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1</a:t>
            </a:r>
          </a:p>
        </p:txBody>
      </p:sp>
      <p:sp>
        <p:nvSpPr>
          <p:cNvPr id="48" name="editable-text-011"/>
          <p:cNvSpPr txBox="1"/>
          <p:nvPr/>
        </p:nvSpPr>
        <p:spPr>
          <a:xfrm>
            <a:off x="2381250" y="2952750"/>
            <a:ext cx="13335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采集清洗</a:t>
            </a:r>
          </a:p>
        </p:txBody>
      </p:sp>
      <p:sp>
        <p:nvSpPr>
          <p:cNvPr id="49" name="editable-text-012"/>
          <p:cNvSpPr txBox="1"/>
          <p:nvPr/>
        </p:nvSpPr>
        <p:spPr>
          <a:xfrm>
            <a:off x="2381250" y="3219450"/>
            <a:ext cx="13335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多源数据</a:t>
            </a:r>
          </a:p>
        </p:txBody>
      </p:sp>
      <p:sp>
        <p:nvSpPr>
          <p:cNvPr id="50" name="Oval 49"/>
          <p:cNvSpPr/>
          <p:nvPr/>
        </p:nvSpPr>
        <p:spPr>
          <a:xfrm>
            <a:off x="4019550" y="1543050"/>
            <a:ext cx="647700" cy="647700"/>
          </a:xfrm>
          <a:prstGeom prst="ellipse">
            <a:avLst/>
          </a:prstGeom>
          <a:solidFill>
            <a:srgbClr val="FAFCFC"/>
          </a:solidFill>
          <a:ln w="28575">
            <a:solidFill>
              <a:srgbClr val="6F9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-text-013"/>
          <p:cNvSpPr txBox="1"/>
          <p:nvPr/>
        </p:nvSpPr>
        <p:spPr>
          <a:xfrm>
            <a:off x="4248150" y="1602105"/>
            <a:ext cx="190500" cy="300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2</a:t>
            </a:r>
          </a:p>
        </p:txBody>
      </p:sp>
      <p:sp>
        <p:nvSpPr>
          <p:cNvPr id="52" name="editable-text-014"/>
          <p:cNvSpPr txBox="1"/>
          <p:nvPr/>
        </p:nvSpPr>
        <p:spPr>
          <a:xfrm>
            <a:off x="3676650" y="2381250"/>
            <a:ext cx="13335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知识图谱</a:t>
            </a:r>
          </a:p>
        </p:txBody>
      </p:sp>
      <p:sp>
        <p:nvSpPr>
          <p:cNvPr id="53" name="editable-text-015"/>
          <p:cNvSpPr txBox="1"/>
          <p:nvPr/>
        </p:nvSpPr>
        <p:spPr>
          <a:xfrm>
            <a:off x="3676650" y="2647950"/>
            <a:ext cx="13335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典籍语义</a:t>
            </a:r>
          </a:p>
        </p:txBody>
      </p:sp>
      <p:sp>
        <p:nvSpPr>
          <p:cNvPr id="54" name="Oval 53"/>
          <p:cNvSpPr/>
          <p:nvPr/>
        </p:nvSpPr>
        <p:spPr>
          <a:xfrm>
            <a:off x="5314950" y="2114550"/>
            <a:ext cx="647700" cy="647700"/>
          </a:xfrm>
          <a:prstGeom prst="ellipse">
            <a:avLst/>
          </a:prstGeom>
          <a:solidFill>
            <a:srgbClr val="FAFCFC"/>
          </a:solidFill>
          <a:ln w="28575">
            <a:solidFill>
              <a:srgbClr val="7C9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-text-016"/>
          <p:cNvSpPr txBox="1"/>
          <p:nvPr/>
        </p:nvSpPr>
        <p:spPr>
          <a:xfrm>
            <a:off x="5543550" y="2173605"/>
            <a:ext cx="190500" cy="300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3</a:t>
            </a:r>
          </a:p>
        </p:txBody>
      </p:sp>
      <p:sp>
        <p:nvSpPr>
          <p:cNvPr id="56" name="editable-text-017"/>
          <p:cNvSpPr txBox="1"/>
          <p:nvPr/>
        </p:nvSpPr>
        <p:spPr>
          <a:xfrm>
            <a:off x="4972050" y="2952750"/>
            <a:ext cx="13335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桥梁匹配</a:t>
            </a:r>
          </a:p>
        </p:txBody>
      </p:sp>
      <p:sp>
        <p:nvSpPr>
          <p:cNvPr id="57" name="editable-text-018"/>
          <p:cNvSpPr txBox="1"/>
          <p:nvPr/>
        </p:nvSpPr>
        <p:spPr>
          <a:xfrm>
            <a:off x="4972050" y="3219450"/>
            <a:ext cx="13335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165 载体</a:t>
            </a:r>
          </a:p>
        </p:txBody>
      </p:sp>
      <p:sp>
        <p:nvSpPr>
          <p:cNvPr id="58" name="Oval 57"/>
          <p:cNvSpPr/>
          <p:nvPr/>
        </p:nvSpPr>
        <p:spPr>
          <a:xfrm>
            <a:off x="6610350" y="1543050"/>
            <a:ext cx="647700" cy="647700"/>
          </a:xfrm>
          <a:prstGeom prst="ellipse">
            <a:avLst/>
          </a:prstGeom>
          <a:solidFill>
            <a:srgbClr val="FAFCFC"/>
          </a:solidFill>
          <a:ln w="28575">
            <a:solidFill>
              <a:srgbClr val="7C9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-text-019"/>
          <p:cNvSpPr txBox="1"/>
          <p:nvPr/>
        </p:nvSpPr>
        <p:spPr>
          <a:xfrm>
            <a:off x="6838950" y="1602105"/>
            <a:ext cx="190500" cy="300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4</a:t>
            </a:r>
          </a:p>
        </p:txBody>
      </p:sp>
      <p:sp>
        <p:nvSpPr>
          <p:cNvPr id="60" name="editable-text-020"/>
          <p:cNvSpPr txBox="1"/>
          <p:nvPr/>
        </p:nvSpPr>
        <p:spPr>
          <a:xfrm>
            <a:off x="6267450" y="2381250"/>
            <a:ext cx="13335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指数计算</a:t>
            </a:r>
          </a:p>
        </p:txBody>
      </p:sp>
      <p:sp>
        <p:nvSpPr>
          <p:cNvPr id="61" name="editable-text-021"/>
          <p:cNvSpPr txBox="1"/>
          <p:nvPr/>
        </p:nvSpPr>
        <p:spPr>
          <a:xfrm>
            <a:off x="6267450" y="2647950"/>
            <a:ext cx="13335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CMI/OAI/THI/MI</a:t>
            </a:r>
          </a:p>
        </p:txBody>
      </p:sp>
      <p:sp>
        <p:nvSpPr>
          <p:cNvPr id="62" name="Oval 61"/>
          <p:cNvSpPr/>
          <p:nvPr/>
        </p:nvSpPr>
        <p:spPr>
          <a:xfrm>
            <a:off x="7905750" y="2114550"/>
            <a:ext cx="647700" cy="647700"/>
          </a:xfrm>
          <a:prstGeom prst="ellipse">
            <a:avLst/>
          </a:prstGeom>
          <a:solidFill>
            <a:srgbClr val="FAFCFC"/>
          </a:solidFill>
          <a:ln w="28575">
            <a:solidFill>
              <a:srgbClr val="4F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-text-022"/>
          <p:cNvSpPr txBox="1"/>
          <p:nvPr/>
        </p:nvSpPr>
        <p:spPr>
          <a:xfrm>
            <a:off x="8134350" y="2173605"/>
            <a:ext cx="190500" cy="300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4F7280"/>
                </a:solidFill>
                <a:latin typeface="Microsoft YaHei"/>
              </a:rPr>
              <a:t>5</a:t>
            </a:r>
          </a:p>
        </p:txBody>
      </p:sp>
      <p:sp>
        <p:nvSpPr>
          <p:cNvPr id="64" name="editable-text-023"/>
          <p:cNvSpPr txBox="1"/>
          <p:nvPr/>
        </p:nvSpPr>
        <p:spPr>
          <a:xfrm>
            <a:off x="7562850" y="2952750"/>
            <a:ext cx="13335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网格复核</a:t>
            </a:r>
          </a:p>
        </p:txBody>
      </p:sp>
      <p:sp>
        <p:nvSpPr>
          <p:cNvPr id="65" name="editable-text-024"/>
          <p:cNvSpPr txBox="1"/>
          <p:nvPr/>
        </p:nvSpPr>
        <p:spPr>
          <a:xfrm>
            <a:off x="7562850" y="3219450"/>
            <a:ext cx="13335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500 m</a:t>
            </a:r>
          </a:p>
        </p:txBody>
      </p:sp>
      <p:sp>
        <p:nvSpPr>
          <p:cNvPr id="66" name="Oval 65"/>
          <p:cNvSpPr/>
          <p:nvPr/>
        </p:nvSpPr>
        <p:spPr>
          <a:xfrm>
            <a:off x="8820150" y="2114550"/>
            <a:ext cx="647700" cy="647700"/>
          </a:xfrm>
          <a:prstGeom prst="ellipse">
            <a:avLst/>
          </a:prstGeom>
          <a:solidFill>
            <a:srgbClr val="FAFCFC"/>
          </a:solidFill>
          <a:ln w="28575">
            <a:solidFill>
              <a:srgbClr val="78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-text-025"/>
          <p:cNvSpPr txBox="1"/>
          <p:nvPr/>
        </p:nvSpPr>
        <p:spPr>
          <a:xfrm>
            <a:off x="9048750" y="2173605"/>
            <a:ext cx="190500" cy="300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7895A1"/>
                </a:solidFill>
                <a:latin typeface="Microsoft YaHei"/>
              </a:rPr>
              <a:t>6</a:t>
            </a:r>
          </a:p>
        </p:txBody>
      </p:sp>
      <p:sp>
        <p:nvSpPr>
          <p:cNvPr id="68" name="editable-text-026"/>
          <p:cNvSpPr txBox="1"/>
          <p:nvPr/>
        </p:nvSpPr>
        <p:spPr>
          <a:xfrm>
            <a:off x="8477250" y="2952750"/>
            <a:ext cx="13335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建议输出</a:t>
            </a:r>
          </a:p>
        </p:txBody>
      </p:sp>
      <p:sp>
        <p:nvSpPr>
          <p:cNvPr id="69" name="editable-text-027"/>
          <p:cNvSpPr txBox="1"/>
          <p:nvPr/>
        </p:nvSpPr>
        <p:spPr>
          <a:xfrm>
            <a:off x="8477250" y="3219450"/>
            <a:ext cx="13335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规划清单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400550" y="3257550"/>
            <a:ext cx="3905250" cy="26670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-text-028"/>
          <p:cNvSpPr txBox="1"/>
          <p:nvPr/>
        </p:nvSpPr>
        <p:spPr>
          <a:xfrm>
            <a:off x="4424362" y="3324225"/>
            <a:ext cx="385762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方法不是堆技术，而是把“文化—旅游错位”变成可计算、可落图的判断。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74295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文化侧方法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知识图谱把地方记忆结构化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53 份典籍被转化为实体、关系和可追溯证据，为文化记忆指数提供依据。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08</a:t>
            </a:r>
          </a:p>
        </p:txBody>
      </p:sp>
      <p:sp>
        <p:nvSpPr>
          <p:cNvPr id="34" name="Freeform 33"/>
          <p:cNvSpPr/>
          <p:nvPr/>
        </p:nvSpPr>
        <p:spPr>
          <a:xfrm>
            <a:off x="0" y="1428750"/>
            <a:ext cx="3257550" cy="4438650"/>
          </a:xfrm>
          <a:custGeom>
            <a:avLst/>
            <a:gdLst/>
            <a:ahLst/>
            <a:cxnLst/>
            <a:rect l="l" t="t" r="r" b="b"/>
            <a:pathLst>
              <a:path w="3257550" h="4438650">
                <a:moveTo>
                  <a:pt x="0" y="0"/>
                </a:moveTo>
                <a:lnTo>
                  <a:pt x="3257550" y="0"/>
                </a:lnTo>
                <a:lnTo>
                  <a:pt x="2724150" y="4438650"/>
                </a:lnTo>
                <a:lnTo>
                  <a:pt x="0" y="4438650"/>
                </a:lnTo>
                <a:close/>
              </a:path>
            </a:pathLst>
          </a:custGeom>
          <a:solidFill>
            <a:srgbClr val="FA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81050" y="1809750"/>
            <a:ext cx="47625" cy="3143250"/>
          </a:xfrm>
          <a:prstGeom prst="roundRect">
            <a:avLst/>
          </a:prstGeom>
          <a:solidFill>
            <a:srgbClr val="6F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-text-006"/>
          <p:cNvSpPr txBox="1"/>
          <p:nvPr/>
        </p:nvSpPr>
        <p:spPr>
          <a:xfrm>
            <a:off x="1066800" y="1847850"/>
            <a:ext cx="13906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75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8,048</a:t>
            </a:r>
          </a:p>
        </p:txBody>
      </p:sp>
      <p:sp>
        <p:nvSpPr>
          <p:cNvPr id="37" name="editable-text-007"/>
          <p:cNvSpPr txBox="1"/>
          <p:nvPr/>
        </p:nvSpPr>
        <p:spPr>
          <a:xfrm>
            <a:off x="1066800" y="2343150"/>
            <a:ext cx="6477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文化实体</a:t>
            </a:r>
          </a:p>
        </p:txBody>
      </p:sp>
      <p:sp>
        <p:nvSpPr>
          <p:cNvPr id="38" name="editable-text-008"/>
          <p:cNvSpPr txBox="1"/>
          <p:nvPr/>
        </p:nvSpPr>
        <p:spPr>
          <a:xfrm>
            <a:off x="1066800" y="2590800"/>
            <a:ext cx="17145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合并后总库</a:t>
            </a:r>
          </a:p>
        </p:txBody>
      </p:sp>
      <p:sp>
        <p:nvSpPr>
          <p:cNvPr id="39" name="editable-text-009"/>
          <p:cNvSpPr txBox="1"/>
          <p:nvPr/>
        </p:nvSpPr>
        <p:spPr>
          <a:xfrm>
            <a:off x="1066800" y="3105150"/>
            <a:ext cx="1552575" cy="5932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5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19,382</a:t>
            </a:r>
          </a:p>
        </p:txBody>
      </p:sp>
      <p:sp>
        <p:nvSpPr>
          <p:cNvPr id="40" name="editable-text-010"/>
          <p:cNvSpPr txBox="1"/>
          <p:nvPr/>
        </p:nvSpPr>
        <p:spPr>
          <a:xfrm>
            <a:off x="1066800" y="3562350"/>
            <a:ext cx="6477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语义关系</a:t>
            </a:r>
          </a:p>
        </p:txBody>
      </p:sp>
      <p:sp>
        <p:nvSpPr>
          <p:cNvPr id="41" name="editable-text-011"/>
          <p:cNvSpPr txBox="1"/>
          <p:nvPr/>
        </p:nvSpPr>
        <p:spPr>
          <a:xfrm>
            <a:off x="1066800" y="3810000"/>
            <a:ext cx="17145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九大关系组</a:t>
            </a:r>
          </a:p>
        </p:txBody>
      </p:sp>
      <p:sp>
        <p:nvSpPr>
          <p:cNvPr id="42" name="editable-text-012"/>
          <p:cNvSpPr txBox="1"/>
          <p:nvPr/>
        </p:nvSpPr>
        <p:spPr>
          <a:xfrm>
            <a:off x="1066800" y="4324350"/>
            <a:ext cx="885825" cy="5932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575</a:t>
            </a:r>
          </a:p>
        </p:txBody>
      </p:sp>
      <p:sp>
        <p:nvSpPr>
          <p:cNvPr id="43" name="editable-text-013"/>
          <p:cNvSpPr txBox="1"/>
          <p:nvPr/>
        </p:nvSpPr>
        <p:spPr>
          <a:xfrm>
            <a:off x="1066800" y="4781550"/>
            <a:ext cx="790575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可落位实体</a:t>
            </a:r>
          </a:p>
        </p:txBody>
      </p:sp>
      <p:sp>
        <p:nvSpPr>
          <p:cNvPr id="44" name="editable-text-014"/>
          <p:cNvSpPr txBox="1"/>
          <p:nvPr/>
        </p:nvSpPr>
        <p:spPr>
          <a:xfrm>
            <a:off x="1066800" y="5029200"/>
            <a:ext cx="17145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进入空间分析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14700" y="1428750"/>
            <a:ext cx="7981950" cy="41910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raster-asset-002-kg-examples.png" descr="kg-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620" y="1562100"/>
            <a:ext cx="5954110" cy="3924300"/>
          </a:xfrm>
          <a:prstGeom prst="rect">
            <a:avLst/>
          </a:prstGeom>
        </p:spPr>
      </p:pic>
      <p:cxnSp>
        <p:nvCxnSpPr>
          <p:cNvPr id="47" name="Connector 46"/>
          <p:cNvCxnSpPr/>
          <p:nvPr/>
        </p:nvCxnSpPr>
        <p:spPr>
          <a:xfrm>
            <a:off x="3543300" y="5695950"/>
            <a:ext cx="69913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editable-text-015"/>
          <p:cNvSpPr txBox="1"/>
          <p:nvPr/>
        </p:nvSpPr>
        <p:spPr>
          <a:xfrm>
            <a:off x="3600450" y="5905500"/>
            <a:ext cx="723900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图谱的价值：把人物、地点、技艺、事件、文献记忆变成可追溯、可计算、可复核的证据链。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74295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旅游侧现状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POI 供给强，但文化体验入口薄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13,512 条 POI 中，公园绿地与自然景观占 70.8%，文化体验类供给仅 3.8%。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09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1428750"/>
            <a:ext cx="6286500" cy="409575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raster-asset-002-poi-structure.png" descr="poi-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1804330"/>
            <a:ext cx="6019800" cy="3344591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7334250" y="3581400"/>
            <a:ext cx="3638550" cy="20193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raster-asset-003-town-bar.png" descr="town-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974" y="3714750"/>
            <a:ext cx="3107102" cy="1752600"/>
          </a:xfrm>
          <a:prstGeom prst="rect">
            <a:avLst/>
          </a:prstGeom>
        </p:spPr>
      </p:pic>
      <p:sp>
        <p:nvSpPr>
          <p:cNvPr id="38" name="Freeform 37"/>
          <p:cNvSpPr/>
          <p:nvPr/>
        </p:nvSpPr>
        <p:spPr>
          <a:xfrm>
            <a:off x="6838950" y="1428750"/>
            <a:ext cx="4495800" cy="1847850"/>
          </a:xfrm>
          <a:custGeom>
            <a:avLst/>
            <a:gdLst/>
            <a:ahLst/>
            <a:cxnLst/>
            <a:rect l="l" t="t" r="r" b="b"/>
            <a:pathLst>
              <a:path w="4495800" h="1847850">
                <a:moveTo>
                  <a:pt x="304800" y="0"/>
                </a:moveTo>
                <a:lnTo>
                  <a:pt x="4495800" y="0"/>
                </a:lnTo>
                <a:lnTo>
                  <a:pt x="4095750" y="1847850"/>
                </a:lnTo>
                <a:lnTo>
                  <a:pt x="0" y="1847850"/>
                </a:lnTo>
                <a:close/>
              </a:path>
            </a:pathLst>
          </a:custGeom>
          <a:solidFill>
            <a:srgbClr val="EF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-text-006"/>
          <p:cNvSpPr txBox="1"/>
          <p:nvPr/>
        </p:nvSpPr>
        <p:spPr>
          <a:xfrm>
            <a:off x="7639050" y="1676400"/>
            <a:ext cx="1657350" cy="683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70.8%</a:t>
            </a:r>
          </a:p>
        </p:txBody>
      </p:sp>
      <p:sp>
        <p:nvSpPr>
          <p:cNvPr id="40" name="editable-text-007"/>
          <p:cNvSpPr txBox="1"/>
          <p:nvPr/>
        </p:nvSpPr>
        <p:spPr>
          <a:xfrm>
            <a:off x="7639050" y="2209800"/>
            <a:ext cx="14097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公园绿地 + 自然景观</a:t>
            </a:r>
          </a:p>
        </p:txBody>
      </p:sp>
      <p:sp>
        <p:nvSpPr>
          <p:cNvPr id="41" name="editable-text-008"/>
          <p:cNvSpPr txBox="1"/>
          <p:nvPr/>
        </p:nvSpPr>
        <p:spPr>
          <a:xfrm>
            <a:off x="7639050" y="2457450"/>
            <a:ext cx="17145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旅游供给的主导类型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353550" y="1771650"/>
            <a:ext cx="0" cy="112395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editable-text-009"/>
          <p:cNvSpPr txBox="1"/>
          <p:nvPr/>
        </p:nvSpPr>
        <p:spPr>
          <a:xfrm>
            <a:off x="9696450" y="1676400"/>
            <a:ext cx="1333500" cy="683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50" b="1">
                <a:rFonts latin="Arial" ea="Microsoft YaHei" cs="Microsoft YaHei"/>
                <a:solidFill>
                  <a:srgbClr val="7895A1"/>
                </a:solidFill>
                <a:latin typeface="Microsoft YaHei"/>
              </a:rPr>
              <a:t>3.8%</a:t>
            </a:r>
          </a:p>
        </p:txBody>
      </p:sp>
      <p:sp>
        <p:nvSpPr>
          <p:cNvPr id="44" name="editable-text-010"/>
          <p:cNvSpPr txBox="1"/>
          <p:nvPr/>
        </p:nvSpPr>
        <p:spPr>
          <a:xfrm>
            <a:off x="9696450" y="2209800"/>
            <a:ext cx="1076325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文化体验型供给</a:t>
            </a:r>
          </a:p>
        </p:txBody>
      </p:sp>
      <p:sp>
        <p:nvSpPr>
          <p:cNvPr id="45" name="editable-text-011"/>
          <p:cNvSpPr txBox="1"/>
          <p:nvPr/>
        </p:nvSpPr>
        <p:spPr>
          <a:xfrm>
            <a:off x="9696450" y="2457450"/>
            <a:ext cx="17145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入口仍偏薄</a:t>
            </a:r>
          </a:p>
        </p:txBody>
      </p:sp>
      <p:sp>
        <p:nvSpPr>
          <p:cNvPr id="46" name="editable-text-012"/>
          <p:cNvSpPr txBox="1"/>
          <p:nvPr/>
        </p:nvSpPr>
        <p:spPr>
          <a:xfrm>
            <a:off x="7600950" y="3086100"/>
            <a:ext cx="3429000" cy="4583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因此，问题不是“有没有旅游空间”，而是这些</a:t>
            </a:r>
          </a:p>
          <a:p>
            <a:pPr algn="l">
              <a:lnSpc>
                <a:spcPct val="118000"/>
              </a:lnSpc>
            </a:pPr>
            <a:r>
              <a:rPr sz="12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空间中有多少真正承载地方文化体验。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74295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桥梁与指标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让文化和旅游可以比较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物质载体是主桥梁，非遗是动态补充；四个指数共同识别错位。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10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619250" y="3105150"/>
            <a:ext cx="8953500" cy="0"/>
          </a:xfrm>
          <a:prstGeom prst="line">
            <a:avLst/>
          </a:prstGeom>
          <a:ln w="171450">
            <a:solidFill>
              <a:srgbClr val="D0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619250" y="3105150"/>
            <a:ext cx="8953500" cy="0"/>
          </a:xfrm>
          <a:prstGeom prst="line">
            <a:avLst/>
          </a:prstGeom>
          <a:ln w="38100">
            <a:solidFill>
              <a:srgbClr val="6F9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14400" y="2019300"/>
            <a:ext cx="2171700" cy="2171700"/>
          </a:xfrm>
          <a:prstGeom prst="ellipse">
            <a:avLst/>
          </a:prstGeom>
          <a:solidFill>
            <a:srgbClr val="FAFCFC"/>
          </a:solidFill>
          <a:ln w="28575">
            <a:solidFill>
              <a:srgbClr val="7C9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5900" y="2019300"/>
            <a:ext cx="2171700" cy="2171700"/>
          </a:xfrm>
          <a:prstGeom prst="ellipse">
            <a:avLst/>
          </a:prstGeom>
          <a:solidFill>
            <a:srgbClr val="FAFCFC"/>
          </a:solidFill>
          <a:ln w="28575">
            <a:solidFill>
              <a:srgbClr val="6F9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33900" y="1943100"/>
            <a:ext cx="3124200" cy="2324100"/>
          </a:xfrm>
          <a:prstGeom prst="roundRect">
            <a:avLst/>
          </a:prstGeom>
          <a:solidFill>
            <a:srgbClr val="EDF3EF"/>
          </a:solidFill>
          <a:ln w="28575">
            <a:solidFill>
              <a:srgbClr val="BCC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-text-006"/>
          <p:cNvSpPr txBox="1"/>
          <p:nvPr/>
        </p:nvSpPr>
        <p:spPr>
          <a:xfrm>
            <a:off x="1390650" y="2533650"/>
            <a:ext cx="1219200" cy="3459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文化记忆侧</a:t>
            </a:r>
          </a:p>
        </p:txBody>
      </p:sp>
      <p:sp>
        <p:nvSpPr>
          <p:cNvPr id="40" name="editable-text-007"/>
          <p:cNvSpPr txBox="1"/>
          <p:nvPr/>
        </p:nvSpPr>
        <p:spPr>
          <a:xfrm>
            <a:off x="1381125" y="3009900"/>
            <a:ext cx="1238250" cy="4133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典籍 / 图谱 / 非遗</a:t>
            </a:r>
          </a:p>
          <a:p>
            <a:pPr algn="ctr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文物 / 历史空间</a:t>
            </a:r>
          </a:p>
        </p:txBody>
      </p:sp>
      <p:sp>
        <p:nvSpPr>
          <p:cNvPr id="41" name="editable-text-008"/>
          <p:cNvSpPr txBox="1"/>
          <p:nvPr/>
        </p:nvSpPr>
        <p:spPr>
          <a:xfrm>
            <a:off x="5457825" y="2381250"/>
            <a:ext cx="1276350" cy="8404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1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165</a:t>
            </a:r>
          </a:p>
        </p:txBody>
      </p:sp>
      <p:sp>
        <p:nvSpPr>
          <p:cNvPr id="42" name="editable-text-009"/>
          <p:cNvSpPr txBox="1"/>
          <p:nvPr/>
        </p:nvSpPr>
        <p:spPr>
          <a:xfrm>
            <a:off x="5224462" y="3219450"/>
            <a:ext cx="1743075" cy="357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75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景点级文旅载体</a:t>
            </a:r>
          </a:p>
        </p:txBody>
      </p:sp>
      <p:sp>
        <p:nvSpPr>
          <p:cNvPr id="43" name="editable-text-010"/>
          <p:cNvSpPr txBox="1"/>
          <p:nvPr/>
        </p:nvSpPr>
        <p:spPr>
          <a:xfrm>
            <a:off x="5457825" y="3676650"/>
            <a:ext cx="1276350" cy="3909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主桥梁：物质载体</a:t>
            </a:r>
          </a:p>
          <a:p>
            <a:pPr algn="ctr">
              <a:lnSpc>
                <a:spcPct val="118000"/>
              </a:lnSpc>
            </a:pPr>
            <a:r>
              <a:rPr sz="1050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动态补充：非遗锚点</a:t>
            </a:r>
          </a:p>
        </p:txBody>
      </p:sp>
      <p:sp>
        <p:nvSpPr>
          <p:cNvPr id="44" name="editable-text-011"/>
          <p:cNvSpPr txBox="1"/>
          <p:nvPr/>
        </p:nvSpPr>
        <p:spPr>
          <a:xfrm>
            <a:off x="9582150" y="2533650"/>
            <a:ext cx="1219200" cy="3459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旅游供给侧</a:t>
            </a:r>
          </a:p>
        </p:txBody>
      </p:sp>
      <p:sp>
        <p:nvSpPr>
          <p:cNvPr id="45" name="editable-text-012"/>
          <p:cNvSpPr txBox="1"/>
          <p:nvPr/>
        </p:nvSpPr>
        <p:spPr>
          <a:xfrm>
            <a:off x="9586912" y="3009900"/>
            <a:ext cx="1209675" cy="4133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POI / 评分 / 评论</a:t>
            </a:r>
          </a:p>
          <a:p>
            <a:pPr algn="ctr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到访热度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5350" y="4933950"/>
            <a:ext cx="2343150" cy="6858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-text-013"/>
          <p:cNvSpPr txBox="1"/>
          <p:nvPr/>
        </p:nvSpPr>
        <p:spPr>
          <a:xfrm>
            <a:off x="1085850" y="5105400"/>
            <a:ext cx="504825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CMI</a:t>
            </a:r>
          </a:p>
        </p:txBody>
      </p:sp>
      <p:sp>
        <p:nvSpPr>
          <p:cNvPr id="48" name="editable-text-014"/>
          <p:cNvSpPr txBox="1"/>
          <p:nvPr/>
        </p:nvSpPr>
        <p:spPr>
          <a:xfrm>
            <a:off x="1676400" y="5067300"/>
            <a:ext cx="93345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文化记忆指数</a:t>
            </a:r>
          </a:p>
        </p:txBody>
      </p:sp>
      <p:sp>
        <p:nvSpPr>
          <p:cNvPr id="49" name="editable-text-015"/>
          <p:cNvSpPr txBox="1"/>
          <p:nvPr/>
        </p:nvSpPr>
        <p:spPr>
          <a:xfrm>
            <a:off x="1676400" y="5314950"/>
            <a:ext cx="1381125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典籍实体、关系与落位证据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14750" y="4933950"/>
            <a:ext cx="2343150" cy="6858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-text-016"/>
          <p:cNvSpPr txBox="1"/>
          <p:nvPr/>
        </p:nvSpPr>
        <p:spPr>
          <a:xfrm>
            <a:off x="3905250" y="5105400"/>
            <a:ext cx="476250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OAI</a:t>
            </a:r>
          </a:p>
        </p:txBody>
      </p:sp>
      <p:sp>
        <p:nvSpPr>
          <p:cNvPr id="52" name="editable-text-017"/>
          <p:cNvSpPr txBox="1"/>
          <p:nvPr/>
        </p:nvSpPr>
        <p:spPr>
          <a:xfrm>
            <a:off x="4495800" y="5067300"/>
            <a:ext cx="93345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官方认证指数</a:t>
            </a:r>
          </a:p>
        </p:txBody>
      </p:sp>
      <p:sp>
        <p:nvSpPr>
          <p:cNvPr id="53" name="editable-text-018"/>
          <p:cNvSpPr txBox="1"/>
          <p:nvPr/>
        </p:nvSpPr>
        <p:spPr>
          <a:xfrm>
            <a:off x="4495800" y="5314950"/>
            <a:ext cx="1381125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文保、非遗、历史村落等权威</a:t>
            </a:r>
          </a:p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名录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34150" y="4933950"/>
            <a:ext cx="2343150" cy="6858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2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-text-019"/>
          <p:cNvSpPr txBox="1"/>
          <p:nvPr/>
        </p:nvSpPr>
        <p:spPr>
          <a:xfrm>
            <a:off x="6724650" y="5105400"/>
            <a:ext cx="447675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THI</a:t>
            </a:r>
          </a:p>
        </p:txBody>
      </p:sp>
      <p:sp>
        <p:nvSpPr>
          <p:cNvPr id="56" name="editable-text-020"/>
          <p:cNvSpPr txBox="1"/>
          <p:nvPr/>
        </p:nvSpPr>
        <p:spPr>
          <a:xfrm>
            <a:off x="7315200" y="5067300"/>
            <a:ext cx="93345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旅游热度指数</a:t>
            </a:r>
          </a:p>
        </p:txBody>
      </p:sp>
      <p:sp>
        <p:nvSpPr>
          <p:cNvPr id="57" name="editable-text-021"/>
          <p:cNvSpPr txBox="1"/>
          <p:nvPr/>
        </p:nvSpPr>
        <p:spPr>
          <a:xfrm>
            <a:off x="7315200" y="5314950"/>
            <a:ext cx="1381125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POI 密度、评分、评论与游客</a:t>
            </a:r>
          </a:p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可见度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53550" y="4933950"/>
            <a:ext cx="2343150" cy="6858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5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-text-022"/>
          <p:cNvSpPr txBox="1"/>
          <p:nvPr/>
        </p:nvSpPr>
        <p:spPr>
          <a:xfrm>
            <a:off x="9544050" y="5105400"/>
            <a:ext cx="361950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7895A1"/>
                </a:solidFill>
                <a:latin typeface="Microsoft YaHei"/>
              </a:rPr>
              <a:t>MI</a:t>
            </a:r>
          </a:p>
        </p:txBody>
      </p:sp>
      <p:sp>
        <p:nvSpPr>
          <p:cNvPr id="60" name="editable-text-023"/>
          <p:cNvSpPr txBox="1"/>
          <p:nvPr/>
        </p:nvSpPr>
        <p:spPr>
          <a:xfrm>
            <a:off x="10134600" y="5067300"/>
            <a:ext cx="93345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相对错位指数</a:t>
            </a:r>
          </a:p>
        </p:txBody>
      </p:sp>
      <p:sp>
        <p:nvSpPr>
          <p:cNvPr id="61" name="editable-text-024"/>
          <p:cNvSpPr txBox="1"/>
          <p:nvPr/>
        </p:nvSpPr>
        <p:spPr>
          <a:xfrm>
            <a:off x="10134600" y="5314950"/>
            <a:ext cx="1381125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THI - 0.5×CMI - 0.5×OAI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60960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载体结果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62.4% 样本存在明显错位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沉睡潜力与空心景点并存，说明错位不是个别案例，而是结构性现象。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6850" y="1562100"/>
            <a:ext cx="6191250" cy="3771900"/>
          </a:xfrm>
          <a:prstGeom prst="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466850" y="1562100"/>
            <a:ext cx="3095625" cy="1885950"/>
          </a:xfrm>
          <a:prstGeom prst="rect">
            <a:avLst/>
          </a:prstGeom>
          <a:solidFill>
            <a:srgbClr val="F1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62475" y="1562100"/>
            <a:ext cx="3095625" cy="1885950"/>
          </a:xfrm>
          <a:prstGeom prst="rect">
            <a:avLst/>
          </a:prstGeom>
          <a:solidFill>
            <a:srgbClr val="EE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66850" y="3448050"/>
            <a:ext cx="3095625" cy="1885950"/>
          </a:xfrm>
          <a:prstGeom prst="rect">
            <a:avLst/>
          </a:prstGeom>
          <a:solidFill>
            <a:srgbClr val="E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62475" y="3448050"/>
            <a:ext cx="3095625" cy="1885950"/>
          </a:xfrm>
          <a:prstGeom prst="rect">
            <a:avLst/>
          </a:prstGeom>
          <a:solidFill>
            <a:srgbClr val="EA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562475" y="1562100"/>
            <a:ext cx="0" cy="3771900"/>
          </a:xfrm>
          <a:prstGeom prst="line">
            <a:avLst/>
          </a:prstGeom>
          <a:ln w="19050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66850" y="3448050"/>
            <a:ext cx="6191250" cy="0"/>
          </a:xfrm>
          <a:prstGeom prst="line">
            <a:avLst/>
          </a:prstGeom>
          <a:ln w="19050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66850" y="5619750"/>
            <a:ext cx="6191250" cy="0"/>
          </a:xfrm>
          <a:prstGeom prst="line">
            <a:avLst/>
          </a:prstGeom>
          <a:ln w="19050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181100" y="1562100"/>
            <a:ext cx="0" cy="3771900"/>
          </a:xfrm>
          <a:prstGeom prst="line">
            <a:avLst/>
          </a:prstGeom>
          <a:ln w="19050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editable-text-006"/>
          <p:cNvSpPr txBox="1"/>
          <p:nvPr/>
        </p:nvSpPr>
        <p:spPr>
          <a:xfrm>
            <a:off x="3781425" y="5791200"/>
            <a:ext cx="15621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旅游热度 THI 由低到高</a:t>
            </a:r>
          </a:p>
        </p:txBody>
      </p:sp>
      <p:sp>
        <p:nvSpPr>
          <p:cNvPr id="44" name="editable-text-007"/>
          <p:cNvSpPr txBox="1"/>
          <p:nvPr/>
        </p:nvSpPr>
        <p:spPr>
          <a:xfrm>
            <a:off x="0" y="4305300"/>
            <a:ext cx="1371600" cy="4133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文化记忆 / 官方认证</a:t>
            </a:r>
          </a:p>
          <a:p>
            <a:pPr algn="ctr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由低到高</a:t>
            </a:r>
          </a:p>
        </p:txBody>
      </p:sp>
      <p:sp>
        <p:nvSpPr>
          <p:cNvPr id="45" name="editable-text-008"/>
          <p:cNvSpPr txBox="1"/>
          <p:nvPr/>
        </p:nvSpPr>
        <p:spPr>
          <a:xfrm>
            <a:off x="2152650" y="2019300"/>
            <a:ext cx="1028700" cy="30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一般耦合区</a:t>
            </a:r>
          </a:p>
        </p:txBody>
      </p:sp>
      <p:sp>
        <p:nvSpPr>
          <p:cNvPr id="46" name="editable-text-009"/>
          <p:cNvSpPr txBox="1"/>
          <p:nvPr/>
        </p:nvSpPr>
        <p:spPr>
          <a:xfrm>
            <a:off x="2152650" y="2381250"/>
            <a:ext cx="666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7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57</a:t>
            </a:r>
          </a:p>
        </p:txBody>
      </p:sp>
      <p:sp>
        <p:nvSpPr>
          <p:cNvPr id="47" name="editable-text-010"/>
          <p:cNvSpPr txBox="1"/>
          <p:nvPr/>
        </p:nvSpPr>
        <p:spPr>
          <a:xfrm>
            <a:off x="2190750" y="3009900"/>
            <a:ext cx="200025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基础存在，但融合深度有限</a:t>
            </a:r>
          </a:p>
        </p:txBody>
      </p:sp>
      <p:sp>
        <p:nvSpPr>
          <p:cNvPr id="48" name="editable-text-011"/>
          <p:cNvSpPr txBox="1"/>
          <p:nvPr/>
        </p:nvSpPr>
        <p:spPr>
          <a:xfrm>
            <a:off x="5295900" y="2019300"/>
            <a:ext cx="1028700" cy="30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核心耦合区</a:t>
            </a:r>
          </a:p>
        </p:txBody>
      </p:sp>
      <p:sp>
        <p:nvSpPr>
          <p:cNvPr id="49" name="editable-text-012"/>
          <p:cNvSpPr txBox="1"/>
          <p:nvPr/>
        </p:nvSpPr>
        <p:spPr>
          <a:xfrm>
            <a:off x="5295900" y="2381250"/>
            <a:ext cx="371475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75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5</a:t>
            </a:r>
          </a:p>
        </p:txBody>
      </p:sp>
      <p:sp>
        <p:nvSpPr>
          <p:cNvPr id="50" name="editable-text-013"/>
          <p:cNvSpPr txBox="1"/>
          <p:nvPr/>
        </p:nvSpPr>
        <p:spPr>
          <a:xfrm>
            <a:off x="5334000" y="3009900"/>
            <a:ext cx="200025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优先做深体验与线路节点</a:t>
            </a:r>
          </a:p>
        </p:txBody>
      </p:sp>
      <p:sp>
        <p:nvSpPr>
          <p:cNvPr id="51" name="editable-text-014"/>
          <p:cNvSpPr txBox="1"/>
          <p:nvPr/>
        </p:nvSpPr>
        <p:spPr>
          <a:xfrm>
            <a:off x="2152650" y="3924300"/>
            <a:ext cx="1028700" cy="30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4F7280"/>
                </a:solidFill>
                <a:latin typeface="Microsoft YaHei"/>
              </a:rPr>
              <a:t>沉睡潜力区</a:t>
            </a:r>
          </a:p>
        </p:txBody>
      </p:sp>
      <p:sp>
        <p:nvSpPr>
          <p:cNvPr id="52" name="editable-text-015"/>
          <p:cNvSpPr txBox="1"/>
          <p:nvPr/>
        </p:nvSpPr>
        <p:spPr>
          <a:xfrm>
            <a:off x="2152650" y="4286250"/>
            <a:ext cx="666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750" b="1">
                <a:rFonts latin="Arial" ea="Microsoft YaHei" cs="Microsoft YaHei"/>
                <a:solidFill>
                  <a:srgbClr val="4F7280"/>
                </a:solidFill>
                <a:latin typeface="Microsoft YaHei"/>
              </a:rPr>
              <a:t>54</a:t>
            </a:r>
          </a:p>
        </p:txBody>
      </p:sp>
      <p:sp>
        <p:nvSpPr>
          <p:cNvPr id="53" name="editable-text-016"/>
          <p:cNvSpPr txBox="1"/>
          <p:nvPr/>
        </p:nvSpPr>
        <p:spPr>
          <a:xfrm>
            <a:off x="2190750" y="4914900"/>
            <a:ext cx="200025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文化强，旅游转化不足</a:t>
            </a:r>
          </a:p>
        </p:txBody>
      </p:sp>
      <p:sp>
        <p:nvSpPr>
          <p:cNvPr id="54" name="editable-text-017"/>
          <p:cNvSpPr txBox="1"/>
          <p:nvPr/>
        </p:nvSpPr>
        <p:spPr>
          <a:xfrm>
            <a:off x="5295900" y="3924300"/>
            <a:ext cx="1028700" cy="30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空心景点区</a:t>
            </a:r>
          </a:p>
        </p:txBody>
      </p:sp>
      <p:sp>
        <p:nvSpPr>
          <p:cNvPr id="55" name="editable-text-018"/>
          <p:cNvSpPr txBox="1"/>
          <p:nvPr/>
        </p:nvSpPr>
        <p:spPr>
          <a:xfrm>
            <a:off x="5295900" y="4286250"/>
            <a:ext cx="6667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7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49</a:t>
            </a:r>
          </a:p>
        </p:txBody>
      </p:sp>
      <p:sp>
        <p:nvSpPr>
          <p:cNvPr id="56" name="editable-text-019"/>
          <p:cNvSpPr txBox="1"/>
          <p:nvPr/>
        </p:nvSpPr>
        <p:spPr>
          <a:xfrm>
            <a:off x="5334000" y="4914900"/>
            <a:ext cx="200025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旅游热，文化叙事偏弱</a:t>
            </a:r>
          </a:p>
        </p:txBody>
      </p:sp>
      <p:sp>
        <p:nvSpPr>
          <p:cNvPr id="57" name="Freeform 56"/>
          <p:cNvSpPr/>
          <p:nvPr/>
        </p:nvSpPr>
        <p:spPr>
          <a:xfrm>
            <a:off x="7981950" y="1657350"/>
            <a:ext cx="3162300" cy="3676650"/>
          </a:xfrm>
          <a:custGeom>
            <a:avLst/>
            <a:gdLst/>
            <a:ahLst/>
            <a:cxnLst/>
            <a:rect l="l" t="t" r="r" b="b"/>
            <a:pathLst>
              <a:path w="3162300" h="3676650">
                <a:moveTo>
                  <a:pt x="495300" y="0"/>
                </a:moveTo>
                <a:lnTo>
                  <a:pt x="3162300" y="0"/>
                </a:lnTo>
                <a:lnTo>
                  <a:pt x="2667000" y="3676650"/>
                </a:lnTo>
                <a:lnTo>
                  <a:pt x="0" y="3676650"/>
                </a:lnTo>
                <a:close/>
              </a:path>
            </a:pathLst>
          </a:cu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-text-020"/>
          <p:cNvSpPr txBox="1"/>
          <p:nvPr/>
        </p:nvSpPr>
        <p:spPr>
          <a:xfrm>
            <a:off x="8667750" y="2038350"/>
            <a:ext cx="1219200" cy="3459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结构性错位</a:t>
            </a:r>
          </a:p>
        </p:txBody>
      </p:sp>
      <p:sp>
        <p:nvSpPr>
          <p:cNvPr id="59" name="editable-text-021"/>
          <p:cNvSpPr txBox="1"/>
          <p:nvPr/>
        </p:nvSpPr>
        <p:spPr>
          <a:xfrm>
            <a:off x="8667750" y="2476500"/>
            <a:ext cx="150495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沉睡潜力 + 空心景点</a:t>
            </a:r>
          </a:p>
        </p:txBody>
      </p:sp>
      <p:sp>
        <p:nvSpPr>
          <p:cNvPr id="60" name="editable-text-022"/>
          <p:cNvSpPr txBox="1"/>
          <p:nvPr/>
        </p:nvSpPr>
        <p:spPr>
          <a:xfrm>
            <a:off x="8667750" y="2819400"/>
            <a:ext cx="1238250" cy="8180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950" b="1">
                <a:rFonts latin="Arial" ea="Microsoft YaHei" cs="Microsoft YaHei"/>
                <a:solidFill>
                  <a:srgbClr val="4F7280"/>
                </a:solidFill>
                <a:latin typeface="Microsoft YaHei"/>
              </a:rPr>
              <a:t>103</a:t>
            </a:r>
          </a:p>
        </p:txBody>
      </p:sp>
      <p:sp>
        <p:nvSpPr>
          <p:cNvPr id="61" name="editable-text-023"/>
          <p:cNvSpPr txBox="1"/>
          <p:nvPr/>
        </p:nvSpPr>
        <p:spPr>
          <a:xfrm>
            <a:off x="9620250" y="3086100"/>
            <a:ext cx="285750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4F7280"/>
                </a:solidFill>
                <a:latin typeface="Microsoft YaHei"/>
              </a:rPr>
              <a:t>条</a:t>
            </a:r>
          </a:p>
        </p:txBody>
      </p:sp>
      <p:sp>
        <p:nvSpPr>
          <p:cNvPr id="62" name="editable-text-024"/>
          <p:cNvSpPr txBox="1"/>
          <p:nvPr/>
        </p:nvSpPr>
        <p:spPr>
          <a:xfrm>
            <a:off x="8667750" y="3657600"/>
            <a:ext cx="12096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占 165 条样本的</a:t>
            </a:r>
          </a:p>
        </p:txBody>
      </p:sp>
      <p:sp>
        <p:nvSpPr>
          <p:cNvPr id="63" name="editable-text-025"/>
          <p:cNvSpPr txBox="1"/>
          <p:nvPr/>
        </p:nvSpPr>
        <p:spPr>
          <a:xfrm>
            <a:off x="8667750" y="4000500"/>
            <a:ext cx="1590675" cy="660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9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62.4%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29650" y="4876800"/>
            <a:ext cx="54841" cy="228600"/>
          </a:xfrm>
          <a:prstGeom prst="rect">
            <a:avLst/>
          </a:prstGeom>
          <a:solidFill>
            <a:srgbClr val="6F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-text-026"/>
          <p:cNvSpPr txBox="1"/>
          <p:nvPr/>
        </p:nvSpPr>
        <p:spPr>
          <a:xfrm>
            <a:off x="8585633" y="4809363"/>
            <a:ext cx="142875" cy="21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4491" y="4876800"/>
            <a:ext cx="625186" cy="228600"/>
          </a:xfrm>
          <a:prstGeom prst="rect">
            <a:avLst/>
          </a:prstGeom>
          <a:solidFill>
            <a:srgbClr val="7C9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-text-027"/>
          <p:cNvSpPr txBox="1"/>
          <p:nvPr/>
        </p:nvSpPr>
        <p:spPr>
          <a:xfrm>
            <a:off x="8887547" y="4809363"/>
            <a:ext cx="219075" cy="21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FFFFFF"/>
                </a:solidFill>
                <a:latin typeface="Microsoft YaHei"/>
              </a:rPr>
              <a:t>57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09677" y="4876800"/>
            <a:ext cx="592282" cy="228600"/>
          </a:xfrm>
          <a:prstGeom prst="rect">
            <a:avLst/>
          </a:prstGeom>
          <a:solidFill>
            <a:srgbClr val="4F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-text-028"/>
          <p:cNvSpPr txBox="1"/>
          <p:nvPr/>
        </p:nvSpPr>
        <p:spPr>
          <a:xfrm>
            <a:off x="9496281" y="4809363"/>
            <a:ext cx="219075" cy="21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FFFFFF"/>
                </a:solidFill>
                <a:latin typeface="Microsoft YaHei"/>
              </a:rPr>
              <a:t>54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01959" y="4876800"/>
            <a:ext cx="537441" cy="228600"/>
          </a:xfrm>
          <a:prstGeom prst="rect">
            <a:avLst/>
          </a:prstGeom>
          <a:solidFill>
            <a:srgbClr val="7C9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-text-029"/>
          <p:cNvSpPr txBox="1"/>
          <p:nvPr/>
        </p:nvSpPr>
        <p:spPr>
          <a:xfrm>
            <a:off x="10061142" y="4809363"/>
            <a:ext cx="219075" cy="2110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FFFFFF"/>
                </a:solidFill>
                <a:latin typeface="Microsoft YaHei"/>
              </a:rPr>
              <a:t>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60960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空间结果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呈现“东旅西文”格局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东北部旅游供给强，西南部文化厚度高，二者空间上并未自然重合。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" y="1409700"/>
            <a:ext cx="7658100" cy="44577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raster-asset-002-density-overlay.png" descr="density-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592067"/>
            <a:ext cx="7391400" cy="4092965"/>
          </a:xfrm>
          <a:prstGeom prst="rect">
            <a:avLst/>
          </a:prstGeom>
        </p:spPr>
      </p:pic>
      <p:sp>
        <p:nvSpPr>
          <p:cNvPr id="36" name="Freeform 35"/>
          <p:cNvSpPr/>
          <p:nvPr/>
        </p:nvSpPr>
        <p:spPr>
          <a:xfrm>
            <a:off x="8210550" y="1504950"/>
            <a:ext cx="3009900" cy="4324350"/>
          </a:xfrm>
          <a:custGeom>
            <a:avLst/>
            <a:gdLst/>
            <a:ahLst/>
            <a:cxnLst/>
            <a:rect l="l" t="t" r="r" b="b"/>
            <a:pathLst>
              <a:path w="3009900" h="4324350">
                <a:moveTo>
                  <a:pt x="381000" y="0"/>
                </a:moveTo>
                <a:lnTo>
                  <a:pt x="3009900" y="0"/>
                </a:lnTo>
                <a:lnTo>
                  <a:pt x="2628900" y="4324350"/>
                </a:lnTo>
                <a:lnTo>
                  <a:pt x="0" y="4324350"/>
                </a:lnTo>
                <a:close/>
              </a:path>
            </a:pathLst>
          </a:cu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-text-006"/>
          <p:cNvSpPr txBox="1"/>
          <p:nvPr/>
        </p:nvSpPr>
        <p:spPr>
          <a:xfrm>
            <a:off x="8858250" y="1885950"/>
            <a:ext cx="1752600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一张图读空间格局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58250" y="2305050"/>
            <a:ext cx="17335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editable-text-007"/>
          <p:cNvSpPr txBox="1"/>
          <p:nvPr/>
        </p:nvSpPr>
        <p:spPr>
          <a:xfrm>
            <a:off x="8858250" y="2628900"/>
            <a:ext cx="1676400" cy="3909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东部：旅游强</a:t>
            </a:r>
          </a:p>
        </p:txBody>
      </p:sp>
      <p:sp>
        <p:nvSpPr>
          <p:cNvPr id="40" name="editable-text-008"/>
          <p:cNvSpPr txBox="1"/>
          <p:nvPr/>
        </p:nvSpPr>
        <p:spPr>
          <a:xfrm>
            <a:off x="8858250" y="3105150"/>
            <a:ext cx="1809750" cy="5819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桂城、大沥、狮山等东北都</a:t>
            </a:r>
          </a:p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市圈 POI 与游客热度更集中</a:t>
            </a:r>
          </a:p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。</a:t>
            </a:r>
          </a:p>
        </p:txBody>
      </p:sp>
      <p:sp>
        <p:nvSpPr>
          <p:cNvPr id="41" name="editable-text-009"/>
          <p:cNvSpPr txBox="1"/>
          <p:nvPr/>
        </p:nvSpPr>
        <p:spPr>
          <a:xfrm>
            <a:off x="8858250" y="3981450"/>
            <a:ext cx="1676400" cy="3909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西南：文化厚</a:t>
            </a:r>
          </a:p>
        </p:txBody>
      </p:sp>
      <p:sp>
        <p:nvSpPr>
          <p:cNvPr id="42" name="editable-text-010"/>
          <p:cNvSpPr txBox="1"/>
          <p:nvPr/>
        </p:nvSpPr>
        <p:spPr>
          <a:xfrm>
            <a:off x="8858250" y="4457700"/>
            <a:ext cx="1809750" cy="4133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西樵、九江、丹灶一带文化</a:t>
            </a:r>
          </a:p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载体与文化厚度更突出。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05850" y="5276850"/>
            <a:ext cx="2362200" cy="266700"/>
          </a:xfrm>
          <a:prstGeom prst="roundRect">
            <a:avLst/>
          </a:prstGeom>
          <a:solidFill>
            <a:srgbClr val="F4F6F5"/>
          </a:solidFill>
          <a:ln w="9525">
            <a:solidFill>
              <a:srgbClr val="DB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-text-011"/>
          <p:cNvSpPr txBox="1"/>
          <p:nvPr/>
        </p:nvSpPr>
        <p:spPr>
          <a:xfrm>
            <a:off x="8705850" y="5343525"/>
            <a:ext cx="2362200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规划含义：东部补文化内容，西南补旅游条件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60960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网格复核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图谱 1 跳显化潜在文化厚度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500 m 网格复核说明，图谱关系能发现直接名单之外的文化关联。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13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2450" y="1409700"/>
            <a:ext cx="7105650" cy="424815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raster-asset-002-mismatch-compare.png" descr="mismatch-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28476"/>
            <a:ext cx="6838950" cy="3610599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8039100" y="1600200"/>
            <a:ext cx="3009900" cy="3943350"/>
          </a:xfrm>
          <a:prstGeom prst="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-text-006"/>
          <p:cNvSpPr txBox="1"/>
          <p:nvPr/>
        </p:nvSpPr>
        <p:spPr>
          <a:xfrm>
            <a:off x="8401050" y="1924050"/>
            <a:ext cx="590550" cy="3909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0 跳</a:t>
            </a:r>
          </a:p>
        </p:txBody>
      </p:sp>
      <p:sp>
        <p:nvSpPr>
          <p:cNvPr id="38" name="editable-text-007"/>
          <p:cNvSpPr txBox="1"/>
          <p:nvPr/>
        </p:nvSpPr>
        <p:spPr>
          <a:xfrm>
            <a:off x="9772650" y="1924050"/>
            <a:ext cx="590550" cy="3909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1 跳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86850" y="1809750"/>
            <a:ext cx="0" cy="3219450"/>
          </a:xfrm>
          <a:prstGeom prst="line">
            <a:avLst/>
          </a:prstGeom>
          <a:ln w="19050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9163050" y="3181350"/>
            <a:ext cx="438150" cy="457200"/>
          </a:xfrm>
          <a:custGeom>
            <a:avLst/>
            <a:gdLst/>
            <a:ahLst/>
            <a:cxnLst/>
            <a:rect l="l" t="t" r="r" b="b"/>
            <a:pathLst>
              <a:path w="438150" h="457200">
                <a:moveTo>
                  <a:pt x="0" y="228600"/>
                </a:moveTo>
                <a:lnTo>
                  <a:pt x="438150" y="0"/>
                </a:lnTo>
                <a:lnTo>
                  <a:pt x="438150" y="457200"/>
                </a:lnTo>
                <a:close/>
              </a:path>
            </a:pathLst>
          </a:custGeom>
          <a:solidFill>
            <a:srgbClr val="6F9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-text-008"/>
          <p:cNvSpPr txBox="1"/>
          <p:nvPr/>
        </p:nvSpPr>
        <p:spPr>
          <a:xfrm>
            <a:off x="8362950" y="2705100"/>
            <a:ext cx="6477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沉睡潜力</a:t>
            </a:r>
          </a:p>
        </p:txBody>
      </p:sp>
      <p:sp>
        <p:nvSpPr>
          <p:cNvPr id="42" name="editable-text-009"/>
          <p:cNvSpPr txBox="1"/>
          <p:nvPr/>
        </p:nvSpPr>
        <p:spPr>
          <a:xfrm>
            <a:off x="8420100" y="2990850"/>
            <a:ext cx="447675" cy="435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99</a:t>
            </a:r>
          </a:p>
        </p:txBody>
      </p:sp>
      <p:sp>
        <p:nvSpPr>
          <p:cNvPr id="43" name="editable-text-010"/>
          <p:cNvSpPr txBox="1"/>
          <p:nvPr/>
        </p:nvSpPr>
        <p:spPr>
          <a:xfrm>
            <a:off x="9886950" y="2990850"/>
            <a:ext cx="638175" cy="435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rFonts latin="Arial" ea="Microsoft YaHei" cs="Microsoft YaHei"/>
                <a:solidFill>
                  <a:srgbClr val="4F7280"/>
                </a:solidFill>
                <a:latin typeface="Microsoft YaHei"/>
              </a:rPr>
              <a:t>170</a:t>
            </a:r>
          </a:p>
        </p:txBody>
      </p:sp>
      <p:sp>
        <p:nvSpPr>
          <p:cNvPr id="44" name="editable-text-011"/>
          <p:cNvSpPr txBox="1"/>
          <p:nvPr/>
        </p:nvSpPr>
        <p:spPr>
          <a:xfrm>
            <a:off x="8362950" y="3524250"/>
            <a:ext cx="6477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核心耦合</a:t>
            </a:r>
          </a:p>
        </p:txBody>
      </p:sp>
      <p:sp>
        <p:nvSpPr>
          <p:cNvPr id="45" name="editable-text-012"/>
          <p:cNvSpPr txBox="1"/>
          <p:nvPr/>
        </p:nvSpPr>
        <p:spPr>
          <a:xfrm>
            <a:off x="8420100" y="3810000"/>
            <a:ext cx="266700" cy="435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6</a:t>
            </a:r>
          </a:p>
        </p:txBody>
      </p:sp>
      <p:sp>
        <p:nvSpPr>
          <p:cNvPr id="46" name="editable-text-013"/>
          <p:cNvSpPr txBox="1"/>
          <p:nvPr/>
        </p:nvSpPr>
        <p:spPr>
          <a:xfrm>
            <a:off x="9886950" y="3810000"/>
            <a:ext cx="266700" cy="435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8</a:t>
            </a:r>
          </a:p>
        </p:txBody>
      </p:sp>
      <p:sp>
        <p:nvSpPr>
          <p:cNvPr id="47" name="editable-text-014"/>
          <p:cNvSpPr txBox="1"/>
          <p:nvPr/>
        </p:nvSpPr>
        <p:spPr>
          <a:xfrm>
            <a:off x="8362950" y="4343400"/>
            <a:ext cx="6477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空心景点</a:t>
            </a:r>
          </a:p>
        </p:txBody>
      </p:sp>
      <p:sp>
        <p:nvSpPr>
          <p:cNvPr id="48" name="editable-text-015"/>
          <p:cNvSpPr txBox="1"/>
          <p:nvPr/>
        </p:nvSpPr>
        <p:spPr>
          <a:xfrm>
            <a:off x="8420100" y="4629150"/>
            <a:ext cx="447675" cy="435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36</a:t>
            </a:r>
          </a:p>
        </p:txBody>
      </p:sp>
      <p:sp>
        <p:nvSpPr>
          <p:cNvPr id="49" name="editable-text-016"/>
          <p:cNvSpPr txBox="1"/>
          <p:nvPr/>
        </p:nvSpPr>
        <p:spPr>
          <a:xfrm>
            <a:off x="9886950" y="4629150"/>
            <a:ext cx="457200" cy="435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34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86750" y="5029200"/>
            <a:ext cx="2514600" cy="361950"/>
          </a:xfrm>
          <a:prstGeom prst="roundRect">
            <a:avLst/>
          </a:prstGeom>
          <a:solidFill>
            <a:srgbClr val="EDF3EF"/>
          </a:solidFill>
          <a:ln w="9525"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-text-017"/>
          <p:cNvSpPr txBox="1"/>
          <p:nvPr/>
        </p:nvSpPr>
        <p:spPr>
          <a:xfrm>
            <a:off x="8301038" y="5124450"/>
            <a:ext cx="2486025" cy="2223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75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西樵、九江、丹灶合计 147 个沉睡潜力网格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60960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典型片区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九江不能简单看成旅游洼地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九江同时存在真实转化不足与数据口径低估，是模型解释边界的重要案例。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14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" y="1428750"/>
            <a:ext cx="6629400" cy="432435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raster-asset-002-jiujiang-zoom.png" descr="jiujiang-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23" y="1562100"/>
            <a:ext cx="5893254" cy="4057650"/>
          </a:xfrm>
          <a:prstGeom prst="rect">
            <a:avLst/>
          </a:prstGeom>
        </p:spPr>
      </p:pic>
      <p:sp>
        <p:nvSpPr>
          <p:cNvPr id="36" name="Freeform 35"/>
          <p:cNvSpPr/>
          <p:nvPr/>
        </p:nvSpPr>
        <p:spPr>
          <a:xfrm>
            <a:off x="7067550" y="1428750"/>
            <a:ext cx="4133850" cy="4324350"/>
          </a:xfrm>
          <a:custGeom>
            <a:avLst/>
            <a:gdLst/>
            <a:ahLst/>
            <a:cxnLst/>
            <a:rect l="l" t="t" r="r" b="b"/>
            <a:pathLst>
              <a:path w="4133850" h="4324350">
                <a:moveTo>
                  <a:pt x="457200" y="0"/>
                </a:moveTo>
                <a:lnTo>
                  <a:pt x="4133850" y="0"/>
                </a:lnTo>
                <a:lnTo>
                  <a:pt x="3676650" y="4324350"/>
                </a:lnTo>
                <a:lnTo>
                  <a:pt x="0" y="4324350"/>
                </a:lnTo>
                <a:close/>
              </a:path>
            </a:pathLst>
          </a:cu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-text-006"/>
          <p:cNvSpPr txBox="1"/>
          <p:nvPr/>
        </p:nvSpPr>
        <p:spPr>
          <a:xfrm>
            <a:off x="7810500" y="1790700"/>
            <a:ext cx="1447800" cy="3459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九江专题解释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10500" y="2190750"/>
            <a:ext cx="276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editable-text-007"/>
          <p:cNvSpPr txBox="1"/>
          <p:nvPr/>
        </p:nvSpPr>
        <p:spPr>
          <a:xfrm>
            <a:off x="7810500" y="2514600"/>
            <a:ext cx="733425" cy="7056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13</a:t>
            </a:r>
          </a:p>
        </p:txBody>
      </p:sp>
      <p:sp>
        <p:nvSpPr>
          <p:cNvPr id="40" name="editable-text-008"/>
          <p:cNvSpPr txBox="1"/>
          <p:nvPr/>
        </p:nvSpPr>
        <p:spPr>
          <a:xfrm>
            <a:off x="8591550" y="2743200"/>
            <a:ext cx="17907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项非遗项目，文化线索密集</a:t>
            </a:r>
          </a:p>
        </p:txBody>
      </p:sp>
      <p:sp>
        <p:nvSpPr>
          <p:cNvPr id="41" name="editable-text-009"/>
          <p:cNvSpPr txBox="1"/>
          <p:nvPr/>
        </p:nvSpPr>
        <p:spPr>
          <a:xfrm>
            <a:off x="7810500" y="3333750"/>
            <a:ext cx="1066800" cy="7056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259</a:t>
            </a:r>
          </a:p>
        </p:txBody>
      </p:sp>
      <p:sp>
        <p:nvSpPr>
          <p:cNvPr id="42" name="editable-text-010"/>
          <p:cNvSpPr txBox="1"/>
          <p:nvPr/>
        </p:nvSpPr>
        <p:spPr>
          <a:xfrm>
            <a:off x="8782050" y="3562350"/>
            <a:ext cx="200025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条旅游 POI，仅占全区 1.92%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810500" y="4171950"/>
            <a:ext cx="276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editable-text-011"/>
          <p:cNvSpPr txBox="1"/>
          <p:nvPr/>
        </p:nvSpPr>
        <p:spPr>
          <a:xfrm>
            <a:off x="7810500" y="4457700"/>
            <a:ext cx="838200" cy="30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4F7280"/>
                </a:solidFill>
                <a:latin typeface="Microsoft YaHei"/>
              </a:rPr>
              <a:t>真实短板</a:t>
            </a:r>
          </a:p>
        </p:txBody>
      </p:sp>
      <p:sp>
        <p:nvSpPr>
          <p:cNvPr id="45" name="editable-text-012"/>
          <p:cNvSpPr txBox="1"/>
          <p:nvPr/>
        </p:nvSpPr>
        <p:spPr>
          <a:xfrm>
            <a:off x="7810500" y="4762500"/>
            <a:ext cx="2381250" cy="3684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交通联系、景区化程度、游线组织和游客服</a:t>
            </a:r>
          </a:p>
          <a:p>
            <a:pPr algn="l">
              <a:lnSpc>
                <a:spcPct val="118000"/>
              </a:lnSpc>
            </a:pPr>
            <a:r>
              <a:rPr sz="9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务仍需补足。</a:t>
            </a:r>
          </a:p>
        </p:txBody>
      </p:sp>
      <p:sp>
        <p:nvSpPr>
          <p:cNvPr id="46" name="editable-text-013"/>
          <p:cNvSpPr txBox="1"/>
          <p:nvPr/>
        </p:nvSpPr>
        <p:spPr>
          <a:xfrm>
            <a:off x="7810500" y="5295900"/>
            <a:ext cx="838200" cy="30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数据低估</a:t>
            </a:r>
          </a:p>
        </p:txBody>
      </p:sp>
      <p:sp>
        <p:nvSpPr>
          <p:cNvPr id="47" name="editable-text-014"/>
          <p:cNvSpPr txBox="1"/>
          <p:nvPr/>
        </p:nvSpPr>
        <p:spPr>
          <a:xfrm>
            <a:off x="8801100" y="5334000"/>
            <a:ext cx="1676400" cy="3684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餐饮门店、民俗消费和节庆活</a:t>
            </a:r>
          </a:p>
          <a:p>
            <a:pPr algn="l">
              <a:lnSpc>
                <a:spcPct val="118000"/>
              </a:lnSpc>
            </a:pPr>
            <a:r>
              <a:rPr sz="9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动尚未充分进入当前口径。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100965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稳健性与相关性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结果不是权重偶然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替代权重一致率均不低于 89.7%，相关矩阵也支持文化高旅游低与旅游高文化弱并存。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15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2450" y="1428750"/>
            <a:ext cx="4953000" cy="36195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raster-asset-002-sensitivity.png" descr="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36068"/>
            <a:ext cx="4686300" cy="2404864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705600" y="1428750"/>
            <a:ext cx="4953000" cy="36195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raster-asset-003-correlation-heatmap.png" descr="correlation-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637" y="1562100"/>
            <a:ext cx="4012925" cy="335280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5372100" y="2419350"/>
            <a:ext cx="1447800" cy="1447800"/>
          </a:xfrm>
          <a:prstGeom prst="ellipse">
            <a:avLst/>
          </a:prstGeom>
          <a:solidFill>
            <a:srgbClr val="FAFCFC"/>
          </a:solidFill>
          <a:ln w="19050">
            <a:solidFill>
              <a:srgbClr val="6F9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-text-006"/>
          <p:cNvSpPr txBox="1"/>
          <p:nvPr/>
        </p:nvSpPr>
        <p:spPr>
          <a:xfrm>
            <a:off x="5548312" y="2705100"/>
            <a:ext cx="1095375" cy="3909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≥89.7%</a:t>
            </a:r>
          </a:p>
        </p:txBody>
      </p:sp>
      <p:sp>
        <p:nvSpPr>
          <p:cNvPr id="40" name="editable-text-007"/>
          <p:cNvSpPr txBox="1"/>
          <p:nvPr/>
        </p:nvSpPr>
        <p:spPr>
          <a:xfrm>
            <a:off x="5724525" y="3143250"/>
            <a:ext cx="74295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分类一致率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81600" y="4210050"/>
            <a:ext cx="1828800" cy="304800"/>
          </a:xfrm>
          <a:prstGeom prst="roundRect">
            <a:avLst/>
          </a:prstGeom>
          <a:solidFill>
            <a:srgbClr val="F0F3F4"/>
          </a:solidFill>
          <a:ln w="952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-text-008"/>
          <p:cNvSpPr txBox="1"/>
          <p:nvPr/>
        </p:nvSpPr>
        <p:spPr>
          <a:xfrm>
            <a:off x="5353050" y="4286250"/>
            <a:ext cx="523875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CMI-THI</a:t>
            </a:r>
          </a:p>
        </p:txBody>
      </p:sp>
      <p:sp>
        <p:nvSpPr>
          <p:cNvPr id="43" name="editable-text-009"/>
          <p:cNvSpPr txBox="1"/>
          <p:nvPr/>
        </p:nvSpPr>
        <p:spPr>
          <a:xfrm>
            <a:off x="6334125" y="4286250"/>
            <a:ext cx="466725" cy="2223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75" b="1">
                <a:rFonts latin="Arial" ea="Microsoft YaHei" cs="Microsoft YaHei"/>
                <a:solidFill>
                  <a:srgbClr val="FAFCFC"/>
                </a:solidFill>
                <a:latin typeface="Microsoft YaHei"/>
              </a:rPr>
              <a:t>-0.495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81600" y="4610100"/>
            <a:ext cx="1828800" cy="304800"/>
          </a:xfrm>
          <a:prstGeom prst="roundRect">
            <a:avLst/>
          </a:prstGeom>
          <a:solidFill>
            <a:srgbClr val="F4F6F5"/>
          </a:solidFill>
          <a:ln w="9525">
            <a:solidFill>
              <a:srgbClr val="DB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-text-010"/>
          <p:cNvSpPr txBox="1"/>
          <p:nvPr/>
        </p:nvSpPr>
        <p:spPr>
          <a:xfrm>
            <a:off x="5353050" y="4686300"/>
            <a:ext cx="504825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OAI-THI</a:t>
            </a:r>
          </a:p>
        </p:txBody>
      </p:sp>
      <p:sp>
        <p:nvSpPr>
          <p:cNvPr id="46" name="editable-text-011"/>
          <p:cNvSpPr txBox="1"/>
          <p:nvPr/>
        </p:nvSpPr>
        <p:spPr>
          <a:xfrm>
            <a:off x="6334125" y="4686300"/>
            <a:ext cx="466725" cy="2223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75" b="1">
                <a:rFonts latin="Arial" ea="Microsoft YaHei" cs="Microsoft YaHei"/>
                <a:solidFill>
                  <a:srgbClr val="FAFCFC"/>
                </a:solidFill>
                <a:latin typeface="Microsoft YaHei"/>
              </a:rPr>
              <a:t>-0.440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81600" y="5010150"/>
            <a:ext cx="1828800" cy="30480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-text-012"/>
          <p:cNvSpPr txBox="1"/>
          <p:nvPr/>
        </p:nvSpPr>
        <p:spPr>
          <a:xfrm>
            <a:off x="5353050" y="5086350"/>
            <a:ext cx="47625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CMI-MI</a:t>
            </a:r>
          </a:p>
        </p:txBody>
      </p:sp>
      <p:sp>
        <p:nvSpPr>
          <p:cNvPr id="49" name="editable-text-013"/>
          <p:cNvSpPr txBox="1"/>
          <p:nvPr/>
        </p:nvSpPr>
        <p:spPr>
          <a:xfrm>
            <a:off x="6334125" y="5086350"/>
            <a:ext cx="466725" cy="2223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75" b="1">
                <a:rFonts latin="Arial" ea="Microsoft YaHei" cs="Microsoft YaHei"/>
                <a:solidFill>
                  <a:srgbClr val="FAFCFC"/>
                </a:solidFill>
                <a:latin typeface="Microsoft YaHei"/>
              </a:rPr>
              <a:t>-0.475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62150" y="5467350"/>
            <a:ext cx="8267700" cy="4191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-text-014"/>
          <p:cNvSpPr txBox="1"/>
          <p:nvPr/>
        </p:nvSpPr>
        <p:spPr>
          <a:xfrm>
            <a:off x="3228975" y="5600700"/>
            <a:ext cx="573405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答辩回应：权重有设定边界，但主要空间判断在合理替代口径下保持稳定。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60960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评论复核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旅游热度不等于文化识别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评论抽样用于补充 THI 的解释边界：热度高，不一定说明文化被充分感知。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16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1428750"/>
            <a:ext cx="7239000" cy="409575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raster-asset-002-comment-recognition.png" descr="comment-recogn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93" y="1562100"/>
            <a:ext cx="6828814" cy="3829050"/>
          </a:xfrm>
          <a:prstGeom prst="rect">
            <a:avLst/>
          </a:prstGeom>
        </p:spPr>
      </p:pic>
      <p:sp>
        <p:nvSpPr>
          <p:cNvPr id="36" name="Freeform 35"/>
          <p:cNvSpPr/>
          <p:nvPr/>
        </p:nvSpPr>
        <p:spPr>
          <a:xfrm>
            <a:off x="7772400" y="1524000"/>
            <a:ext cx="3467100" cy="4114800"/>
          </a:xfrm>
          <a:custGeom>
            <a:avLst/>
            <a:gdLst/>
            <a:ahLst/>
            <a:cxnLst/>
            <a:rect l="l" t="t" r="r" b="b"/>
            <a:pathLst>
              <a:path w="3467100" h="4114800">
                <a:moveTo>
                  <a:pt x="400050" y="0"/>
                </a:moveTo>
                <a:lnTo>
                  <a:pt x="3467100" y="0"/>
                </a:lnTo>
                <a:lnTo>
                  <a:pt x="3067050" y="4114800"/>
                </a:lnTo>
                <a:lnTo>
                  <a:pt x="0" y="4114800"/>
                </a:lnTo>
                <a:close/>
              </a:path>
            </a:pathLst>
          </a:cu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-text-006"/>
          <p:cNvSpPr txBox="1"/>
          <p:nvPr/>
        </p:nvSpPr>
        <p:spPr>
          <a:xfrm>
            <a:off x="8458200" y="1924050"/>
            <a:ext cx="1962150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评论语义给出的校正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58200" y="2324100"/>
            <a:ext cx="213360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editable-text-007"/>
          <p:cNvSpPr txBox="1"/>
          <p:nvPr/>
        </p:nvSpPr>
        <p:spPr>
          <a:xfrm>
            <a:off x="8458200" y="2705100"/>
            <a:ext cx="2447925" cy="5932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30%—40%</a:t>
            </a:r>
          </a:p>
        </p:txBody>
      </p:sp>
      <p:sp>
        <p:nvSpPr>
          <p:cNvPr id="40" name="editable-text-008"/>
          <p:cNvSpPr txBox="1"/>
          <p:nvPr/>
        </p:nvSpPr>
        <p:spPr>
          <a:xfrm>
            <a:off x="8458200" y="3295650"/>
            <a:ext cx="2190750" cy="3909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部分核心载体已有文化关键词评论，</a:t>
            </a:r>
          </a:p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说明文化体验有被感知的基础。</a:t>
            </a:r>
          </a:p>
        </p:txBody>
      </p:sp>
      <p:sp>
        <p:nvSpPr>
          <p:cNvPr id="41" name="editable-text-009"/>
          <p:cNvSpPr txBox="1"/>
          <p:nvPr/>
        </p:nvSpPr>
        <p:spPr>
          <a:xfrm>
            <a:off x="8458200" y="4210050"/>
            <a:ext cx="1238250" cy="5482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150" b="1">
                <a:rFonts latin="Arial" ea="Microsoft YaHei" cs="Microsoft YaHei"/>
                <a:solidFill>
                  <a:srgbClr val="4F7280"/>
                </a:solidFill>
                <a:latin typeface="Microsoft YaHei"/>
              </a:rPr>
              <a:t>接近 0</a:t>
            </a:r>
          </a:p>
        </p:txBody>
      </p:sp>
      <p:sp>
        <p:nvSpPr>
          <p:cNvPr id="42" name="editable-text-010"/>
          <p:cNvSpPr txBox="1"/>
          <p:nvPr/>
        </p:nvSpPr>
        <p:spPr>
          <a:xfrm>
            <a:off x="8458200" y="4762500"/>
            <a:ext cx="2190750" cy="3909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松塘村、烟桥村等沉睡样本在当前评</a:t>
            </a:r>
          </a:p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论口径下几乎没有有效评论。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82000" y="5295900"/>
            <a:ext cx="2381250" cy="266700"/>
          </a:xfrm>
          <a:prstGeom prst="roundRect">
            <a:avLst/>
          </a:prstGeom>
          <a:solidFill>
            <a:srgbClr val="F3F6F8"/>
          </a:solidFill>
          <a:ln w="9525"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-text-011"/>
          <p:cNvSpPr txBox="1"/>
          <p:nvPr/>
        </p:nvSpPr>
        <p:spPr>
          <a:xfrm>
            <a:off x="8443912" y="5362575"/>
            <a:ext cx="225742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边界：THI 测热度，不直接测文化体验深度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60960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规划转译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三类错位对应三类行动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把指标结果翻译成风景园林和文旅规划语言：补条件、补叙事、做深化。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17</a:t>
            </a:r>
          </a:p>
        </p:txBody>
      </p:sp>
      <p:sp>
        <p:nvSpPr>
          <p:cNvPr id="34" name="editable-text-006"/>
          <p:cNvSpPr txBox="1"/>
          <p:nvPr/>
        </p:nvSpPr>
        <p:spPr>
          <a:xfrm>
            <a:off x="1047750" y="1600200"/>
            <a:ext cx="914400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诊断类型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47750" y="1943100"/>
            <a:ext cx="2381250" cy="0"/>
          </a:xfrm>
          <a:prstGeom prst="line">
            <a:avLst/>
          </a:prstGeom>
          <a:ln w="28575">
            <a:solidFill>
              <a:srgbClr val="CC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ditable-text-007"/>
          <p:cNvSpPr txBox="1"/>
          <p:nvPr/>
        </p:nvSpPr>
        <p:spPr>
          <a:xfrm>
            <a:off x="4495800" y="1600200"/>
            <a:ext cx="914400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行动方向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495800" y="1943100"/>
            <a:ext cx="2381250" cy="0"/>
          </a:xfrm>
          <a:prstGeom prst="line">
            <a:avLst/>
          </a:prstGeom>
          <a:ln w="28575">
            <a:solidFill>
              <a:srgbClr val="D1D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ditable-text-008"/>
          <p:cNvSpPr txBox="1"/>
          <p:nvPr/>
        </p:nvSpPr>
        <p:spPr>
          <a:xfrm>
            <a:off x="7943850" y="1600200"/>
            <a:ext cx="914400" cy="3234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1">
                <a:rFonts latin="Arial" ea="Microsoft YaHei" cs="Microsoft YaHei"/>
                <a:solidFill>
                  <a:srgbClr val="7895A1"/>
                </a:solidFill>
                <a:latin typeface="Microsoft YaHei"/>
              </a:rPr>
              <a:t>片区落点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943850" y="1943100"/>
            <a:ext cx="2381250" cy="0"/>
          </a:xfrm>
          <a:prstGeom prst="line">
            <a:avLst/>
          </a:prstGeom>
          <a:ln w="28575">
            <a:solidFill>
              <a:srgbClr val="CF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76300" y="2400300"/>
            <a:ext cx="2343150" cy="647700"/>
          </a:xfrm>
          <a:prstGeom prst="roundRect">
            <a:avLst/>
          </a:prstGeom>
          <a:solidFill>
            <a:srgbClr val="F1F4F5"/>
          </a:solidFill>
          <a:ln w="9525">
            <a:solidFill>
              <a:srgbClr val="C1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324350" y="2400300"/>
            <a:ext cx="2343150" cy="6477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772400" y="2400300"/>
            <a:ext cx="2343150" cy="6477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2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-text-009"/>
          <p:cNvSpPr txBox="1"/>
          <p:nvPr/>
        </p:nvSpPr>
        <p:spPr>
          <a:xfrm>
            <a:off x="1581150" y="2590800"/>
            <a:ext cx="93345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4F7280"/>
                </a:solidFill>
                <a:latin typeface="Microsoft YaHei"/>
              </a:rPr>
              <a:t>沉睡潜力区</a:t>
            </a:r>
          </a:p>
        </p:txBody>
      </p:sp>
      <p:sp>
        <p:nvSpPr>
          <p:cNvPr id="44" name="editable-text-010"/>
          <p:cNvSpPr txBox="1"/>
          <p:nvPr/>
        </p:nvSpPr>
        <p:spPr>
          <a:xfrm>
            <a:off x="4510088" y="2562225"/>
            <a:ext cx="1952625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补可达、展示、停留和运营条件</a:t>
            </a:r>
          </a:p>
        </p:txBody>
      </p:sp>
      <p:sp>
        <p:nvSpPr>
          <p:cNvPr id="45" name="editable-text-011"/>
          <p:cNvSpPr txBox="1"/>
          <p:nvPr/>
        </p:nvSpPr>
        <p:spPr>
          <a:xfrm>
            <a:off x="8048625" y="2514600"/>
            <a:ext cx="1809750" cy="3909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西樵—九江—丹灶</a:t>
            </a:r>
          </a:p>
          <a:p>
            <a:pPr algn="ctr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文化潜力释放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219450" y="2724150"/>
            <a:ext cx="1104900" cy="0"/>
          </a:xfrm>
          <a:prstGeom prst="line">
            <a:avLst/>
          </a:prstGeom>
          <a:ln w="38100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4191000" y="2638425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13335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6667500" y="2724150"/>
            <a:ext cx="1104900" cy="0"/>
          </a:xfrm>
          <a:prstGeom prst="line">
            <a:avLst/>
          </a:prstGeom>
          <a:ln w="38100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7639050" y="2638425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13335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76300" y="3467100"/>
            <a:ext cx="2343150" cy="647700"/>
          </a:xfrm>
          <a:prstGeom prst="roundRect">
            <a:avLst/>
          </a:prstGeom>
          <a:solidFill>
            <a:srgbClr val="F5F7F6"/>
          </a:solidFill>
          <a:ln w="9525">
            <a:solidFill>
              <a:srgbClr val="D1D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324350" y="3467100"/>
            <a:ext cx="2343150" cy="6477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772400" y="3467100"/>
            <a:ext cx="2343150" cy="6477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2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-text-012"/>
          <p:cNvSpPr txBox="1"/>
          <p:nvPr/>
        </p:nvSpPr>
        <p:spPr>
          <a:xfrm>
            <a:off x="1581150" y="3657600"/>
            <a:ext cx="93345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空心景点区</a:t>
            </a:r>
          </a:p>
        </p:txBody>
      </p:sp>
      <p:sp>
        <p:nvSpPr>
          <p:cNvPr id="54" name="editable-text-013"/>
          <p:cNvSpPr txBox="1"/>
          <p:nvPr/>
        </p:nvSpPr>
        <p:spPr>
          <a:xfrm>
            <a:off x="4510088" y="3629025"/>
            <a:ext cx="1952625" cy="3909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补地方叙事、非遗活动和解说系</a:t>
            </a:r>
          </a:p>
          <a:p>
            <a:pPr algn="ctr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统</a:t>
            </a:r>
          </a:p>
        </p:txBody>
      </p:sp>
      <p:sp>
        <p:nvSpPr>
          <p:cNvPr id="55" name="editable-text-014"/>
          <p:cNvSpPr txBox="1"/>
          <p:nvPr/>
        </p:nvSpPr>
        <p:spPr>
          <a:xfrm>
            <a:off x="8048625" y="3581400"/>
            <a:ext cx="1809750" cy="3909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桂城—大沥—狮山</a:t>
            </a:r>
          </a:p>
          <a:p>
            <a:pPr algn="ctr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旅游空间补文化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219450" y="3790950"/>
            <a:ext cx="1104900" cy="0"/>
          </a:xfrm>
          <a:prstGeom prst="line">
            <a:avLst/>
          </a:prstGeom>
          <a:ln w="38100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4191000" y="3705225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13335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6667500" y="3790950"/>
            <a:ext cx="1104900" cy="0"/>
          </a:xfrm>
          <a:prstGeom prst="line">
            <a:avLst/>
          </a:prstGeom>
          <a:ln w="38100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7639050" y="3705225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13335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76300" y="4533900"/>
            <a:ext cx="2343150" cy="647700"/>
          </a:xfrm>
          <a:prstGeom prst="roundRect">
            <a:avLst/>
          </a:prstGeom>
          <a:solidFill>
            <a:srgbClr val="F4F7F8"/>
          </a:solidFill>
          <a:ln w="9525">
            <a:solidFill>
              <a:srgbClr val="CC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324350" y="4533900"/>
            <a:ext cx="2343150" cy="6477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6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772400" y="4533900"/>
            <a:ext cx="2343150" cy="64770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2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-text-015"/>
          <p:cNvSpPr txBox="1"/>
          <p:nvPr/>
        </p:nvSpPr>
        <p:spPr>
          <a:xfrm>
            <a:off x="1581150" y="4724400"/>
            <a:ext cx="93345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核心耦合区</a:t>
            </a:r>
          </a:p>
        </p:txBody>
      </p:sp>
      <p:sp>
        <p:nvSpPr>
          <p:cNvPr id="64" name="editable-text-016"/>
          <p:cNvSpPr txBox="1"/>
          <p:nvPr/>
        </p:nvSpPr>
        <p:spPr>
          <a:xfrm>
            <a:off x="4510088" y="4695825"/>
            <a:ext cx="1952625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做线路节点和深度体验节点</a:t>
            </a:r>
          </a:p>
        </p:txBody>
      </p:sp>
      <p:sp>
        <p:nvSpPr>
          <p:cNvPr id="65" name="editable-text-017"/>
          <p:cNvSpPr txBox="1"/>
          <p:nvPr/>
        </p:nvSpPr>
        <p:spPr>
          <a:xfrm>
            <a:off x="8048625" y="4648200"/>
            <a:ext cx="1809750" cy="3909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串联示范节点</a:t>
            </a:r>
          </a:p>
          <a:p>
            <a:pPr algn="ctr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形成可讲游线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219450" y="4857750"/>
            <a:ext cx="1104900" cy="0"/>
          </a:xfrm>
          <a:prstGeom prst="line">
            <a:avLst/>
          </a:prstGeom>
          <a:ln w="38100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4191000" y="4772025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13335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6667500" y="4857750"/>
            <a:ext cx="1104900" cy="0"/>
          </a:xfrm>
          <a:prstGeom prst="line">
            <a:avLst/>
          </a:prstGeom>
          <a:ln w="38100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7639050" y="4772025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133350" y="85725"/>
                </a:moveTo>
                <a:lnTo>
                  <a:pt x="0" y="0"/>
                </a:lnTo>
                <a:lnTo>
                  <a:pt x="0" y="171450"/>
                </a:lnTo>
                <a:close/>
              </a:path>
            </a:pathLst>
          </a:custGeom>
          <a:solidFill>
            <a:srgbClr val="CB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466850" y="5676900"/>
            <a:ext cx="9258300" cy="361950"/>
          </a:xfrm>
          <a:prstGeom prst="roundRect">
            <a:avLst/>
          </a:prstGeom>
          <a:solidFill>
            <a:srgbClr val="EAF2F5"/>
          </a:solidFill>
          <a:ln w="9525">
            <a:solidFill>
              <a:srgbClr val="D7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-text-018"/>
          <p:cNvSpPr txBox="1"/>
          <p:nvPr/>
        </p:nvSpPr>
        <p:spPr>
          <a:xfrm>
            <a:off x="3224212" y="5772150"/>
            <a:ext cx="5743575" cy="267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75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研究产出不是一个排名表，而是一套可复核、可更新、可转译的潜力识别流程。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6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2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06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668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52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28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3810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4572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334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9525">
            <a:solidFill>
              <a:srgbClr val="E8E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raster-logo-tsinghua" descr="tsinghu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323850"/>
            <a:ext cx="1619250" cy="643798"/>
          </a:xfrm>
          <a:prstGeom prst="rect">
            <a:avLst/>
          </a:prstGeom>
        </p:spPr>
      </p:pic>
      <p:sp>
        <p:nvSpPr>
          <p:cNvPr id="28" name="editable-text-001"/>
          <p:cNvSpPr txBox="1"/>
          <p:nvPr/>
        </p:nvSpPr>
        <p:spPr>
          <a:xfrm>
            <a:off x="552450" y="323850"/>
            <a:ext cx="1143000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创新、边界与结论</a:t>
            </a:r>
          </a:p>
        </p:txBody>
      </p:sp>
      <p:sp>
        <p:nvSpPr>
          <p:cNvPr id="29" name="editable-text-002"/>
          <p:cNvSpPr txBox="1"/>
          <p:nvPr/>
        </p:nvSpPr>
        <p:spPr>
          <a:xfrm>
            <a:off x="552450" y="600075"/>
            <a:ext cx="7239000" cy="4021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175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让文化资源、空间载体和游客体验真正衔接</a:t>
            </a:r>
          </a:p>
        </p:txBody>
      </p:sp>
      <p:sp>
        <p:nvSpPr>
          <p:cNvPr id="30" name="editable-text-003"/>
          <p:cNvSpPr txBox="1"/>
          <p:nvPr/>
        </p:nvSpPr>
        <p:spPr>
          <a:xfrm>
            <a:off x="571500" y="1076325"/>
            <a:ext cx="7810500" cy="24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研究结论指向潜力和错位识别，而不是对融合成熟度的最终评价。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2450" y="6305550"/>
            <a:ext cx="10382250" cy="0"/>
          </a:xfrm>
          <a:prstGeom prst="line">
            <a:avLst/>
          </a:prstGeom>
          <a:ln w="9525">
            <a:solidFill>
              <a:srgbClr val="CB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ditable-text-004"/>
          <p:cNvSpPr txBox="1"/>
          <p:nvPr/>
        </p:nvSpPr>
        <p:spPr>
          <a:xfrm>
            <a:off x="552450" y="6438900"/>
            <a:ext cx="914400" cy="199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2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33" name="editable-text-005"/>
          <p:cNvSpPr txBox="1"/>
          <p:nvPr/>
        </p:nvSpPr>
        <p:spPr>
          <a:xfrm>
            <a:off x="10563225" y="6438900"/>
            <a:ext cx="219075" cy="2110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rFonts latin="Arial" ea="Microsoft YaHei" cs="Microsoft YaHei"/>
                <a:solidFill>
                  <a:srgbClr val="5A0A6A"/>
                </a:solidFill>
                <a:latin typeface="Microsoft YaHei"/>
              </a:rPr>
              <a:t>18</a:t>
            </a:r>
          </a:p>
        </p:txBody>
      </p:sp>
      <p:sp>
        <p:nvSpPr>
          <p:cNvPr id="34" name="Freeform 33"/>
          <p:cNvSpPr/>
          <p:nvPr/>
        </p:nvSpPr>
        <p:spPr>
          <a:xfrm>
            <a:off x="590550" y="1504950"/>
            <a:ext cx="5162550" cy="3505200"/>
          </a:xfrm>
          <a:custGeom>
            <a:avLst/>
            <a:gdLst/>
            <a:ahLst/>
            <a:cxnLst/>
            <a:rect l="l" t="t" r="r" b="b"/>
            <a:pathLst>
              <a:path w="5162550" h="3505200">
                <a:moveTo>
                  <a:pt x="0" y="0"/>
                </a:moveTo>
                <a:lnTo>
                  <a:pt x="5162550" y="0"/>
                </a:lnTo>
                <a:lnTo>
                  <a:pt x="4629150" y="3505200"/>
                </a:lnTo>
                <a:lnTo>
                  <a:pt x="0" y="3505200"/>
                </a:lnTo>
                <a:close/>
              </a:path>
            </a:pathLst>
          </a:cu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905500" y="1504950"/>
            <a:ext cx="5695950" cy="3505200"/>
          </a:xfrm>
          <a:custGeom>
            <a:avLst/>
            <a:gdLst/>
            <a:ahLst/>
            <a:cxnLst/>
            <a:rect l="l" t="t" r="r" b="b"/>
            <a:pathLst>
              <a:path w="5695950" h="3505200">
                <a:moveTo>
                  <a:pt x="533400" y="0"/>
                </a:moveTo>
                <a:lnTo>
                  <a:pt x="5695950" y="0"/>
                </a:lnTo>
                <a:lnTo>
                  <a:pt x="5695950" y="3505200"/>
                </a:lnTo>
                <a:lnTo>
                  <a:pt x="0" y="3505200"/>
                </a:lnTo>
                <a:close/>
              </a:path>
            </a:pathLst>
          </a:custGeom>
          <a:solidFill>
            <a:srgbClr val="EFF6F8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-text-006"/>
          <p:cNvSpPr txBox="1"/>
          <p:nvPr/>
        </p:nvSpPr>
        <p:spPr>
          <a:xfrm>
            <a:off x="990600" y="1885950"/>
            <a:ext cx="1066800" cy="3684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三项创新</a:t>
            </a:r>
          </a:p>
        </p:txBody>
      </p:sp>
      <p:sp>
        <p:nvSpPr>
          <p:cNvPr id="37" name="Oval 36"/>
          <p:cNvSpPr/>
          <p:nvPr/>
        </p:nvSpPr>
        <p:spPr>
          <a:xfrm>
            <a:off x="1009650" y="2457450"/>
            <a:ext cx="342900" cy="342900"/>
          </a:xfrm>
          <a:prstGeom prst="ellipse">
            <a:avLst/>
          </a:prstGeom>
          <a:solidFill>
            <a:srgbClr val="EDF3EF"/>
          </a:solidFill>
          <a:ln w="9525">
            <a:solidFill>
              <a:srgbClr val="7C9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-text-007"/>
          <p:cNvSpPr txBox="1"/>
          <p:nvPr/>
        </p:nvSpPr>
        <p:spPr>
          <a:xfrm>
            <a:off x="1100138" y="2524125"/>
            <a:ext cx="161925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1</a:t>
            </a:r>
          </a:p>
        </p:txBody>
      </p:sp>
      <p:sp>
        <p:nvSpPr>
          <p:cNvPr id="39" name="editable-text-008"/>
          <p:cNvSpPr txBox="1"/>
          <p:nvPr/>
        </p:nvSpPr>
        <p:spPr>
          <a:xfrm>
            <a:off x="1562100" y="2438400"/>
            <a:ext cx="76200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对象下沉</a:t>
            </a:r>
          </a:p>
        </p:txBody>
      </p:sp>
      <p:sp>
        <p:nvSpPr>
          <p:cNvPr id="40" name="editable-text-009"/>
          <p:cNvSpPr txBox="1"/>
          <p:nvPr/>
        </p:nvSpPr>
        <p:spPr>
          <a:xfrm>
            <a:off x="1562100" y="2743200"/>
            <a:ext cx="3143250" cy="2223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从区县总体评价下沉到 165 条景点级文旅载体。</a:t>
            </a:r>
          </a:p>
        </p:txBody>
      </p:sp>
      <p:sp>
        <p:nvSpPr>
          <p:cNvPr id="41" name="Oval 40"/>
          <p:cNvSpPr/>
          <p:nvPr/>
        </p:nvSpPr>
        <p:spPr>
          <a:xfrm>
            <a:off x="1009650" y="3162300"/>
            <a:ext cx="342900" cy="342900"/>
          </a:xfrm>
          <a:prstGeom prst="ellipse">
            <a:avLst/>
          </a:prstGeom>
          <a:solidFill>
            <a:srgbClr val="EDF3EF"/>
          </a:solidFill>
          <a:ln w="9525">
            <a:solidFill>
              <a:srgbClr val="7C9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-text-010"/>
          <p:cNvSpPr txBox="1"/>
          <p:nvPr/>
        </p:nvSpPr>
        <p:spPr>
          <a:xfrm>
            <a:off x="1100138" y="3228975"/>
            <a:ext cx="161925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2</a:t>
            </a:r>
          </a:p>
        </p:txBody>
      </p:sp>
      <p:sp>
        <p:nvSpPr>
          <p:cNvPr id="43" name="editable-text-011"/>
          <p:cNvSpPr txBox="1"/>
          <p:nvPr/>
        </p:nvSpPr>
        <p:spPr>
          <a:xfrm>
            <a:off x="1562100" y="3143250"/>
            <a:ext cx="76200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方法衔接</a:t>
            </a:r>
          </a:p>
        </p:txBody>
      </p:sp>
      <p:sp>
        <p:nvSpPr>
          <p:cNvPr id="44" name="editable-text-012"/>
          <p:cNvSpPr txBox="1"/>
          <p:nvPr/>
        </p:nvSpPr>
        <p:spPr>
          <a:xfrm>
            <a:off x="1562100" y="3448050"/>
            <a:ext cx="3143250" cy="2223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典籍知识图谱、POI/评论和官方名录进入同一诊断框架。</a:t>
            </a:r>
          </a:p>
        </p:txBody>
      </p:sp>
      <p:sp>
        <p:nvSpPr>
          <p:cNvPr id="45" name="Oval 44"/>
          <p:cNvSpPr/>
          <p:nvPr/>
        </p:nvSpPr>
        <p:spPr>
          <a:xfrm>
            <a:off x="1009650" y="3867150"/>
            <a:ext cx="342900" cy="342900"/>
          </a:xfrm>
          <a:prstGeom prst="ellipse">
            <a:avLst/>
          </a:prstGeom>
          <a:solidFill>
            <a:srgbClr val="EDF3EF"/>
          </a:solidFill>
          <a:ln w="9525">
            <a:solidFill>
              <a:srgbClr val="7C9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-text-013"/>
          <p:cNvSpPr txBox="1"/>
          <p:nvPr/>
        </p:nvSpPr>
        <p:spPr>
          <a:xfrm>
            <a:off x="1100138" y="3933825"/>
            <a:ext cx="161925" cy="2335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rFonts latin="Arial" ea="Microsoft YaHei" cs="Microsoft YaHei"/>
                <a:solidFill>
                  <a:srgbClr val="7C9A88"/>
                </a:solidFill>
                <a:latin typeface="Microsoft YaHei"/>
              </a:rPr>
              <a:t>3</a:t>
            </a:r>
          </a:p>
        </p:txBody>
      </p:sp>
      <p:sp>
        <p:nvSpPr>
          <p:cNvPr id="47" name="editable-text-014"/>
          <p:cNvSpPr txBox="1"/>
          <p:nvPr/>
        </p:nvSpPr>
        <p:spPr>
          <a:xfrm>
            <a:off x="1562100" y="3848100"/>
            <a:ext cx="76200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规划转译</a:t>
            </a:r>
          </a:p>
        </p:txBody>
      </p:sp>
      <p:sp>
        <p:nvSpPr>
          <p:cNvPr id="48" name="editable-text-015"/>
          <p:cNvSpPr txBox="1"/>
          <p:nvPr/>
        </p:nvSpPr>
        <p:spPr>
          <a:xfrm>
            <a:off x="1562100" y="4152900"/>
            <a:ext cx="3143250" cy="2223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错位类型直接对应补条件、补叙事和做深化三类行动。</a:t>
            </a:r>
          </a:p>
        </p:txBody>
      </p:sp>
      <p:sp>
        <p:nvSpPr>
          <p:cNvPr id="49" name="editable-text-016"/>
          <p:cNvSpPr txBox="1"/>
          <p:nvPr/>
        </p:nvSpPr>
        <p:spPr>
          <a:xfrm>
            <a:off x="6877050" y="1885950"/>
            <a:ext cx="1066800" cy="3684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三项边界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96100" y="2628900"/>
            <a:ext cx="361950" cy="0"/>
          </a:xfrm>
          <a:prstGeom prst="line">
            <a:avLst/>
          </a:prstGeom>
          <a:ln w="38100">
            <a:solidFill>
              <a:srgbClr val="4F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ditable-text-017"/>
          <p:cNvSpPr txBox="1"/>
          <p:nvPr/>
        </p:nvSpPr>
        <p:spPr>
          <a:xfrm>
            <a:off x="7486650" y="2438400"/>
            <a:ext cx="76200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数据口径</a:t>
            </a:r>
          </a:p>
        </p:txBody>
      </p:sp>
      <p:sp>
        <p:nvSpPr>
          <p:cNvPr id="52" name="editable-text-018"/>
          <p:cNvSpPr txBox="1"/>
          <p:nvPr/>
        </p:nvSpPr>
        <p:spPr>
          <a:xfrm>
            <a:off x="7486650" y="2743200"/>
            <a:ext cx="3143250" cy="2223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评论、餐饮、节庆活动等仍可能低估部分地方活力。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896100" y="3333750"/>
            <a:ext cx="361950" cy="0"/>
          </a:xfrm>
          <a:prstGeom prst="line">
            <a:avLst/>
          </a:prstGeom>
          <a:ln w="38100">
            <a:solidFill>
              <a:srgbClr val="7C9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editable-text-019"/>
          <p:cNvSpPr txBox="1"/>
          <p:nvPr/>
        </p:nvSpPr>
        <p:spPr>
          <a:xfrm>
            <a:off x="7486650" y="3143250"/>
            <a:ext cx="76200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权重设定</a:t>
            </a:r>
          </a:p>
        </p:txBody>
      </p:sp>
      <p:sp>
        <p:nvSpPr>
          <p:cNvPr id="55" name="editable-text-020"/>
          <p:cNvSpPr txBox="1"/>
          <p:nvPr/>
        </p:nvSpPr>
        <p:spPr>
          <a:xfrm>
            <a:off x="7486650" y="3448050"/>
            <a:ext cx="3143250" cy="2223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指数是诊断工具，不替代实地综合价值判断。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896100" y="4038600"/>
            <a:ext cx="361950" cy="0"/>
          </a:xfrm>
          <a:prstGeom prst="line">
            <a:avLst/>
          </a:prstGeom>
          <a:ln w="38100">
            <a:solidFill>
              <a:srgbClr val="7C9A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editable-text-021"/>
          <p:cNvSpPr txBox="1"/>
          <p:nvPr/>
        </p:nvSpPr>
        <p:spPr>
          <a:xfrm>
            <a:off x="7486650" y="3848100"/>
            <a:ext cx="76200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2B2F33"/>
                </a:solidFill>
                <a:latin typeface="Microsoft YaHei"/>
              </a:rPr>
              <a:t>语义深度</a:t>
            </a:r>
          </a:p>
        </p:txBody>
      </p:sp>
      <p:sp>
        <p:nvSpPr>
          <p:cNvPr id="58" name="editable-text-022"/>
          <p:cNvSpPr txBox="1"/>
          <p:nvPr/>
        </p:nvSpPr>
        <p:spPr>
          <a:xfrm>
            <a:off x="7486650" y="4152900"/>
            <a:ext cx="3143250" cy="2223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75" b="0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THI 测热度，文化体验深度需要更细的评论与访谈复核。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600200" y="5334000"/>
            <a:ext cx="8991600" cy="62865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CB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-text-023"/>
          <p:cNvSpPr txBox="1"/>
          <p:nvPr/>
        </p:nvSpPr>
        <p:spPr>
          <a:xfrm>
            <a:off x="2190750" y="5467350"/>
            <a:ext cx="7810500" cy="5033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25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结论：南海的重点不是再证明“有文化”，而是识别文化记忆、空间载体和游客体验在哪里接上，</a:t>
            </a:r>
          </a:p>
          <a:p>
            <a:pPr algn="ctr">
              <a:lnSpc>
                <a:spcPct val="118000"/>
              </a:lnSpc>
            </a:pPr>
            <a:r>
              <a:rPr sz="1425" b="1">
                <a:rFonts latin="Arial" ea="Microsoft YaHei" cs="Microsoft YaHei"/>
                <a:solidFill>
                  <a:srgbClr val="6F9AAA"/>
                </a:solidFill>
                <a:latin typeface="Microsoft YaHei"/>
              </a:rPr>
              <a:t>在哪里脱节。</a:t>
            </a:r>
          </a:p>
        </p:txBody>
      </p:sp>
      <p:sp>
        <p:nvSpPr>
          <p:cNvPr id="61" name="editable-text-024"/>
          <p:cNvSpPr txBox="1"/>
          <p:nvPr/>
        </p:nvSpPr>
        <p:spPr>
          <a:xfrm>
            <a:off x="4772025" y="6115050"/>
            <a:ext cx="2647950" cy="278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rFonts latin="Arial" ea="Microsoft YaHei" cs="Microsoft YaHei"/>
                <a:solidFill>
                  <a:srgbClr val="6F777C"/>
                </a:solidFill>
                <a:latin typeface="Microsoft YaHei"/>
              </a:rPr>
              <a:t>感谢各位老师指导，欢迎批评指正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