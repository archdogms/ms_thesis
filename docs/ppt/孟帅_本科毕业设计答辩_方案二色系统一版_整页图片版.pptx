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acca78d4184818" /><Relationship Type="http://schemas.openxmlformats.org/officeDocument/2006/relationships/extended-properties" Target="/docProps/app.xml" Id="Rc4a03a37b87b4be3" /><Relationship Type="http://schemas.openxmlformats.org/officeDocument/2006/relationships/officeDocument" Target="/ppt/presentation.xml" Id="R0b94fd00c5db46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3764c81944f94"/>
  </p:sldMasterIdLst>
  <p:notesMasterIdLst>
    <p:notesMasterId xmlns:r="http://schemas.openxmlformats.org/officeDocument/2006/relationships" r:id="R83334ca7723d4117"/>
  </p:notesMasterIdLst>
  <p:sldIdLst>
    <p:sldId xmlns:r="http://schemas.openxmlformats.org/officeDocument/2006/relationships" id="256" r:id="R2fd0c12cf4204b00"/>
    <p:sldId xmlns:r="http://schemas.openxmlformats.org/officeDocument/2006/relationships" id="257" r:id="R465b66f35bf74317"/>
    <p:sldId xmlns:r="http://schemas.openxmlformats.org/officeDocument/2006/relationships" id="258" r:id="R3a26f46cf6f04382"/>
    <p:sldId xmlns:r="http://schemas.openxmlformats.org/officeDocument/2006/relationships" id="259" r:id="R1e133f0b163b4145"/>
    <p:sldId xmlns:r="http://schemas.openxmlformats.org/officeDocument/2006/relationships" id="260" r:id="Rc769ad13789b420e"/>
    <p:sldId xmlns:r="http://schemas.openxmlformats.org/officeDocument/2006/relationships" id="261" r:id="Rc47f9a66db924ec5"/>
    <p:sldId xmlns:r="http://schemas.openxmlformats.org/officeDocument/2006/relationships" id="262" r:id="R5d5ebf51e39a4dba"/>
    <p:sldId xmlns:r="http://schemas.openxmlformats.org/officeDocument/2006/relationships" id="263" r:id="Rfae8b45542df4fab"/>
    <p:sldId xmlns:r="http://schemas.openxmlformats.org/officeDocument/2006/relationships" id="264" r:id="R298f6326569b4148"/>
    <p:sldId xmlns:r="http://schemas.openxmlformats.org/officeDocument/2006/relationships" id="265" r:id="R6512bb83245f4181"/>
    <p:sldId xmlns:r="http://schemas.openxmlformats.org/officeDocument/2006/relationships" id="266" r:id="R3d8cfe74bd784f18"/>
    <p:sldId xmlns:r="http://schemas.openxmlformats.org/officeDocument/2006/relationships" id="267" r:id="R4d2466a962974497"/>
    <p:sldId xmlns:r="http://schemas.openxmlformats.org/officeDocument/2006/relationships" id="268" r:id="R30d22c5fae7f4916"/>
    <p:sldId xmlns:r="http://schemas.openxmlformats.org/officeDocument/2006/relationships" id="269" r:id="R905dc6fc8bdd4ada"/>
    <p:sldId xmlns:r="http://schemas.openxmlformats.org/officeDocument/2006/relationships" id="270" r:id="R3dc7cc43ce7b4432"/>
    <p:sldId xmlns:r="http://schemas.openxmlformats.org/officeDocument/2006/relationships" id="271" r:id="R9b27cd9afa8241aa"/>
    <p:sldId xmlns:r="http://schemas.openxmlformats.org/officeDocument/2006/relationships" id="272" r:id="R64a6cd3dbf104880"/>
    <p:sldId xmlns:r="http://schemas.openxmlformats.org/officeDocument/2006/relationships" id="273" r:id="Ra0cd13eb2d3d43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3764c81944f94" /><Relationship Type="http://schemas.openxmlformats.org/officeDocument/2006/relationships/theme" Target="/ppt/theme/theme1.xml" Id="R4489f1651ff64967" /><Relationship Type="http://schemas.openxmlformats.org/officeDocument/2006/relationships/notesMaster" Target="/ppt/notesMasters/notesMaster1.xml" Id="R83334ca7723d4117" /><Relationship Type="http://schemas.openxmlformats.org/officeDocument/2006/relationships/presProps" Target="/ppt/presProps.xml" Id="R2eddaa8ea1254e8e" /><Relationship Type="http://schemas.openxmlformats.org/officeDocument/2006/relationships/viewProps" Target="/ppt/viewProps.xml" Id="R244b870f0ba34a43" /><Relationship Type="http://schemas.openxmlformats.org/officeDocument/2006/relationships/tableStyles" Target="/ppt/tableStyles.xml" Id="Rf3a29dfe80ff479c" /><Relationship Type="http://schemas.openxmlformats.org/officeDocument/2006/relationships/slide" Target="/ppt/slides/slide1.xml" Id="R2fd0c12cf4204b00" /><Relationship Type="http://schemas.openxmlformats.org/officeDocument/2006/relationships/slide" Target="/ppt/slides/slide2.xml" Id="R465b66f35bf74317" /><Relationship Type="http://schemas.openxmlformats.org/officeDocument/2006/relationships/slide" Target="/ppt/slides/slide3.xml" Id="R3a26f46cf6f04382" /><Relationship Type="http://schemas.openxmlformats.org/officeDocument/2006/relationships/slide" Target="/ppt/slides/slide4.xml" Id="R1e133f0b163b4145" /><Relationship Type="http://schemas.openxmlformats.org/officeDocument/2006/relationships/slide" Target="/ppt/slides/slide5.xml" Id="Rc769ad13789b420e" /><Relationship Type="http://schemas.openxmlformats.org/officeDocument/2006/relationships/slide" Target="/ppt/slides/slide6.xml" Id="Rc47f9a66db924ec5" /><Relationship Type="http://schemas.openxmlformats.org/officeDocument/2006/relationships/slide" Target="/ppt/slides/slide7.xml" Id="R5d5ebf51e39a4dba" /><Relationship Type="http://schemas.openxmlformats.org/officeDocument/2006/relationships/slide" Target="/ppt/slides/slide8.xml" Id="Rfae8b45542df4fab" /><Relationship Type="http://schemas.openxmlformats.org/officeDocument/2006/relationships/slide" Target="/ppt/slides/slide9.xml" Id="R298f6326569b4148" /><Relationship Type="http://schemas.openxmlformats.org/officeDocument/2006/relationships/slide" Target="/ppt/slides/slide10.xml" Id="R6512bb83245f4181" /><Relationship Type="http://schemas.openxmlformats.org/officeDocument/2006/relationships/slide" Target="/ppt/slides/slide11.xml" Id="R3d8cfe74bd784f18" /><Relationship Type="http://schemas.openxmlformats.org/officeDocument/2006/relationships/slide" Target="/ppt/slides/slide12.xml" Id="R4d2466a962974497" /><Relationship Type="http://schemas.openxmlformats.org/officeDocument/2006/relationships/slide" Target="/ppt/slides/slide13.xml" Id="R30d22c5fae7f4916" /><Relationship Type="http://schemas.openxmlformats.org/officeDocument/2006/relationships/slide" Target="/ppt/slides/slide14.xml" Id="R905dc6fc8bdd4ada" /><Relationship Type="http://schemas.openxmlformats.org/officeDocument/2006/relationships/slide" Target="/ppt/slides/slide15.xml" Id="R3dc7cc43ce7b4432" /><Relationship Type="http://schemas.openxmlformats.org/officeDocument/2006/relationships/slide" Target="/ppt/slides/slide16.xml" Id="R9b27cd9afa8241aa" /><Relationship Type="http://schemas.openxmlformats.org/officeDocument/2006/relationships/slide" Target="/ppt/slides/slide17.xml" Id="R64a6cd3dbf104880" /><Relationship Type="http://schemas.openxmlformats.org/officeDocument/2006/relationships/slide" Target="/ppt/slides/slide18.xml" Id="Ra0cd13eb2d3d43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a777f4f220e4e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37b142e85446ee" /><Relationship Type="http://schemas.openxmlformats.org/officeDocument/2006/relationships/notesMaster" Target="/ppt/notesMasters/notesMaster1.xml" Id="Re555c2e3158d4b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cda6d8e7b74904" /><Relationship Type="http://schemas.openxmlformats.org/officeDocument/2006/relationships/notesMaster" Target="/ppt/notesMasters/notesMaster1.xml" Id="Rfb66715aa19d43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065811e1f44e34" /><Relationship Type="http://schemas.openxmlformats.org/officeDocument/2006/relationships/notesMaster" Target="/ppt/notesMasters/notesMaster1.xml" Id="R8186fb6025a442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27d6c18ea84b8a" /><Relationship Type="http://schemas.openxmlformats.org/officeDocument/2006/relationships/notesMaster" Target="/ppt/notesMasters/notesMaster1.xml" Id="R897d13b9740f4e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770c0787f6450f" /><Relationship Type="http://schemas.openxmlformats.org/officeDocument/2006/relationships/notesMaster" Target="/ppt/notesMasters/notesMaster1.xml" Id="Re06fc7ac1d9542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de26c37bb24578" /><Relationship Type="http://schemas.openxmlformats.org/officeDocument/2006/relationships/notesMaster" Target="/ppt/notesMasters/notesMaster1.xml" Id="R1013bf1a14e441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2fc73eb1fd40c3" /><Relationship Type="http://schemas.openxmlformats.org/officeDocument/2006/relationships/notesMaster" Target="/ppt/notesMasters/notesMaster1.xml" Id="R83aaaf3c97a844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dabfc9401e48fa" /><Relationship Type="http://schemas.openxmlformats.org/officeDocument/2006/relationships/notesMaster" Target="/ppt/notesMasters/notesMaster1.xml" Id="R7c430f7f65ec48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3e71843bef47e1" /><Relationship Type="http://schemas.openxmlformats.org/officeDocument/2006/relationships/notesMaster" Target="/ppt/notesMasters/notesMaster1.xml" Id="R4ef582c7271c4b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38fcd51f18448c" /><Relationship Type="http://schemas.openxmlformats.org/officeDocument/2006/relationships/notesMaster" Target="/ppt/notesMasters/notesMaster1.xml" Id="R2a91e337296e4f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b4abf4495d4611" /><Relationship Type="http://schemas.openxmlformats.org/officeDocument/2006/relationships/notesMaster" Target="/ppt/notesMasters/notesMaster1.xml" Id="R2068fcd2deac4b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6230b5ce0d4848" /><Relationship Type="http://schemas.openxmlformats.org/officeDocument/2006/relationships/notesMaster" Target="/ppt/notesMasters/notesMaster1.xml" Id="R56e22d3e6c0840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8a58491dff42c7" /><Relationship Type="http://schemas.openxmlformats.org/officeDocument/2006/relationships/notesMaster" Target="/ppt/notesMasters/notesMaster1.xml" Id="R467c54a0b7a340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38b808048e49c6" /><Relationship Type="http://schemas.openxmlformats.org/officeDocument/2006/relationships/notesMaster" Target="/ppt/notesMasters/notesMaster1.xml" Id="R4152d51b01d640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040dd941504028" /><Relationship Type="http://schemas.openxmlformats.org/officeDocument/2006/relationships/notesMaster" Target="/ppt/notesMasters/notesMaster1.xml" Id="Rc75fd6b8cfe04a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cdf4b6765d406d" /><Relationship Type="http://schemas.openxmlformats.org/officeDocument/2006/relationships/notesMaster" Target="/ppt/notesMasters/notesMaster1.xml" Id="R20c525f4d2a345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05efa1c8e44fd1" /><Relationship Type="http://schemas.openxmlformats.org/officeDocument/2006/relationships/notesMaster" Target="/ppt/notesMasters/notesMaster1.xml" Id="Rb11241aa369b48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3390cd4bc84144" /><Relationship Type="http://schemas.openxmlformats.org/officeDocument/2006/relationships/notesMaster" Target="/ppt/notesMasters/notesMaster1.xml" Id="R45499b336c2c4d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105add2a0472c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06918365ed4c9c" /><Relationship Type="http://schemas.openxmlformats.org/officeDocument/2006/relationships/slideLayout" Target="/ppt/slideLayouts/slideLayout2.xml" Id="R262f25d7cf964c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2f25d7cf964c65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32c3a0b71d45bf" /><Relationship Type="http://schemas.openxmlformats.org/officeDocument/2006/relationships/image" Target="/ppt/media/image.png" Id="R51c9b590c69c4c00" /><Relationship Type="http://schemas.openxmlformats.org/officeDocument/2006/relationships/notesSlide" Target="/ppt/notesSlides/notesSlide1.xml" Id="R02274565aa5c41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d9ed6a92644218" /><Relationship Type="http://schemas.openxmlformats.org/officeDocument/2006/relationships/image" Target="/ppt/media/image2.png" Id="Ref910bd2b15048f2" /><Relationship Type="http://schemas.openxmlformats.org/officeDocument/2006/relationships/notesSlide" Target="/ppt/notesSlides/notesSlide2.xml" Id="Rff55932282b348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1ea4d4a74e46f9" /><Relationship Type="http://schemas.openxmlformats.org/officeDocument/2006/relationships/image" Target="/ppt/media/image3.png" Id="R68b4d5fa33e34e0a" /><Relationship Type="http://schemas.openxmlformats.org/officeDocument/2006/relationships/notesSlide" Target="/ppt/notesSlides/notesSlide3.xml" Id="Rf8166954a50d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b06f9a99cd4eeb" /><Relationship Type="http://schemas.openxmlformats.org/officeDocument/2006/relationships/image" Target="/ppt/media/image4.png" Id="R9fe363bf828845e6" /><Relationship Type="http://schemas.openxmlformats.org/officeDocument/2006/relationships/notesSlide" Target="/ppt/notesSlides/notesSlide4.xml" Id="Redc9c4e1cfd7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057bcc9b9342da" /><Relationship Type="http://schemas.openxmlformats.org/officeDocument/2006/relationships/image" Target="/ppt/media/image5.png" Id="R1adb8b35d4f84f94" /><Relationship Type="http://schemas.openxmlformats.org/officeDocument/2006/relationships/notesSlide" Target="/ppt/notesSlides/notesSlide5.xml" Id="R5f23a832944842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a4c4a190944834" /><Relationship Type="http://schemas.openxmlformats.org/officeDocument/2006/relationships/image" Target="/ppt/media/image6.png" Id="R95c3a0e54da24713" /><Relationship Type="http://schemas.openxmlformats.org/officeDocument/2006/relationships/notesSlide" Target="/ppt/notesSlides/notesSlide6.xml" Id="Rf2fa2f06aa9f4d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904c1fb055497c" /><Relationship Type="http://schemas.openxmlformats.org/officeDocument/2006/relationships/image" Target="/ppt/media/image7.png" Id="R013fe40b1c4042bb" /><Relationship Type="http://schemas.openxmlformats.org/officeDocument/2006/relationships/notesSlide" Target="/ppt/notesSlides/notesSlide7.xml" Id="R5e3d9755401a4d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0d31076ab04e4c" /><Relationship Type="http://schemas.openxmlformats.org/officeDocument/2006/relationships/image" Target="/ppt/media/image8.png" Id="R92abbc88ddd8458d" /><Relationship Type="http://schemas.openxmlformats.org/officeDocument/2006/relationships/notesSlide" Target="/ppt/notesSlides/notesSlide8.xml" Id="Rfd5f45dbf39c43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60c536dc04ab7" /><Relationship Type="http://schemas.openxmlformats.org/officeDocument/2006/relationships/image" Target="/ppt/media/image9.png" Id="Rc4050c944db441b5" /><Relationship Type="http://schemas.openxmlformats.org/officeDocument/2006/relationships/notesSlide" Target="/ppt/notesSlides/notesSlide9.xml" Id="R30d655efa12e4a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1028672f3c457d" /><Relationship Type="http://schemas.openxmlformats.org/officeDocument/2006/relationships/image" Target="/ppt/media/image10.png" Id="Rf0458abb021d410d" /><Relationship Type="http://schemas.openxmlformats.org/officeDocument/2006/relationships/notesSlide" Target="/ppt/notesSlides/notesSlide10.xml" Id="R0709fa39b51349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2380ef0134494" /><Relationship Type="http://schemas.openxmlformats.org/officeDocument/2006/relationships/image" Target="/ppt/media/image11.png" Id="R0ce7439f24384ea0" /><Relationship Type="http://schemas.openxmlformats.org/officeDocument/2006/relationships/notesSlide" Target="/ppt/notesSlides/notesSlide11.xml" Id="Rb308734716284a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68bfbc96614be2" /><Relationship Type="http://schemas.openxmlformats.org/officeDocument/2006/relationships/image" Target="/ppt/media/image12.png" Id="R84d4e3b45bba4054" /><Relationship Type="http://schemas.openxmlformats.org/officeDocument/2006/relationships/notesSlide" Target="/ppt/notesSlides/notesSlide12.xml" Id="R0ec2e40fddcb48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483433bcfd4314" /><Relationship Type="http://schemas.openxmlformats.org/officeDocument/2006/relationships/image" Target="/ppt/media/image13.png" Id="Rbe27739322314ee5" /><Relationship Type="http://schemas.openxmlformats.org/officeDocument/2006/relationships/notesSlide" Target="/ppt/notesSlides/notesSlide13.xml" Id="R5f85c871500645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521f5dcb4e459e" /><Relationship Type="http://schemas.openxmlformats.org/officeDocument/2006/relationships/image" Target="/ppt/media/image14.png" Id="Ra7d6adb880f84b14" /><Relationship Type="http://schemas.openxmlformats.org/officeDocument/2006/relationships/notesSlide" Target="/ppt/notesSlides/notesSlide14.xml" Id="R2670e81307e644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8f7f413b084b93" /><Relationship Type="http://schemas.openxmlformats.org/officeDocument/2006/relationships/image" Target="/ppt/media/image15.png" Id="Rb2f2d1e35b654b81" /><Relationship Type="http://schemas.openxmlformats.org/officeDocument/2006/relationships/notesSlide" Target="/ppt/notesSlides/notesSlide15.xml" Id="R71393c03905944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b0f29ff374d05" /><Relationship Type="http://schemas.openxmlformats.org/officeDocument/2006/relationships/image" Target="/ppt/media/image16.png" Id="R269c29f1c1dc40aa" /><Relationship Type="http://schemas.openxmlformats.org/officeDocument/2006/relationships/notesSlide" Target="/ppt/notesSlides/notesSlide16.xml" Id="R3799867301a845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6954500ed442fd" /><Relationship Type="http://schemas.openxmlformats.org/officeDocument/2006/relationships/image" Target="/ppt/media/image17.png" Id="Rec1ebae8a0fb4972" /><Relationship Type="http://schemas.openxmlformats.org/officeDocument/2006/relationships/notesSlide" Target="/ppt/notesSlides/notesSlide17.xml" Id="Rea8750ace78a46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bc92ddc82e4040" /><Relationship Type="http://schemas.openxmlformats.org/officeDocument/2006/relationships/image" Target="/ppt/media/image18.png" Id="Rad1a76ffdb3f4d34" /><Relationship Type="http://schemas.openxmlformats.org/officeDocument/2006/relationships/notesSlide" Target="/ppt/notesSlides/notesSlide18.xml" Id="R68046dc0048d4a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9b590c69c4c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73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10bd2b15048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30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4d5fa33e34e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363bf828845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36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b8b35d4f84f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55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3a0e54da247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28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fe40b1c4042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bbc88ddd845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23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50c944db441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76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58abb021d41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81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7439f24384e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4e3b45bba40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845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7739322314e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6adb880f84b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2d1e35b654b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49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c29f1c1dc40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ebae8a0fb49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a76ffdb3f4d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3541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2026-05-26T06:50:26.2890000Z</dcterms:created>
  <dcterms:modified xsi:type="dcterms:W3CDTF">2026-05-26T06:50:26.2890000Z</dcterms:modified>
</coreProperties>
</file>